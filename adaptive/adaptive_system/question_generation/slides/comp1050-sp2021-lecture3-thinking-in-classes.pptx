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1" r:id="rId1"/>
    <p:sldMasterId id="2147483648" r:id="rId2"/>
  </p:sldMasterIdLst>
  <p:notesMasterIdLst>
    <p:notesMasterId r:id="rId61"/>
  </p:notesMasterIdLst>
  <p:handoutMasterIdLst>
    <p:handoutMasterId r:id="rId62"/>
  </p:handoutMasterIdLst>
  <p:sldIdLst>
    <p:sldId id="258" r:id="rId3"/>
    <p:sldId id="392" r:id="rId4"/>
    <p:sldId id="298" r:id="rId5"/>
    <p:sldId id="299" r:id="rId6"/>
    <p:sldId id="300" r:id="rId7"/>
    <p:sldId id="301" r:id="rId8"/>
    <p:sldId id="302" r:id="rId9"/>
    <p:sldId id="303" r:id="rId10"/>
    <p:sldId id="304" r:id="rId11"/>
    <p:sldId id="305" r:id="rId12"/>
    <p:sldId id="306" r:id="rId13"/>
    <p:sldId id="307" r:id="rId14"/>
    <p:sldId id="308" r:id="rId15"/>
    <p:sldId id="309" r:id="rId16"/>
    <p:sldId id="310" r:id="rId17"/>
    <p:sldId id="311" r:id="rId18"/>
    <p:sldId id="312" r:id="rId19"/>
    <p:sldId id="313" r:id="rId20"/>
    <p:sldId id="314" r:id="rId21"/>
    <p:sldId id="315" r:id="rId22"/>
    <p:sldId id="316" r:id="rId23"/>
    <p:sldId id="317" r:id="rId24"/>
    <p:sldId id="318" r:id="rId25"/>
    <p:sldId id="319" r:id="rId26"/>
    <p:sldId id="320" r:id="rId27"/>
    <p:sldId id="321" r:id="rId28"/>
    <p:sldId id="322" r:id="rId29"/>
    <p:sldId id="323" r:id="rId30"/>
    <p:sldId id="324" r:id="rId31"/>
    <p:sldId id="325" r:id="rId32"/>
    <p:sldId id="326" r:id="rId33"/>
    <p:sldId id="327" r:id="rId34"/>
    <p:sldId id="328" r:id="rId35"/>
    <p:sldId id="329" r:id="rId36"/>
    <p:sldId id="330" r:id="rId37"/>
    <p:sldId id="331" r:id="rId38"/>
    <p:sldId id="332" r:id="rId39"/>
    <p:sldId id="333" r:id="rId40"/>
    <p:sldId id="334" r:id="rId41"/>
    <p:sldId id="335" r:id="rId42"/>
    <p:sldId id="336" r:id="rId43"/>
    <p:sldId id="337" r:id="rId44"/>
    <p:sldId id="338" r:id="rId45"/>
    <p:sldId id="339" r:id="rId46"/>
    <p:sldId id="351" r:id="rId47"/>
    <p:sldId id="340" r:id="rId48"/>
    <p:sldId id="341" r:id="rId49"/>
    <p:sldId id="342" r:id="rId50"/>
    <p:sldId id="343" r:id="rId51"/>
    <p:sldId id="344" r:id="rId52"/>
    <p:sldId id="345" r:id="rId53"/>
    <p:sldId id="346" r:id="rId54"/>
    <p:sldId id="347" r:id="rId55"/>
    <p:sldId id="348" r:id="rId56"/>
    <p:sldId id="349" r:id="rId57"/>
    <p:sldId id="352" r:id="rId58"/>
    <p:sldId id="353" r:id="rId59"/>
    <p:sldId id="350" r:id="rId60"/>
  </p:sldIdLst>
  <p:sldSz cx="10080625" cy="7559675"/>
  <p:notesSz cx="7772400" cy="10058400"/>
  <p:defaultTextStyle>
    <a:defPPr>
      <a:defRPr lang="en-US"/>
    </a:defPPr>
    <a:lvl1pPr algn="l" defTabSz="449263" rtl="0" fontAlgn="base" hangingPunct="0">
      <a:lnSpc>
        <a:spcPct val="98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sz="2400" kern="1200">
        <a:solidFill>
          <a:schemeClr val="tx1"/>
        </a:solidFill>
        <a:latin typeface="Bitstream Vera Serif" pitchFamily="16" charset="0"/>
        <a:ea typeface="+mn-ea"/>
        <a:cs typeface="+mn-cs"/>
      </a:defRPr>
    </a:lvl1pPr>
    <a:lvl2pPr marL="742950" indent="-285750" algn="l" defTabSz="449263" rtl="0" fontAlgn="base" hangingPunct="0">
      <a:lnSpc>
        <a:spcPct val="98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sz="2400" kern="1200">
        <a:solidFill>
          <a:schemeClr val="tx1"/>
        </a:solidFill>
        <a:latin typeface="Bitstream Vera Serif" pitchFamily="16" charset="0"/>
        <a:ea typeface="+mn-ea"/>
        <a:cs typeface="+mn-cs"/>
      </a:defRPr>
    </a:lvl2pPr>
    <a:lvl3pPr marL="1143000" indent="-228600" algn="l" defTabSz="449263" rtl="0" fontAlgn="base" hangingPunct="0">
      <a:lnSpc>
        <a:spcPct val="98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sz="2400" kern="1200">
        <a:solidFill>
          <a:schemeClr val="tx1"/>
        </a:solidFill>
        <a:latin typeface="Bitstream Vera Serif" pitchFamily="16" charset="0"/>
        <a:ea typeface="+mn-ea"/>
        <a:cs typeface="+mn-cs"/>
      </a:defRPr>
    </a:lvl3pPr>
    <a:lvl4pPr marL="1600200" indent="-228600" algn="l" defTabSz="449263" rtl="0" fontAlgn="base" hangingPunct="0">
      <a:lnSpc>
        <a:spcPct val="98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sz="2400" kern="1200">
        <a:solidFill>
          <a:schemeClr val="tx1"/>
        </a:solidFill>
        <a:latin typeface="Bitstream Vera Serif" pitchFamily="16" charset="0"/>
        <a:ea typeface="+mn-ea"/>
        <a:cs typeface="+mn-cs"/>
      </a:defRPr>
    </a:lvl4pPr>
    <a:lvl5pPr marL="2057400" indent="-228600" algn="l" defTabSz="449263" rtl="0" fontAlgn="base" hangingPunct="0">
      <a:lnSpc>
        <a:spcPct val="98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sz="2400" kern="1200">
        <a:solidFill>
          <a:schemeClr val="tx1"/>
        </a:solidFill>
        <a:latin typeface="Bitstream Vera Serif" pitchFamily="16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Bitstream Vera Serif" pitchFamily="16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Bitstream Vera Serif" pitchFamily="16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Bitstream Vera Serif" pitchFamily="16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Bitstream Vera Serif" pitchFamily="16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820000"/>
    <a:srgbClr val="640000"/>
    <a:srgbClr val="928F00"/>
    <a:srgbClr val="E3DE00"/>
    <a:srgbClr val="C9C400"/>
    <a:srgbClr val="FFFF66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70" autoAdjust="0"/>
    <p:restoredTop sz="75583" autoAdjust="0"/>
  </p:normalViewPr>
  <p:slideViewPr>
    <p:cSldViewPr>
      <p:cViewPr varScale="1">
        <p:scale>
          <a:sx n="73" d="100"/>
          <a:sy n="73" d="100"/>
        </p:scale>
        <p:origin x="1748" y="36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9" d="100"/>
          <a:sy n="79" d="100"/>
        </p:scale>
        <p:origin x="3798" y="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tableStyles" Target="tableStyles.xml"/><Relationship Id="rId5" Type="http://schemas.openxmlformats.org/officeDocument/2006/relationships/slide" Target="slides/slide3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microsoft.com/office/2016/11/relationships/changesInfo" Target="changesInfos/changesInfo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olajimi, Yetunde" userId="3a54126c-7470-4734-afae-d4449bb90691" providerId="ADAL" clId="{1DBB2881-0628-413F-8D8E-93914D2FB782}"/>
    <pc:docChg chg="undo custSel modSld">
      <pc:chgData name="Folajimi, Yetunde" userId="3a54126c-7470-4734-afae-d4449bb90691" providerId="ADAL" clId="{1DBB2881-0628-413F-8D8E-93914D2FB782}" dt="2024-02-27T16:09:39.251" v="1" actId="20577"/>
      <pc:docMkLst>
        <pc:docMk/>
      </pc:docMkLst>
      <pc:sldChg chg="modSp mod">
        <pc:chgData name="Folajimi, Yetunde" userId="3a54126c-7470-4734-afae-d4449bb90691" providerId="ADAL" clId="{1DBB2881-0628-413F-8D8E-93914D2FB782}" dt="2024-02-27T16:09:39.251" v="1" actId="20577"/>
        <pc:sldMkLst>
          <pc:docMk/>
          <pc:sldMk cId="143971192" sldId="346"/>
        </pc:sldMkLst>
      </pc:sldChg>
    </pc:docChg>
  </pc:docChgLst>
  <pc:docChgLst>
    <pc:chgData name="Yetunde Folajimi" userId="3a54126c-7470-4734-afae-d4449bb90691" providerId="ADAL" clId="{5B075180-94D4-4BA5-B5B4-44866F63CCF3}"/>
    <pc:docChg chg="undo redo custSel addSld delSld modSld">
      <pc:chgData name="Yetunde Folajimi" userId="3a54126c-7470-4734-afae-d4449bb90691" providerId="ADAL" clId="{5B075180-94D4-4BA5-B5B4-44866F63CCF3}" dt="2021-03-09T22:38:14.992" v="88"/>
      <pc:docMkLst>
        <pc:docMk/>
      </pc:docMkLst>
      <pc:sldChg chg="modSp add del mod">
        <pc:chgData name="Yetunde Folajimi" userId="3a54126c-7470-4734-afae-d4449bb90691" providerId="ADAL" clId="{5B075180-94D4-4BA5-B5B4-44866F63CCF3}" dt="2021-02-24T01:11:14.307" v="21" actId="47"/>
        <pc:sldMkLst>
          <pc:docMk/>
          <pc:sldMk cId="1988685322" sldId="298"/>
        </pc:sldMkLst>
      </pc:sldChg>
      <pc:sldChg chg="add">
        <pc:chgData name="Yetunde Folajimi" userId="3a54126c-7470-4734-afae-d4449bb90691" providerId="ADAL" clId="{5B075180-94D4-4BA5-B5B4-44866F63CCF3}" dt="2021-02-24T01:10:59.076" v="1"/>
        <pc:sldMkLst>
          <pc:docMk/>
          <pc:sldMk cId="1221188782" sldId="299"/>
        </pc:sldMkLst>
      </pc:sldChg>
      <pc:sldChg chg="add">
        <pc:chgData name="Yetunde Folajimi" userId="3a54126c-7470-4734-afae-d4449bb90691" providerId="ADAL" clId="{5B075180-94D4-4BA5-B5B4-44866F63CCF3}" dt="2021-02-24T01:10:59.076" v="1"/>
        <pc:sldMkLst>
          <pc:docMk/>
          <pc:sldMk cId="1018644695" sldId="300"/>
        </pc:sldMkLst>
      </pc:sldChg>
      <pc:sldChg chg="add">
        <pc:chgData name="Yetunde Folajimi" userId="3a54126c-7470-4734-afae-d4449bb90691" providerId="ADAL" clId="{5B075180-94D4-4BA5-B5B4-44866F63CCF3}" dt="2021-02-24T01:10:59.076" v="1"/>
        <pc:sldMkLst>
          <pc:docMk/>
          <pc:sldMk cId="621754981" sldId="301"/>
        </pc:sldMkLst>
      </pc:sldChg>
      <pc:sldChg chg="del">
        <pc:chgData name="Yetunde Folajimi" userId="3a54126c-7470-4734-afae-d4449bb90691" providerId="ADAL" clId="{5B075180-94D4-4BA5-B5B4-44866F63CCF3}" dt="2021-02-24T01:10:56.075" v="0" actId="47"/>
        <pc:sldMkLst>
          <pc:docMk/>
          <pc:sldMk cId="1512860303" sldId="301"/>
        </pc:sldMkLst>
      </pc:sldChg>
      <pc:sldChg chg="add">
        <pc:chgData name="Yetunde Folajimi" userId="3a54126c-7470-4734-afae-d4449bb90691" providerId="ADAL" clId="{5B075180-94D4-4BA5-B5B4-44866F63CCF3}" dt="2021-02-24T01:10:59.076" v="1"/>
        <pc:sldMkLst>
          <pc:docMk/>
          <pc:sldMk cId="180539365" sldId="302"/>
        </pc:sldMkLst>
      </pc:sldChg>
      <pc:sldChg chg="del">
        <pc:chgData name="Yetunde Folajimi" userId="3a54126c-7470-4734-afae-d4449bb90691" providerId="ADAL" clId="{5B075180-94D4-4BA5-B5B4-44866F63CCF3}" dt="2021-02-24T01:10:56.075" v="0" actId="47"/>
        <pc:sldMkLst>
          <pc:docMk/>
          <pc:sldMk cId="436732041" sldId="302"/>
        </pc:sldMkLst>
      </pc:sldChg>
      <pc:sldChg chg="del">
        <pc:chgData name="Yetunde Folajimi" userId="3a54126c-7470-4734-afae-d4449bb90691" providerId="ADAL" clId="{5B075180-94D4-4BA5-B5B4-44866F63CCF3}" dt="2021-02-24T01:10:56.075" v="0" actId="47"/>
        <pc:sldMkLst>
          <pc:docMk/>
          <pc:sldMk cId="1469717607" sldId="303"/>
        </pc:sldMkLst>
      </pc:sldChg>
      <pc:sldChg chg="add">
        <pc:chgData name="Yetunde Folajimi" userId="3a54126c-7470-4734-afae-d4449bb90691" providerId="ADAL" clId="{5B075180-94D4-4BA5-B5B4-44866F63CCF3}" dt="2021-02-24T01:10:59.076" v="1"/>
        <pc:sldMkLst>
          <pc:docMk/>
          <pc:sldMk cId="2078197991" sldId="303"/>
        </pc:sldMkLst>
      </pc:sldChg>
      <pc:sldChg chg="del">
        <pc:chgData name="Yetunde Folajimi" userId="3a54126c-7470-4734-afae-d4449bb90691" providerId="ADAL" clId="{5B075180-94D4-4BA5-B5B4-44866F63CCF3}" dt="2021-02-24T01:10:56.075" v="0" actId="47"/>
        <pc:sldMkLst>
          <pc:docMk/>
          <pc:sldMk cId="1186913055" sldId="304"/>
        </pc:sldMkLst>
      </pc:sldChg>
      <pc:sldChg chg="add">
        <pc:chgData name="Yetunde Folajimi" userId="3a54126c-7470-4734-afae-d4449bb90691" providerId="ADAL" clId="{5B075180-94D4-4BA5-B5B4-44866F63CCF3}" dt="2021-02-24T01:10:59.076" v="1"/>
        <pc:sldMkLst>
          <pc:docMk/>
          <pc:sldMk cId="1599599929" sldId="304"/>
        </pc:sldMkLst>
      </pc:sldChg>
      <pc:sldChg chg="addSp delSp modSp add mod">
        <pc:chgData name="Yetunde Folajimi" userId="3a54126c-7470-4734-afae-d4449bb90691" providerId="ADAL" clId="{5B075180-94D4-4BA5-B5B4-44866F63CCF3}" dt="2021-02-24T01:13:58.290" v="50" actId="478"/>
        <pc:sldMkLst>
          <pc:docMk/>
          <pc:sldMk cId="128229910" sldId="305"/>
        </pc:sldMkLst>
      </pc:sldChg>
      <pc:sldChg chg="del">
        <pc:chgData name="Yetunde Folajimi" userId="3a54126c-7470-4734-afae-d4449bb90691" providerId="ADAL" clId="{5B075180-94D4-4BA5-B5B4-44866F63CCF3}" dt="2021-02-24T01:10:56.075" v="0" actId="47"/>
        <pc:sldMkLst>
          <pc:docMk/>
          <pc:sldMk cId="472118402" sldId="305"/>
        </pc:sldMkLst>
      </pc:sldChg>
      <pc:sldChg chg="add">
        <pc:chgData name="Yetunde Folajimi" userId="3a54126c-7470-4734-afae-d4449bb90691" providerId="ADAL" clId="{5B075180-94D4-4BA5-B5B4-44866F63CCF3}" dt="2021-02-24T01:10:59.076" v="1"/>
        <pc:sldMkLst>
          <pc:docMk/>
          <pc:sldMk cId="1233999429" sldId="306"/>
        </pc:sldMkLst>
      </pc:sldChg>
      <pc:sldChg chg="del">
        <pc:chgData name="Yetunde Folajimi" userId="3a54126c-7470-4734-afae-d4449bb90691" providerId="ADAL" clId="{5B075180-94D4-4BA5-B5B4-44866F63CCF3}" dt="2021-02-24T01:10:56.075" v="0" actId="47"/>
        <pc:sldMkLst>
          <pc:docMk/>
          <pc:sldMk cId="2089390396" sldId="306"/>
        </pc:sldMkLst>
      </pc:sldChg>
      <pc:sldChg chg="del">
        <pc:chgData name="Yetunde Folajimi" userId="3a54126c-7470-4734-afae-d4449bb90691" providerId="ADAL" clId="{5B075180-94D4-4BA5-B5B4-44866F63CCF3}" dt="2021-02-24T01:10:56.075" v="0" actId="47"/>
        <pc:sldMkLst>
          <pc:docMk/>
          <pc:sldMk cId="731789828" sldId="307"/>
        </pc:sldMkLst>
      </pc:sldChg>
      <pc:sldChg chg="modSp add mod">
        <pc:chgData name="Yetunde Folajimi" userId="3a54126c-7470-4734-afae-d4449bb90691" providerId="ADAL" clId="{5B075180-94D4-4BA5-B5B4-44866F63CCF3}" dt="2021-02-24T01:10:59.350" v="3" actId="27636"/>
        <pc:sldMkLst>
          <pc:docMk/>
          <pc:sldMk cId="1578824124" sldId="307"/>
        </pc:sldMkLst>
      </pc:sldChg>
      <pc:sldChg chg="del">
        <pc:chgData name="Yetunde Folajimi" userId="3a54126c-7470-4734-afae-d4449bb90691" providerId="ADAL" clId="{5B075180-94D4-4BA5-B5B4-44866F63CCF3}" dt="2021-02-24T01:10:56.075" v="0" actId="47"/>
        <pc:sldMkLst>
          <pc:docMk/>
          <pc:sldMk cId="552792827" sldId="308"/>
        </pc:sldMkLst>
      </pc:sldChg>
      <pc:sldChg chg="modSp add mod">
        <pc:chgData name="Yetunde Folajimi" userId="3a54126c-7470-4734-afae-d4449bb90691" providerId="ADAL" clId="{5B075180-94D4-4BA5-B5B4-44866F63CCF3}" dt="2021-02-24T01:10:59.369" v="4" actId="27636"/>
        <pc:sldMkLst>
          <pc:docMk/>
          <pc:sldMk cId="989109736" sldId="308"/>
        </pc:sldMkLst>
      </pc:sldChg>
      <pc:sldChg chg="add">
        <pc:chgData name="Yetunde Folajimi" userId="3a54126c-7470-4734-afae-d4449bb90691" providerId="ADAL" clId="{5B075180-94D4-4BA5-B5B4-44866F63CCF3}" dt="2021-02-24T01:10:59.076" v="1"/>
        <pc:sldMkLst>
          <pc:docMk/>
          <pc:sldMk cId="296421525" sldId="309"/>
        </pc:sldMkLst>
      </pc:sldChg>
      <pc:sldChg chg="del">
        <pc:chgData name="Yetunde Folajimi" userId="3a54126c-7470-4734-afae-d4449bb90691" providerId="ADAL" clId="{5B075180-94D4-4BA5-B5B4-44866F63CCF3}" dt="2021-02-24T01:10:56.075" v="0" actId="47"/>
        <pc:sldMkLst>
          <pc:docMk/>
          <pc:sldMk cId="774786467" sldId="309"/>
        </pc:sldMkLst>
      </pc:sldChg>
      <pc:sldChg chg="del">
        <pc:chgData name="Yetunde Folajimi" userId="3a54126c-7470-4734-afae-d4449bb90691" providerId="ADAL" clId="{5B075180-94D4-4BA5-B5B4-44866F63CCF3}" dt="2021-02-24T01:10:56.075" v="0" actId="47"/>
        <pc:sldMkLst>
          <pc:docMk/>
          <pc:sldMk cId="1642799108" sldId="310"/>
        </pc:sldMkLst>
      </pc:sldChg>
      <pc:sldChg chg="addSp delSp add">
        <pc:chgData name="Yetunde Folajimi" userId="3a54126c-7470-4734-afae-d4449bb90691" providerId="ADAL" clId="{5B075180-94D4-4BA5-B5B4-44866F63CCF3}" dt="2021-02-24T01:13:57.133" v="49" actId="478"/>
        <pc:sldMkLst>
          <pc:docMk/>
          <pc:sldMk cId="1941993282" sldId="310"/>
        </pc:sldMkLst>
      </pc:sldChg>
      <pc:sldChg chg="del">
        <pc:chgData name="Yetunde Folajimi" userId="3a54126c-7470-4734-afae-d4449bb90691" providerId="ADAL" clId="{5B075180-94D4-4BA5-B5B4-44866F63CCF3}" dt="2021-02-24T01:10:56.075" v="0" actId="47"/>
        <pc:sldMkLst>
          <pc:docMk/>
          <pc:sldMk cId="327358677" sldId="311"/>
        </pc:sldMkLst>
      </pc:sldChg>
      <pc:sldChg chg="add">
        <pc:chgData name="Yetunde Folajimi" userId="3a54126c-7470-4734-afae-d4449bb90691" providerId="ADAL" clId="{5B075180-94D4-4BA5-B5B4-44866F63CCF3}" dt="2021-02-24T01:10:59.076" v="1"/>
        <pc:sldMkLst>
          <pc:docMk/>
          <pc:sldMk cId="1624623468" sldId="311"/>
        </pc:sldMkLst>
      </pc:sldChg>
      <pc:sldChg chg="del">
        <pc:chgData name="Yetunde Folajimi" userId="3a54126c-7470-4734-afae-d4449bb90691" providerId="ADAL" clId="{5B075180-94D4-4BA5-B5B4-44866F63CCF3}" dt="2021-02-24T01:10:56.075" v="0" actId="47"/>
        <pc:sldMkLst>
          <pc:docMk/>
          <pc:sldMk cId="64180725" sldId="312"/>
        </pc:sldMkLst>
      </pc:sldChg>
      <pc:sldChg chg="add">
        <pc:chgData name="Yetunde Folajimi" userId="3a54126c-7470-4734-afae-d4449bb90691" providerId="ADAL" clId="{5B075180-94D4-4BA5-B5B4-44866F63CCF3}" dt="2021-02-24T01:10:59.076" v="1"/>
        <pc:sldMkLst>
          <pc:docMk/>
          <pc:sldMk cId="1939538718" sldId="312"/>
        </pc:sldMkLst>
      </pc:sldChg>
      <pc:sldChg chg="del">
        <pc:chgData name="Yetunde Folajimi" userId="3a54126c-7470-4734-afae-d4449bb90691" providerId="ADAL" clId="{5B075180-94D4-4BA5-B5B4-44866F63CCF3}" dt="2021-02-24T01:10:56.075" v="0" actId="47"/>
        <pc:sldMkLst>
          <pc:docMk/>
          <pc:sldMk cId="648654281" sldId="313"/>
        </pc:sldMkLst>
      </pc:sldChg>
      <pc:sldChg chg="add">
        <pc:chgData name="Yetunde Folajimi" userId="3a54126c-7470-4734-afae-d4449bb90691" providerId="ADAL" clId="{5B075180-94D4-4BA5-B5B4-44866F63CCF3}" dt="2021-02-24T01:10:59.076" v="1"/>
        <pc:sldMkLst>
          <pc:docMk/>
          <pc:sldMk cId="1172955613" sldId="313"/>
        </pc:sldMkLst>
      </pc:sldChg>
      <pc:sldChg chg="del">
        <pc:chgData name="Yetunde Folajimi" userId="3a54126c-7470-4734-afae-d4449bb90691" providerId="ADAL" clId="{5B075180-94D4-4BA5-B5B4-44866F63CCF3}" dt="2021-02-24T01:10:56.075" v="0" actId="47"/>
        <pc:sldMkLst>
          <pc:docMk/>
          <pc:sldMk cId="1305508595" sldId="314"/>
        </pc:sldMkLst>
      </pc:sldChg>
      <pc:sldChg chg="modSp add mod">
        <pc:chgData name="Yetunde Folajimi" userId="3a54126c-7470-4734-afae-d4449bb90691" providerId="ADAL" clId="{5B075180-94D4-4BA5-B5B4-44866F63CCF3}" dt="2021-03-03T17:36:06.023" v="73" actId="1076"/>
        <pc:sldMkLst>
          <pc:docMk/>
          <pc:sldMk cId="2112591878" sldId="314"/>
        </pc:sldMkLst>
      </pc:sldChg>
      <pc:sldChg chg="del">
        <pc:chgData name="Yetunde Folajimi" userId="3a54126c-7470-4734-afae-d4449bb90691" providerId="ADAL" clId="{5B075180-94D4-4BA5-B5B4-44866F63CCF3}" dt="2021-02-24T01:10:56.075" v="0" actId="47"/>
        <pc:sldMkLst>
          <pc:docMk/>
          <pc:sldMk cId="842534766" sldId="315"/>
        </pc:sldMkLst>
      </pc:sldChg>
      <pc:sldChg chg="add">
        <pc:chgData name="Yetunde Folajimi" userId="3a54126c-7470-4734-afae-d4449bb90691" providerId="ADAL" clId="{5B075180-94D4-4BA5-B5B4-44866F63CCF3}" dt="2021-02-24T01:10:59.076" v="1"/>
        <pc:sldMkLst>
          <pc:docMk/>
          <pc:sldMk cId="1984557695" sldId="315"/>
        </pc:sldMkLst>
      </pc:sldChg>
      <pc:sldChg chg="add">
        <pc:chgData name="Yetunde Folajimi" userId="3a54126c-7470-4734-afae-d4449bb90691" providerId="ADAL" clId="{5B075180-94D4-4BA5-B5B4-44866F63CCF3}" dt="2021-02-24T01:10:59.076" v="1"/>
        <pc:sldMkLst>
          <pc:docMk/>
          <pc:sldMk cId="1892658308" sldId="316"/>
        </pc:sldMkLst>
      </pc:sldChg>
      <pc:sldChg chg="del">
        <pc:chgData name="Yetunde Folajimi" userId="3a54126c-7470-4734-afae-d4449bb90691" providerId="ADAL" clId="{5B075180-94D4-4BA5-B5B4-44866F63CCF3}" dt="2021-02-24T01:10:56.075" v="0" actId="47"/>
        <pc:sldMkLst>
          <pc:docMk/>
          <pc:sldMk cId="2122127491" sldId="316"/>
        </pc:sldMkLst>
      </pc:sldChg>
      <pc:sldChg chg="del">
        <pc:chgData name="Yetunde Folajimi" userId="3a54126c-7470-4734-afae-d4449bb90691" providerId="ADAL" clId="{5B075180-94D4-4BA5-B5B4-44866F63CCF3}" dt="2021-02-24T01:10:56.075" v="0" actId="47"/>
        <pc:sldMkLst>
          <pc:docMk/>
          <pc:sldMk cId="1188331861" sldId="317"/>
        </pc:sldMkLst>
      </pc:sldChg>
      <pc:sldChg chg="modSp add mod">
        <pc:chgData name="Yetunde Folajimi" userId="3a54126c-7470-4734-afae-d4449bb90691" providerId="ADAL" clId="{5B075180-94D4-4BA5-B5B4-44866F63CCF3}" dt="2021-03-03T17:35:32.447" v="72" actId="14100"/>
        <pc:sldMkLst>
          <pc:docMk/>
          <pc:sldMk cId="1380403192" sldId="317"/>
        </pc:sldMkLst>
      </pc:sldChg>
      <pc:sldChg chg="del">
        <pc:chgData name="Yetunde Folajimi" userId="3a54126c-7470-4734-afae-d4449bb90691" providerId="ADAL" clId="{5B075180-94D4-4BA5-B5B4-44866F63CCF3}" dt="2021-02-24T01:10:56.075" v="0" actId="47"/>
        <pc:sldMkLst>
          <pc:docMk/>
          <pc:sldMk cId="695670727" sldId="318"/>
        </pc:sldMkLst>
      </pc:sldChg>
      <pc:sldChg chg="modSp add mod">
        <pc:chgData name="Yetunde Folajimi" userId="3a54126c-7470-4734-afae-d4449bb90691" providerId="ADAL" clId="{5B075180-94D4-4BA5-B5B4-44866F63CCF3}" dt="2021-03-03T17:35:22.454" v="64" actId="1035"/>
        <pc:sldMkLst>
          <pc:docMk/>
          <pc:sldMk cId="1170609403" sldId="318"/>
        </pc:sldMkLst>
      </pc:sldChg>
      <pc:sldChg chg="del">
        <pc:chgData name="Yetunde Folajimi" userId="3a54126c-7470-4734-afae-d4449bb90691" providerId="ADAL" clId="{5B075180-94D4-4BA5-B5B4-44866F63CCF3}" dt="2021-02-24T01:10:56.075" v="0" actId="47"/>
        <pc:sldMkLst>
          <pc:docMk/>
          <pc:sldMk cId="1236934421" sldId="319"/>
        </pc:sldMkLst>
      </pc:sldChg>
      <pc:sldChg chg="modSp add mod">
        <pc:chgData name="Yetunde Folajimi" userId="3a54126c-7470-4734-afae-d4449bb90691" providerId="ADAL" clId="{5B075180-94D4-4BA5-B5B4-44866F63CCF3}" dt="2021-03-03T17:35:27.110" v="71" actId="1035"/>
        <pc:sldMkLst>
          <pc:docMk/>
          <pc:sldMk cId="1334546054" sldId="319"/>
        </pc:sldMkLst>
      </pc:sldChg>
      <pc:sldChg chg="add">
        <pc:chgData name="Yetunde Folajimi" userId="3a54126c-7470-4734-afae-d4449bb90691" providerId="ADAL" clId="{5B075180-94D4-4BA5-B5B4-44866F63CCF3}" dt="2021-02-24T01:10:59.076" v="1"/>
        <pc:sldMkLst>
          <pc:docMk/>
          <pc:sldMk cId="1396320310" sldId="320"/>
        </pc:sldMkLst>
      </pc:sldChg>
      <pc:sldChg chg="del">
        <pc:chgData name="Yetunde Folajimi" userId="3a54126c-7470-4734-afae-d4449bb90691" providerId="ADAL" clId="{5B075180-94D4-4BA5-B5B4-44866F63CCF3}" dt="2021-02-24T01:10:56.075" v="0" actId="47"/>
        <pc:sldMkLst>
          <pc:docMk/>
          <pc:sldMk cId="1515110787" sldId="320"/>
        </pc:sldMkLst>
      </pc:sldChg>
      <pc:sldChg chg="addSp modSp add mod">
        <pc:chgData name="Yetunde Folajimi" userId="3a54126c-7470-4734-afae-d4449bb90691" providerId="ADAL" clId="{5B075180-94D4-4BA5-B5B4-44866F63CCF3}" dt="2021-03-03T13:50:36.348" v="60" actId="1076"/>
        <pc:sldMkLst>
          <pc:docMk/>
          <pc:sldMk cId="254155754" sldId="321"/>
        </pc:sldMkLst>
      </pc:sldChg>
      <pc:sldChg chg="del">
        <pc:chgData name="Yetunde Folajimi" userId="3a54126c-7470-4734-afae-d4449bb90691" providerId="ADAL" clId="{5B075180-94D4-4BA5-B5B4-44866F63CCF3}" dt="2021-02-24T01:10:56.075" v="0" actId="47"/>
        <pc:sldMkLst>
          <pc:docMk/>
          <pc:sldMk cId="1753394630" sldId="321"/>
        </pc:sldMkLst>
      </pc:sldChg>
      <pc:sldChg chg="addSp delSp add">
        <pc:chgData name="Yetunde Folajimi" userId="3a54126c-7470-4734-afae-d4449bb90691" providerId="ADAL" clId="{5B075180-94D4-4BA5-B5B4-44866F63CCF3}" dt="2021-02-24T01:13:56.674" v="48" actId="478"/>
        <pc:sldMkLst>
          <pc:docMk/>
          <pc:sldMk cId="250783595" sldId="322"/>
        </pc:sldMkLst>
      </pc:sldChg>
      <pc:sldChg chg="del">
        <pc:chgData name="Yetunde Folajimi" userId="3a54126c-7470-4734-afae-d4449bb90691" providerId="ADAL" clId="{5B075180-94D4-4BA5-B5B4-44866F63CCF3}" dt="2021-02-24T01:10:56.075" v="0" actId="47"/>
        <pc:sldMkLst>
          <pc:docMk/>
          <pc:sldMk cId="1532942276" sldId="322"/>
        </pc:sldMkLst>
      </pc:sldChg>
      <pc:sldChg chg="del">
        <pc:chgData name="Yetunde Folajimi" userId="3a54126c-7470-4734-afae-d4449bb90691" providerId="ADAL" clId="{5B075180-94D4-4BA5-B5B4-44866F63CCF3}" dt="2021-02-24T01:10:56.075" v="0" actId="47"/>
        <pc:sldMkLst>
          <pc:docMk/>
          <pc:sldMk cId="799519673" sldId="323"/>
        </pc:sldMkLst>
      </pc:sldChg>
      <pc:sldChg chg="modSp add mod">
        <pc:chgData name="Yetunde Folajimi" userId="3a54126c-7470-4734-afae-d4449bb90691" providerId="ADAL" clId="{5B075180-94D4-4BA5-B5B4-44866F63CCF3}" dt="2021-02-24T01:10:59.407" v="6" actId="27636"/>
        <pc:sldMkLst>
          <pc:docMk/>
          <pc:sldMk cId="1556965751" sldId="323"/>
        </pc:sldMkLst>
      </pc:sldChg>
      <pc:sldChg chg="del">
        <pc:chgData name="Yetunde Folajimi" userId="3a54126c-7470-4734-afae-d4449bb90691" providerId="ADAL" clId="{5B075180-94D4-4BA5-B5B4-44866F63CCF3}" dt="2021-02-24T01:10:56.075" v="0" actId="47"/>
        <pc:sldMkLst>
          <pc:docMk/>
          <pc:sldMk cId="721964832" sldId="324"/>
        </pc:sldMkLst>
      </pc:sldChg>
      <pc:sldChg chg="add">
        <pc:chgData name="Yetunde Folajimi" userId="3a54126c-7470-4734-afae-d4449bb90691" providerId="ADAL" clId="{5B075180-94D4-4BA5-B5B4-44866F63CCF3}" dt="2021-02-24T01:10:59.076" v="1"/>
        <pc:sldMkLst>
          <pc:docMk/>
          <pc:sldMk cId="835138362" sldId="324"/>
        </pc:sldMkLst>
      </pc:sldChg>
      <pc:sldChg chg="addSp delSp add">
        <pc:chgData name="Yetunde Folajimi" userId="3a54126c-7470-4734-afae-d4449bb90691" providerId="ADAL" clId="{5B075180-94D4-4BA5-B5B4-44866F63CCF3}" dt="2021-02-24T01:13:55.876" v="47" actId="478"/>
        <pc:sldMkLst>
          <pc:docMk/>
          <pc:sldMk cId="217333342" sldId="325"/>
        </pc:sldMkLst>
      </pc:sldChg>
      <pc:sldChg chg="del">
        <pc:chgData name="Yetunde Folajimi" userId="3a54126c-7470-4734-afae-d4449bb90691" providerId="ADAL" clId="{5B075180-94D4-4BA5-B5B4-44866F63CCF3}" dt="2021-02-24T01:10:56.075" v="0" actId="47"/>
        <pc:sldMkLst>
          <pc:docMk/>
          <pc:sldMk cId="780325874" sldId="325"/>
        </pc:sldMkLst>
      </pc:sldChg>
      <pc:sldChg chg="del">
        <pc:chgData name="Yetunde Folajimi" userId="3a54126c-7470-4734-afae-d4449bb90691" providerId="ADAL" clId="{5B075180-94D4-4BA5-B5B4-44866F63CCF3}" dt="2021-02-24T01:10:56.075" v="0" actId="47"/>
        <pc:sldMkLst>
          <pc:docMk/>
          <pc:sldMk cId="254332089" sldId="326"/>
        </pc:sldMkLst>
      </pc:sldChg>
      <pc:sldChg chg="modSp add mod">
        <pc:chgData name="Yetunde Folajimi" userId="3a54126c-7470-4734-afae-d4449bb90691" providerId="ADAL" clId="{5B075180-94D4-4BA5-B5B4-44866F63CCF3}" dt="2021-02-24T01:10:59.429" v="7" actId="27636"/>
        <pc:sldMkLst>
          <pc:docMk/>
          <pc:sldMk cId="1999279094" sldId="326"/>
        </pc:sldMkLst>
      </pc:sldChg>
      <pc:sldChg chg="addSp delSp add">
        <pc:chgData name="Yetunde Folajimi" userId="3a54126c-7470-4734-afae-d4449bb90691" providerId="ADAL" clId="{5B075180-94D4-4BA5-B5B4-44866F63CCF3}" dt="2021-02-24T01:13:55.451" v="46" actId="478"/>
        <pc:sldMkLst>
          <pc:docMk/>
          <pc:sldMk cId="207108249" sldId="327"/>
        </pc:sldMkLst>
      </pc:sldChg>
      <pc:sldChg chg="del">
        <pc:chgData name="Yetunde Folajimi" userId="3a54126c-7470-4734-afae-d4449bb90691" providerId="ADAL" clId="{5B075180-94D4-4BA5-B5B4-44866F63CCF3}" dt="2021-02-24T01:10:56.075" v="0" actId="47"/>
        <pc:sldMkLst>
          <pc:docMk/>
          <pc:sldMk cId="1066962293" sldId="327"/>
        </pc:sldMkLst>
      </pc:sldChg>
      <pc:sldChg chg="del">
        <pc:chgData name="Yetunde Folajimi" userId="3a54126c-7470-4734-afae-d4449bb90691" providerId="ADAL" clId="{5B075180-94D4-4BA5-B5B4-44866F63CCF3}" dt="2021-02-24T01:10:56.075" v="0" actId="47"/>
        <pc:sldMkLst>
          <pc:docMk/>
          <pc:sldMk cId="946806001" sldId="328"/>
        </pc:sldMkLst>
      </pc:sldChg>
      <pc:sldChg chg="add">
        <pc:chgData name="Yetunde Folajimi" userId="3a54126c-7470-4734-afae-d4449bb90691" providerId="ADAL" clId="{5B075180-94D4-4BA5-B5B4-44866F63CCF3}" dt="2021-02-24T01:10:59.076" v="1"/>
        <pc:sldMkLst>
          <pc:docMk/>
          <pc:sldMk cId="1944832803" sldId="328"/>
        </pc:sldMkLst>
      </pc:sldChg>
      <pc:sldChg chg="del">
        <pc:chgData name="Yetunde Folajimi" userId="3a54126c-7470-4734-afae-d4449bb90691" providerId="ADAL" clId="{5B075180-94D4-4BA5-B5B4-44866F63CCF3}" dt="2021-02-24T01:10:56.075" v="0" actId="47"/>
        <pc:sldMkLst>
          <pc:docMk/>
          <pc:sldMk cId="114634537" sldId="329"/>
        </pc:sldMkLst>
      </pc:sldChg>
      <pc:sldChg chg="add">
        <pc:chgData name="Yetunde Folajimi" userId="3a54126c-7470-4734-afae-d4449bb90691" providerId="ADAL" clId="{5B075180-94D4-4BA5-B5B4-44866F63CCF3}" dt="2021-02-24T01:10:59.076" v="1"/>
        <pc:sldMkLst>
          <pc:docMk/>
          <pc:sldMk cId="2103812681" sldId="329"/>
        </pc:sldMkLst>
      </pc:sldChg>
      <pc:sldChg chg="del">
        <pc:chgData name="Yetunde Folajimi" userId="3a54126c-7470-4734-afae-d4449bb90691" providerId="ADAL" clId="{5B075180-94D4-4BA5-B5B4-44866F63CCF3}" dt="2021-02-24T01:10:56.075" v="0" actId="47"/>
        <pc:sldMkLst>
          <pc:docMk/>
          <pc:sldMk cId="369832000" sldId="330"/>
        </pc:sldMkLst>
      </pc:sldChg>
      <pc:sldChg chg="add">
        <pc:chgData name="Yetunde Folajimi" userId="3a54126c-7470-4734-afae-d4449bb90691" providerId="ADAL" clId="{5B075180-94D4-4BA5-B5B4-44866F63CCF3}" dt="2021-02-24T01:10:59.076" v="1"/>
        <pc:sldMkLst>
          <pc:docMk/>
          <pc:sldMk cId="461481712" sldId="330"/>
        </pc:sldMkLst>
      </pc:sldChg>
      <pc:sldChg chg="del">
        <pc:chgData name="Yetunde Folajimi" userId="3a54126c-7470-4734-afae-d4449bb90691" providerId="ADAL" clId="{5B075180-94D4-4BA5-B5B4-44866F63CCF3}" dt="2021-02-24T01:10:56.075" v="0" actId="47"/>
        <pc:sldMkLst>
          <pc:docMk/>
          <pc:sldMk cId="948749582" sldId="331"/>
        </pc:sldMkLst>
      </pc:sldChg>
      <pc:sldChg chg="modSp add mod">
        <pc:chgData name="Yetunde Folajimi" userId="3a54126c-7470-4734-afae-d4449bb90691" providerId="ADAL" clId="{5B075180-94D4-4BA5-B5B4-44866F63CCF3}" dt="2021-02-24T01:10:59.442" v="8" actId="27636"/>
        <pc:sldMkLst>
          <pc:docMk/>
          <pc:sldMk cId="1559684267" sldId="331"/>
        </pc:sldMkLst>
      </pc:sldChg>
      <pc:sldChg chg="del">
        <pc:chgData name="Yetunde Folajimi" userId="3a54126c-7470-4734-afae-d4449bb90691" providerId="ADAL" clId="{5B075180-94D4-4BA5-B5B4-44866F63CCF3}" dt="2021-02-24T01:10:56.075" v="0" actId="47"/>
        <pc:sldMkLst>
          <pc:docMk/>
          <pc:sldMk cId="568145699" sldId="332"/>
        </pc:sldMkLst>
      </pc:sldChg>
      <pc:sldChg chg="modSp add mod modAnim">
        <pc:chgData name="Yetunde Folajimi" userId="3a54126c-7470-4734-afae-d4449bb90691" providerId="ADAL" clId="{5B075180-94D4-4BA5-B5B4-44866F63CCF3}" dt="2021-03-09T22:35:10.432" v="87" actId="20577"/>
        <pc:sldMkLst>
          <pc:docMk/>
          <pc:sldMk cId="1428080187" sldId="332"/>
        </pc:sldMkLst>
      </pc:sldChg>
      <pc:sldChg chg="del">
        <pc:chgData name="Yetunde Folajimi" userId="3a54126c-7470-4734-afae-d4449bb90691" providerId="ADAL" clId="{5B075180-94D4-4BA5-B5B4-44866F63CCF3}" dt="2021-02-24T01:10:56.075" v="0" actId="47"/>
        <pc:sldMkLst>
          <pc:docMk/>
          <pc:sldMk cId="1112468531" sldId="333"/>
        </pc:sldMkLst>
      </pc:sldChg>
      <pc:sldChg chg="modSp add mod modNotesTx">
        <pc:chgData name="Yetunde Folajimi" userId="3a54126c-7470-4734-afae-d4449bb90691" providerId="ADAL" clId="{5B075180-94D4-4BA5-B5B4-44866F63CCF3}" dt="2021-03-09T22:38:14.992" v="88"/>
        <pc:sldMkLst>
          <pc:docMk/>
          <pc:sldMk cId="1466464037" sldId="333"/>
        </pc:sldMkLst>
      </pc:sldChg>
      <pc:sldChg chg="modSp add mod">
        <pc:chgData name="Yetunde Folajimi" userId="3a54126c-7470-4734-afae-d4449bb90691" providerId="ADAL" clId="{5B075180-94D4-4BA5-B5B4-44866F63CCF3}" dt="2021-02-24T01:10:59.490" v="10" actId="27636"/>
        <pc:sldMkLst>
          <pc:docMk/>
          <pc:sldMk cId="191253240" sldId="334"/>
        </pc:sldMkLst>
      </pc:sldChg>
      <pc:sldChg chg="del">
        <pc:chgData name="Yetunde Folajimi" userId="3a54126c-7470-4734-afae-d4449bb90691" providerId="ADAL" clId="{5B075180-94D4-4BA5-B5B4-44866F63CCF3}" dt="2021-02-24T01:10:56.075" v="0" actId="47"/>
        <pc:sldMkLst>
          <pc:docMk/>
          <pc:sldMk cId="1265969735" sldId="334"/>
        </pc:sldMkLst>
      </pc:sldChg>
      <pc:sldChg chg="add">
        <pc:chgData name="Yetunde Folajimi" userId="3a54126c-7470-4734-afae-d4449bb90691" providerId="ADAL" clId="{5B075180-94D4-4BA5-B5B4-44866F63CCF3}" dt="2021-02-24T01:10:59.076" v="1"/>
        <pc:sldMkLst>
          <pc:docMk/>
          <pc:sldMk cId="1757668768" sldId="335"/>
        </pc:sldMkLst>
      </pc:sldChg>
      <pc:sldChg chg="del">
        <pc:chgData name="Yetunde Folajimi" userId="3a54126c-7470-4734-afae-d4449bb90691" providerId="ADAL" clId="{5B075180-94D4-4BA5-B5B4-44866F63CCF3}" dt="2021-02-24T01:10:56.075" v="0" actId="47"/>
        <pc:sldMkLst>
          <pc:docMk/>
          <pc:sldMk cId="2032845316" sldId="335"/>
        </pc:sldMkLst>
      </pc:sldChg>
      <pc:sldChg chg="add">
        <pc:chgData name="Yetunde Folajimi" userId="3a54126c-7470-4734-afae-d4449bb90691" providerId="ADAL" clId="{5B075180-94D4-4BA5-B5B4-44866F63CCF3}" dt="2021-02-24T01:10:59.076" v="1"/>
        <pc:sldMkLst>
          <pc:docMk/>
          <pc:sldMk cId="353935644" sldId="336"/>
        </pc:sldMkLst>
      </pc:sldChg>
      <pc:sldChg chg="del">
        <pc:chgData name="Yetunde Folajimi" userId="3a54126c-7470-4734-afae-d4449bb90691" providerId="ADAL" clId="{5B075180-94D4-4BA5-B5B4-44866F63CCF3}" dt="2021-02-24T01:10:56.075" v="0" actId="47"/>
        <pc:sldMkLst>
          <pc:docMk/>
          <pc:sldMk cId="1713885889" sldId="336"/>
        </pc:sldMkLst>
      </pc:sldChg>
      <pc:sldChg chg="addSp delSp modSp add mod">
        <pc:chgData name="Yetunde Folajimi" userId="3a54126c-7470-4734-afae-d4449bb90691" providerId="ADAL" clId="{5B075180-94D4-4BA5-B5B4-44866F63CCF3}" dt="2021-02-24T01:13:54.923" v="45" actId="478"/>
        <pc:sldMkLst>
          <pc:docMk/>
          <pc:sldMk cId="66666518" sldId="337"/>
        </pc:sldMkLst>
      </pc:sldChg>
      <pc:sldChg chg="del">
        <pc:chgData name="Yetunde Folajimi" userId="3a54126c-7470-4734-afae-d4449bb90691" providerId="ADAL" clId="{5B075180-94D4-4BA5-B5B4-44866F63CCF3}" dt="2021-02-24T01:10:56.075" v="0" actId="47"/>
        <pc:sldMkLst>
          <pc:docMk/>
          <pc:sldMk cId="1081979212" sldId="337"/>
        </pc:sldMkLst>
      </pc:sldChg>
      <pc:sldChg chg="modSp add mod">
        <pc:chgData name="Yetunde Folajimi" userId="3a54126c-7470-4734-afae-d4449bb90691" providerId="ADAL" clId="{5B075180-94D4-4BA5-B5B4-44866F63CCF3}" dt="2021-02-24T01:10:59.527" v="12" actId="27636"/>
        <pc:sldMkLst>
          <pc:docMk/>
          <pc:sldMk cId="1625187939" sldId="338"/>
        </pc:sldMkLst>
      </pc:sldChg>
      <pc:sldChg chg="del">
        <pc:chgData name="Yetunde Folajimi" userId="3a54126c-7470-4734-afae-d4449bb90691" providerId="ADAL" clId="{5B075180-94D4-4BA5-B5B4-44866F63CCF3}" dt="2021-02-24T01:10:56.075" v="0" actId="47"/>
        <pc:sldMkLst>
          <pc:docMk/>
          <pc:sldMk cId="2080576935" sldId="338"/>
        </pc:sldMkLst>
      </pc:sldChg>
      <pc:sldChg chg="add">
        <pc:chgData name="Yetunde Folajimi" userId="3a54126c-7470-4734-afae-d4449bb90691" providerId="ADAL" clId="{5B075180-94D4-4BA5-B5B4-44866F63CCF3}" dt="2021-02-24T01:10:59.076" v="1"/>
        <pc:sldMkLst>
          <pc:docMk/>
          <pc:sldMk cId="689184580" sldId="339"/>
        </pc:sldMkLst>
      </pc:sldChg>
      <pc:sldChg chg="del">
        <pc:chgData name="Yetunde Folajimi" userId="3a54126c-7470-4734-afae-d4449bb90691" providerId="ADAL" clId="{5B075180-94D4-4BA5-B5B4-44866F63CCF3}" dt="2021-02-24T01:10:56.075" v="0" actId="47"/>
        <pc:sldMkLst>
          <pc:docMk/>
          <pc:sldMk cId="780322444" sldId="339"/>
        </pc:sldMkLst>
      </pc:sldChg>
      <pc:sldChg chg="del">
        <pc:chgData name="Yetunde Folajimi" userId="3a54126c-7470-4734-afae-d4449bb90691" providerId="ADAL" clId="{5B075180-94D4-4BA5-B5B4-44866F63CCF3}" dt="2021-02-24T01:10:56.075" v="0" actId="47"/>
        <pc:sldMkLst>
          <pc:docMk/>
          <pc:sldMk cId="196684079" sldId="340"/>
        </pc:sldMkLst>
      </pc:sldChg>
      <pc:sldChg chg="add">
        <pc:chgData name="Yetunde Folajimi" userId="3a54126c-7470-4734-afae-d4449bb90691" providerId="ADAL" clId="{5B075180-94D4-4BA5-B5B4-44866F63CCF3}" dt="2021-02-24T01:10:59.076" v="1"/>
        <pc:sldMkLst>
          <pc:docMk/>
          <pc:sldMk cId="1745927789" sldId="340"/>
        </pc:sldMkLst>
      </pc:sldChg>
      <pc:sldChg chg="add">
        <pc:chgData name="Yetunde Folajimi" userId="3a54126c-7470-4734-afae-d4449bb90691" providerId="ADAL" clId="{5B075180-94D4-4BA5-B5B4-44866F63CCF3}" dt="2021-02-24T01:10:59.076" v="1"/>
        <pc:sldMkLst>
          <pc:docMk/>
          <pc:sldMk cId="591797115" sldId="341"/>
        </pc:sldMkLst>
      </pc:sldChg>
      <pc:sldChg chg="del">
        <pc:chgData name="Yetunde Folajimi" userId="3a54126c-7470-4734-afae-d4449bb90691" providerId="ADAL" clId="{5B075180-94D4-4BA5-B5B4-44866F63CCF3}" dt="2021-02-24T01:10:56.075" v="0" actId="47"/>
        <pc:sldMkLst>
          <pc:docMk/>
          <pc:sldMk cId="691983020" sldId="341"/>
        </pc:sldMkLst>
      </pc:sldChg>
      <pc:sldChg chg="modSp add mod">
        <pc:chgData name="Yetunde Folajimi" userId="3a54126c-7470-4734-afae-d4449bb90691" providerId="ADAL" clId="{5B075180-94D4-4BA5-B5B4-44866F63CCF3}" dt="2021-02-24T01:10:59.547" v="13" actId="27636"/>
        <pc:sldMkLst>
          <pc:docMk/>
          <pc:sldMk cId="1337342548" sldId="342"/>
        </pc:sldMkLst>
      </pc:sldChg>
      <pc:sldChg chg="del">
        <pc:chgData name="Yetunde Folajimi" userId="3a54126c-7470-4734-afae-d4449bb90691" providerId="ADAL" clId="{5B075180-94D4-4BA5-B5B4-44866F63CCF3}" dt="2021-02-24T01:10:56.075" v="0" actId="47"/>
        <pc:sldMkLst>
          <pc:docMk/>
          <pc:sldMk cId="1534668635" sldId="342"/>
        </pc:sldMkLst>
      </pc:sldChg>
      <pc:sldChg chg="modSp add mod">
        <pc:chgData name="Yetunde Folajimi" userId="3a54126c-7470-4734-afae-d4449bb90691" providerId="ADAL" clId="{5B075180-94D4-4BA5-B5B4-44866F63CCF3}" dt="2021-02-24T01:10:59.566" v="14" actId="27636"/>
        <pc:sldMkLst>
          <pc:docMk/>
          <pc:sldMk cId="1152354734" sldId="343"/>
        </pc:sldMkLst>
      </pc:sldChg>
      <pc:sldChg chg="del">
        <pc:chgData name="Yetunde Folajimi" userId="3a54126c-7470-4734-afae-d4449bb90691" providerId="ADAL" clId="{5B075180-94D4-4BA5-B5B4-44866F63CCF3}" dt="2021-02-24T01:10:56.075" v="0" actId="47"/>
        <pc:sldMkLst>
          <pc:docMk/>
          <pc:sldMk cId="1897147975" sldId="343"/>
        </pc:sldMkLst>
      </pc:sldChg>
      <pc:sldChg chg="add">
        <pc:chgData name="Yetunde Folajimi" userId="3a54126c-7470-4734-afae-d4449bb90691" providerId="ADAL" clId="{5B075180-94D4-4BA5-B5B4-44866F63CCF3}" dt="2021-02-24T01:10:59.076" v="1"/>
        <pc:sldMkLst>
          <pc:docMk/>
          <pc:sldMk cId="1618485692" sldId="344"/>
        </pc:sldMkLst>
      </pc:sldChg>
      <pc:sldChg chg="del">
        <pc:chgData name="Yetunde Folajimi" userId="3a54126c-7470-4734-afae-d4449bb90691" providerId="ADAL" clId="{5B075180-94D4-4BA5-B5B4-44866F63CCF3}" dt="2021-02-24T01:10:56.075" v="0" actId="47"/>
        <pc:sldMkLst>
          <pc:docMk/>
          <pc:sldMk cId="1676308816" sldId="344"/>
        </pc:sldMkLst>
      </pc:sldChg>
      <pc:sldChg chg="del">
        <pc:chgData name="Yetunde Folajimi" userId="3a54126c-7470-4734-afae-d4449bb90691" providerId="ADAL" clId="{5B075180-94D4-4BA5-B5B4-44866F63CCF3}" dt="2021-02-24T01:10:56.075" v="0" actId="47"/>
        <pc:sldMkLst>
          <pc:docMk/>
          <pc:sldMk cId="884305519" sldId="345"/>
        </pc:sldMkLst>
      </pc:sldChg>
      <pc:sldChg chg="add">
        <pc:chgData name="Yetunde Folajimi" userId="3a54126c-7470-4734-afae-d4449bb90691" providerId="ADAL" clId="{5B075180-94D4-4BA5-B5B4-44866F63CCF3}" dt="2021-02-24T01:10:59.076" v="1"/>
        <pc:sldMkLst>
          <pc:docMk/>
          <pc:sldMk cId="1861152542" sldId="345"/>
        </pc:sldMkLst>
      </pc:sldChg>
      <pc:sldChg chg="add">
        <pc:chgData name="Yetunde Folajimi" userId="3a54126c-7470-4734-afae-d4449bb90691" providerId="ADAL" clId="{5B075180-94D4-4BA5-B5B4-44866F63CCF3}" dt="2021-02-24T01:10:59.076" v="1"/>
        <pc:sldMkLst>
          <pc:docMk/>
          <pc:sldMk cId="143971192" sldId="346"/>
        </pc:sldMkLst>
      </pc:sldChg>
      <pc:sldChg chg="del">
        <pc:chgData name="Yetunde Folajimi" userId="3a54126c-7470-4734-afae-d4449bb90691" providerId="ADAL" clId="{5B075180-94D4-4BA5-B5B4-44866F63CCF3}" dt="2021-02-24T01:10:56.075" v="0" actId="47"/>
        <pc:sldMkLst>
          <pc:docMk/>
          <pc:sldMk cId="1936020593" sldId="346"/>
        </pc:sldMkLst>
      </pc:sldChg>
      <pc:sldChg chg="del">
        <pc:chgData name="Yetunde Folajimi" userId="3a54126c-7470-4734-afae-d4449bb90691" providerId="ADAL" clId="{5B075180-94D4-4BA5-B5B4-44866F63CCF3}" dt="2021-02-24T01:10:56.075" v="0" actId="47"/>
        <pc:sldMkLst>
          <pc:docMk/>
          <pc:sldMk cId="25887207" sldId="347"/>
        </pc:sldMkLst>
      </pc:sldChg>
      <pc:sldChg chg="modSp add mod">
        <pc:chgData name="Yetunde Folajimi" userId="3a54126c-7470-4734-afae-d4449bb90691" providerId="ADAL" clId="{5B075180-94D4-4BA5-B5B4-44866F63CCF3}" dt="2021-02-24T01:10:59.581" v="15" actId="27636"/>
        <pc:sldMkLst>
          <pc:docMk/>
          <pc:sldMk cId="1657237422" sldId="347"/>
        </pc:sldMkLst>
      </pc:sldChg>
      <pc:sldChg chg="add">
        <pc:chgData name="Yetunde Folajimi" userId="3a54126c-7470-4734-afae-d4449bb90691" providerId="ADAL" clId="{5B075180-94D4-4BA5-B5B4-44866F63CCF3}" dt="2021-02-24T01:10:59.076" v="1"/>
        <pc:sldMkLst>
          <pc:docMk/>
          <pc:sldMk cId="326449964" sldId="348"/>
        </pc:sldMkLst>
      </pc:sldChg>
      <pc:sldChg chg="del">
        <pc:chgData name="Yetunde Folajimi" userId="3a54126c-7470-4734-afae-d4449bb90691" providerId="ADAL" clId="{5B075180-94D4-4BA5-B5B4-44866F63CCF3}" dt="2021-02-24T01:10:56.075" v="0" actId="47"/>
        <pc:sldMkLst>
          <pc:docMk/>
          <pc:sldMk cId="1294591355" sldId="348"/>
        </pc:sldMkLst>
      </pc:sldChg>
      <pc:sldChg chg="add">
        <pc:chgData name="Yetunde Folajimi" userId="3a54126c-7470-4734-afae-d4449bb90691" providerId="ADAL" clId="{5B075180-94D4-4BA5-B5B4-44866F63CCF3}" dt="2021-02-24T01:10:59.076" v="1"/>
        <pc:sldMkLst>
          <pc:docMk/>
          <pc:sldMk cId="1971310510" sldId="349"/>
        </pc:sldMkLst>
      </pc:sldChg>
      <pc:sldChg chg="del">
        <pc:chgData name="Yetunde Folajimi" userId="3a54126c-7470-4734-afae-d4449bb90691" providerId="ADAL" clId="{5B075180-94D4-4BA5-B5B4-44866F63CCF3}" dt="2021-02-24T01:10:56.075" v="0" actId="47"/>
        <pc:sldMkLst>
          <pc:docMk/>
          <pc:sldMk cId="2040075728" sldId="349"/>
        </pc:sldMkLst>
      </pc:sldChg>
      <pc:sldChg chg="modSp add mod">
        <pc:chgData name="Yetunde Folajimi" userId="3a54126c-7470-4734-afae-d4449bb90691" providerId="ADAL" clId="{5B075180-94D4-4BA5-B5B4-44866F63CCF3}" dt="2021-02-24T01:10:59.601" v="16" actId="27636"/>
        <pc:sldMkLst>
          <pc:docMk/>
          <pc:sldMk cId="438035654" sldId="350"/>
        </pc:sldMkLst>
      </pc:sldChg>
      <pc:sldChg chg="del">
        <pc:chgData name="Yetunde Folajimi" userId="3a54126c-7470-4734-afae-d4449bb90691" providerId="ADAL" clId="{5B075180-94D4-4BA5-B5B4-44866F63CCF3}" dt="2021-02-24T01:10:56.075" v="0" actId="47"/>
        <pc:sldMkLst>
          <pc:docMk/>
          <pc:sldMk cId="828852494" sldId="350"/>
        </pc:sldMkLst>
      </pc:sldChg>
      <pc:sldChg chg="add">
        <pc:chgData name="Yetunde Folajimi" userId="3a54126c-7470-4734-afae-d4449bb90691" providerId="ADAL" clId="{5B075180-94D4-4BA5-B5B4-44866F63CCF3}" dt="2021-02-24T01:10:59.076" v="1"/>
        <pc:sldMkLst>
          <pc:docMk/>
          <pc:sldMk cId="553800899" sldId="351"/>
        </pc:sldMkLst>
      </pc:sldChg>
      <pc:sldChg chg="del">
        <pc:chgData name="Yetunde Folajimi" userId="3a54126c-7470-4734-afae-d4449bb90691" providerId="ADAL" clId="{5B075180-94D4-4BA5-B5B4-44866F63CCF3}" dt="2021-02-24T01:10:56.075" v="0" actId="47"/>
        <pc:sldMkLst>
          <pc:docMk/>
          <pc:sldMk cId="1944932216" sldId="351"/>
        </pc:sldMkLst>
      </pc:sldChg>
      <pc:sldChg chg="add">
        <pc:chgData name="Yetunde Folajimi" userId="3a54126c-7470-4734-afae-d4449bb90691" providerId="ADAL" clId="{5B075180-94D4-4BA5-B5B4-44866F63CCF3}" dt="2021-02-24T01:10:59.076" v="1"/>
        <pc:sldMkLst>
          <pc:docMk/>
          <pc:sldMk cId="171820773" sldId="352"/>
        </pc:sldMkLst>
      </pc:sldChg>
      <pc:sldChg chg="del">
        <pc:chgData name="Yetunde Folajimi" userId="3a54126c-7470-4734-afae-d4449bb90691" providerId="ADAL" clId="{5B075180-94D4-4BA5-B5B4-44866F63CCF3}" dt="2021-02-24T01:10:56.075" v="0" actId="47"/>
        <pc:sldMkLst>
          <pc:docMk/>
          <pc:sldMk cId="1627163325" sldId="352"/>
        </pc:sldMkLst>
      </pc:sldChg>
      <pc:sldChg chg="del">
        <pc:chgData name="Yetunde Folajimi" userId="3a54126c-7470-4734-afae-d4449bb90691" providerId="ADAL" clId="{5B075180-94D4-4BA5-B5B4-44866F63CCF3}" dt="2021-02-24T01:10:56.075" v="0" actId="47"/>
        <pc:sldMkLst>
          <pc:docMk/>
          <pc:sldMk cId="1677242377" sldId="353"/>
        </pc:sldMkLst>
      </pc:sldChg>
      <pc:sldChg chg="add">
        <pc:chgData name="Yetunde Folajimi" userId="3a54126c-7470-4734-afae-d4449bb90691" providerId="ADAL" clId="{5B075180-94D4-4BA5-B5B4-44866F63CCF3}" dt="2021-02-24T01:10:59.076" v="1"/>
        <pc:sldMkLst>
          <pc:docMk/>
          <pc:sldMk cId="1956352621" sldId="353"/>
        </pc:sldMkLst>
      </pc:sldChg>
      <pc:sldChg chg="del">
        <pc:chgData name="Yetunde Folajimi" userId="3a54126c-7470-4734-afae-d4449bb90691" providerId="ADAL" clId="{5B075180-94D4-4BA5-B5B4-44866F63CCF3}" dt="2021-02-24T01:10:56.075" v="0" actId="47"/>
        <pc:sldMkLst>
          <pc:docMk/>
          <pc:sldMk cId="1542279717" sldId="354"/>
        </pc:sldMkLst>
      </pc:sldChg>
      <pc:sldChg chg="del">
        <pc:chgData name="Yetunde Folajimi" userId="3a54126c-7470-4734-afae-d4449bb90691" providerId="ADAL" clId="{5B075180-94D4-4BA5-B5B4-44866F63CCF3}" dt="2021-02-24T01:10:56.075" v="0" actId="47"/>
        <pc:sldMkLst>
          <pc:docMk/>
          <pc:sldMk cId="967584329" sldId="355"/>
        </pc:sldMkLst>
      </pc:sldChg>
      <pc:sldChg chg="del">
        <pc:chgData name="Yetunde Folajimi" userId="3a54126c-7470-4734-afae-d4449bb90691" providerId="ADAL" clId="{5B075180-94D4-4BA5-B5B4-44866F63CCF3}" dt="2021-02-24T01:10:56.075" v="0" actId="47"/>
        <pc:sldMkLst>
          <pc:docMk/>
          <pc:sldMk cId="1443642419" sldId="356"/>
        </pc:sldMkLst>
      </pc:sldChg>
      <pc:sldChg chg="modSp mod">
        <pc:chgData name="Yetunde Folajimi" userId="3a54126c-7470-4734-afae-d4449bb90691" providerId="ADAL" clId="{5B075180-94D4-4BA5-B5B4-44866F63CCF3}" dt="2021-02-24T01:14:01.472" v="52" actId="6549"/>
        <pc:sldMkLst>
          <pc:docMk/>
          <pc:sldMk cId="1617373202" sldId="392"/>
        </pc:sldMkLst>
      </pc:sldChg>
      <pc:sldChg chg="del">
        <pc:chgData name="Yetunde Folajimi" userId="3a54126c-7470-4734-afae-d4449bb90691" providerId="ADAL" clId="{5B075180-94D4-4BA5-B5B4-44866F63CCF3}" dt="2021-02-24T01:11:06.563" v="18" actId="47"/>
        <pc:sldMkLst>
          <pc:docMk/>
          <pc:sldMk cId="620802677" sldId="394"/>
        </pc:sldMkLst>
      </pc:sldChg>
      <pc:sldChg chg="del">
        <pc:chgData name="Yetunde Folajimi" userId="3a54126c-7470-4734-afae-d4449bb90691" providerId="ADAL" clId="{5B075180-94D4-4BA5-B5B4-44866F63CCF3}" dt="2021-02-24T01:11:08.926" v="19" actId="47"/>
        <pc:sldMkLst>
          <pc:docMk/>
          <pc:sldMk cId="12748456" sldId="395"/>
        </pc:sldMkLst>
      </pc:sldChg>
      <pc:sldChg chg="del">
        <pc:chgData name="Yetunde Folajimi" userId="3a54126c-7470-4734-afae-d4449bb90691" providerId="ADAL" clId="{5B075180-94D4-4BA5-B5B4-44866F63CCF3}" dt="2021-02-24T01:11:03.700" v="17" actId="47"/>
        <pc:sldMkLst>
          <pc:docMk/>
          <pc:sldMk cId="1182705387" sldId="405"/>
        </pc:sldMkLst>
      </pc:sldChg>
      <pc:sldChg chg="del">
        <pc:chgData name="Yetunde Folajimi" userId="3a54126c-7470-4734-afae-d4449bb90691" providerId="ADAL" clId="{5B075180-94D4-4BA5-B5B4-44866F63CCF3}" dt="2021-02-24T01:10:56.075" v="0" actId="47"/>
        <pc:sldMkLst>
          <pc:docMk/>
          <pc:sldMk cId="2811198902" sldId="406"/>
        </pc:sldMkLst>
      </pc:sldChg>
      <pc:sldMasterChg chg="delSldLayout">
        <pc:chgData name="Yetunde Folajimi" userId="3a54126c-7470-4734-afae-d4449bb90691" providerId="ADAL" clId="{5B075180-94D4-4BA5-B5B4-44866F63CCF3}" dt="2021-02-24T01:11:06.563" v="18" actId="47"/>
        <pc:sldMasterMkLst>
          <pc:docMk/>
          <pc:sldMasterMk cId="0" sldId="2147483648"/>
        </pc:sldMasterMkLst>
        <pc:sldLayoutChg chg="del">
          <pc:chgData name="Yetunde Folajimi" userId="3a54126c-7470-4734-afae-d4449bb90691" providerId="ADAL" clId="{5B075180-94D4-4BA5-B5B4-44866F63CCF3}" dt="2021-02-24T01:11:03.700" v="17" actId="47"/>
          <pc:sldLayoutMkLst>
            <pc:docMk/>
            <pc:sldMasterMk cId="0" sldId="2147483648"/>
            <pc:sldLayoutMk cId="4238534332" sldId="2147483654"/>
          </pc:sldLayoutMkLst>
        </pc:sldLayoutChg>
        <pc:sldLayoutChg chg="del">
          <pc:chgData name="Yetunde Folajimi" userId="3a54126c-7470-4734-afae-d4449bb90691" providerId="ADAL" clId="{5B075180-94D4-4BA5-B5B4-44866F63CCF3}" dt="2021-02-24T01:11:06.563" v="18" actId="47"/>
          <pc:sldLayoutMkLst>
            <pc:docMk/>
            <pc:sldMasterMk cId="0" sldId="2147483648"/>
            <pc:sldLayoutMk cId="12376291" sldId="2147483655"/>
          </pc:sldLayoutMkLst>
        </pc:sldLayoutChg>
        <pc:sldLayoutChg chg="del">
          <pc:chgData name="Yetunde Folajimi" userId="3a54126c-7470-4734-afae-d4449bb90691" providerId="ADAL" clId="{5B075180-94D4-4BA5-B5B4-44866F63CCF3}" dt="2021-02-24T01:10:56.075" v="0" actId="47"/>
          <pc:sldLayoutMkLst>
            <pc:docMk/>
            <pc:sldMasterMk cId="0" sldId="2147483648"/>
            <pc:sldLayoutMk cId="2736190051" sldId="2147483657"/>
          </pc:sldLayoutMkLst>
        </pc:sldLayoutChg>
        <pc:sldLayoutChg chg="del">
          <pc:chgData name="Yetunde Folajimi" userId="3a54126c-7470-4734-afae-d4449bb90691" providerId="ADAL" clId="{5B075180-94D4-4BA5-B5B4-44866F63CCF3}" dt="2021-02-24T01:10:56.075" v="0" actId="47"/>
          <pc:sldLayoutMkLst>
            <pc:docMk/>
            <pc:sldMasterMk cId="0" sldId="2147483648"/>
            <pc:sldLayoutMk cId="2449767017" sldId="2147483658"/>
          </pc:sldLayoutMkLst>
        </pc:sldLayoutChg>
        <pc:sldLayoutChg chg="del">
          <pc:chgData name="Yetunde Folajimi" userId="3a54126c-7470-4734-afae-d4449bb90691" providerId="ADAL" clId="{5B075180-94D4-4BA5-B5B4-44866F63CCF3}" dt="2021-02-24T01:10:56.075" v="0" actId="47"/>
          <pc:sldLayoutMkLst>
            <pc:docMk/>
            <pc:sldMasterMk cId="0" sldId="2147483648"/>
            <pc:sldLayoutMk cId="1946256489" sldId="2147483659"/>
          </pc:sldLayoutMkLst>
        </pc:sldLayoutChg>
        <pc:sldLayoutChg chg="del">
          <pc:chgData name="Yetunde Folajimi" userId="3a54126c-7470-4734-afae-d4449bb90691" providerId="ADAL" clId="{5B075180-94D4-4BA5-B5B4-44866F63CCF3}" dt="2021-02-24T01:10:56.075" v="0" actId="47"/>
          <pc:sldLayoutMkLst>
            <pc:docMk/>
            <pc:sldMasterMk cId="0" sldId="2147483648"/>
            <pc:sldLayoutMk cId="1289453066" sldId="2147483660"/>
          </pc:sldLayoutMkLst>
        </pc:sldLayoutChg>
        <pc:sldLayoutChg chg="del">
          <pc:chgData name="Yetunde Folajimi" userId="3a54126c-7470-4734-afae-d4449bb90691" providerId="ADAL" clId="{5B075180-94D4-4BA5-B5B4-44866F63CCF3}" dt="2021-02-24T01:10:56.075" v="0" actId="47"/>
          <pc:sldLayoutMkLst>
            <pc:docMk/>
            <pc:sldMasterMk cId="0" sldId="2147483648"/>
            <pc:sldLayoutMk cId="844437114" sldId="2147483661"/>
          </pc:sldLayoutMkLst>
        </pc:sldLayoutChg>
        <pc:sldLayoutChg chg="del">
          <pc:chgData name="Yetunde Folajimi" userId="3a54126c-7470-4734-afae-d4449bb90691" providerId="ADAL" clId="{5B075180-94D4-4BA5-B5B4-44866F63CCF3}" dt="2021-02-24T01:10:56.075" v="0" actId="47"/>
          <pc:sldLayoutMkLst>
            <pc:docMk/>
            <pc:sldMasterMk cId="0" sldId="2147483648"/>
            <pc:sldLayoutMk cId="25583721" sldId="2147483662"/>
          </pc:sldLayoutMkLst>
        </pc:sldLayoutChg>
        <pc:sldLayoutChg chg="del">
          <pc:chgData name="Yetunde Folajimi" userId="3a54126c-7470-4734-afae-d4449bb90691" providerId="ADAL" clId="{5B075180-94D4-4BA5-B5B4-44866F63CCF3}" dt="2021-02-24T01:10:56.075" v="0" actId="47"/>
          <pc:sldLayoutMkLst>
            <pc:docMk/>
            <pc:sldMasterMk cId="0" sldId="2147483648"/>
            <pc:sldLayoutMk cId="2039565815" sldId="2147483663"/>
          </pc:sldLayoutMkLst>
        </pc:sldLayoutChg>
        <pc:sldLayoutChg chg="del">
          <pc:chgData name="Yetunde Folajimi" userId="3a54126c-7470-4734-afae-d4449bb90691" providerId="ADAL" clId="{5B075180-94D4-4BA5-B5B4-44866F63CCF3}" dt="2021-02-24T01:10:56.075" v="0" actId="47"/>
          <pc:sldLayoutMkLst>
            <pc:docMk/>
            <pc:sldMasterMk cId="0" sldId="2147483648"/>
            <pc:sldLayoutMk cId="3706059917" sldId="2147483664"/>
          </pc:sldLayoutMkLst>
        </pc:sldLayoutChg>
        <pc:sldLayoutChg chg="del">
          <pc:chgData name="Yetunde Folajimi" userId="3a54126c-7470-4734-afae-d4449bb90691" providerId="ADAL" clId="{5B075180-94D4-4BA5-B5B4-44866F63CCF3}" dt="2021-02-24T01:10:56.075" v="0" actId="47"/>
          <pc:sldLayoutMkLst>
            <pc:docMk/>
            <pc:sldMasterMk cId="0" sldId="2147483648"/>
            <pc:sldLayoutMk cId="883776376" sldId="2147483665"/>
          </pc:sldLayoutMkLst>
        </pc:sldLayoutChg>
        <pc:sldLayoutChg chg="del">
          <pc:chgData name="Yetunde Folajimi" userId="3a54126c-7470-4734-afae-d4449bb90691" providerId="ADAL" clId="{5B075180-94D4-4BA5-B5B4-44866F63CCF3}" dt="2021-02-24T01:10:56.075" v="0" actId="47"/>
          <pc:sldLayoutMkLst>
            <pc:docMk/>
            <pc:sldMasterMk cId="0" sldId="2147483648"/>
            <pc:sldLayoutMk cId="580797211" sldId="2147483666"/>
          </pc:sldLayoutMkLst>
        </pc:sldLayoutChg>
        <pc:sldLayoutChg chg="del">
          <pc:chgData name="Yetunde Folajimi" userId="3a54126c-7470-4734-afae-d4449bb90691" providerId="ADAL" clId="{5B075180-94D4-4BA5-B5B4-44866F63CCF3}" dt="2021-02-24T01:10:56.075" v="0" actId="47"/>
          <pc:sldLayoutMkLst>
            <pc:docMk/>
            <pc:sldMasterMk cId="0" sldId="2147483648"/>
            <pc:sldLayoutMk cId="3550861152" sldId="2147483667"/>
          </pc:sldLayoutMkLst>
        </pc:sldLayoutChg>
        <pc:sldLayoutChg chg="del">
          <pc:chgData name="Yetunde Folajimi" userId="3a54126c-7470-4734-afae-d4449bb90691" providerId="ADAL" clId="{5B075180-94D4-4BA5-B5B4-44866F63CCF3}" dt="2021-02-24T01:10:56.075" v="0" actId="47"/>
          <pc:sldLayoutMkLst>
            <pc:docMk/>
            <pc:sldMasterMk cId="0" sldId="2147483648"/>
            <pc:sldLayoutMk cId="2914927877" sldId="2147483668"/>
          </pc:sldLayoutMkLst>
        </pc:sldLayoutChg>
        <pc:sldLayoutChg chg="del">
          <pc:chgData name="Yetunde Folajimi" userId="3a54126c-7470-4734-afae-d4449bb90691" providerId="ADAL" clId="{5B075180-94D4-4BA5-B5B4-44866F63CCF3}" dt="2021-02-24T01:10:56.075" v="0" actId="47"/>
          <pc:sldLayoutMkLst>
            <pc:docMk/>
            <pc:sldMasterMk cId="0" sldId="2147483648"/>
            <pc:sldLayoutMk cId="330590436" sldId="2147483669"/>
          </pc:sldLayoutMkLst>
        </pc:sldLayoutChg>
        <pc:sldLayoutChg chg="del">
          <pc:chgData name="Yetunde Folajimi" userId="3a54126c-7470-4734-afae-d4449bb90691" providerId="ADAL" clId="{5B075180-94D4-4BA5-B5B4-44866F63CCF3}" dt="2021-02-24T01:10:56.075" v="0" actId="47"/>
          <pc:sldLayoutMkLst>
            <pc:docMk/>
            <pc:sldMasterMk cId="0" sldId="2147483648"/>
            <pc:sldLayoutMk cId="436697630" sldId="2147483670"/>
          </pc:sldLayoutMkLst>
        </pc:sldLayoutChg>
        <pc:sldLayoutChg chg="del">
          <pc:chgData name="Yetunde Folajimi" userId="3a54126c-7470-4734-afae-d4449bb90691" providerId="ADAL" clId="{5B075180-94D4-4BA5-B5B4-44866F63CCF3}" dt="2021-02-24T01:10:56.075" v="0" actId="47"/>
          <pc:sldLayoutMkLst>
            <pc:docMk/>
            <pc:sldMasterMk cId="0" sldId="2147483648"/>
            <pc:sldLayoutMk cId="2563163889" sldId="2147483671"/>
          </pc:sldLayoutMkLst>
        </pc:sldLayoutChg>
        <pc:sldLayoutChg chg="del">
          <pc:chgData name="Yetunde Folajimi" userId="3a54126c-7470-4734-afae-d4449bb90691" providerId="ADAL" clId="{5B075180-94D4-4BA5-B5B4-44866F63CCF3}" dt="2021-02-24T01:10:56.075" v="0" actId="47"/>
          <pc:sldLayoutMkLst>
            <pc:docMk/>
            <pc:sldMasterMk cId="0" sldId="2147483648"/>
            <pc:sldLayoutMk cId="3975525658" sldId="2147483672"/>
          </pc:sldLayoutMkLst>
        </pc:sldLayoutChg>
        <pc:sldLayoutChg chg="del">
          <pc:chgData name="Yetunde Folajimi" userId="3a54126c-7470-4734-afae-d4449bb90691" providerId="ADAL" clId="{5B075180-94D4-4BA5-B5B4-44866F63CCF3}" dt="2021-02-24T01:10:56.075" v="0" actId="47"/>
          <pc:sldLayoutMkLst>
            <pc:docMk/>
            <pc:sldMasterMk cId="0" sldId="2147483648"/>
            <pc:sldLayoutMk cId="591895833" sldId="2147483673"/>
          </pc:sldLayoutMkLst>
        </pc:sldLayoutChg>
        <pc:sldLayoutChg chg="del">
          <pc:chgData name="Yetunde Folajimi" userId="3a54126c-7470-4734-afae-d4449bb90691" providerId="ADAL" clId="{5B075180-94D4-4BA5-B5B4-44866F63CCF3}" dt="2021-02-24T01:10:56.075" v="0" actId="47"/>
          <pc:sldLayoutMkLst>
            <pc:docMk/>
            <pc:sldMasterMk cId="0" sldId="2147483648"/>
            <pc:sldLayoutMk cId="2555359306" sldId="2147483674"/>
          </pc:sldLayoutMkLst>
        </pc:sldLayoutChg>
        <pc:sldLayoutChg chg="del">
          <pc:chgData name="Yetunde Folajimi" userId="3a54126c-7470-4734-afae-d4449bb90691" providerId="ADAL" clId="{5B075180-94D4-4BA5-B5B4-44866F63CCF3}" dt="2021-02-24T01:10:56.075" v="0" actId="47"/>
          <pc:sldLayoutMkLst>
            <pc:docMk/>
            <pc:sldMasterMk cId="0" sldId="2147483648"/>
            <pc:sldLayoutMk cId="777982277" sldId="2147483675"/>
          </pc:sldLayoutMkLst>
        </pc:sldLayoutChg>
        <pc:sldLayoutChg chg="del">
          <pc:chgData name="Yetunde Folajimi" userId="3a54126c-7470-4734-afae-d4449bb90691" providerId="ADAL" clId="{5B075180-94D4-4BA5-B5B4-44866F63CCF3}" dt="2021-02-24T01:10:56.075" v="0" actId="47"/>
          <pc:sldLayoutMkLst>
            <pc:docMk/>
            <pc:sldMasterMk cId="0" sldId="2147483648"/>
            <pc:sldLayoutMk cId="1817723729" sldId="2147483676"/>
          </pc:sldLayoutMkLst>
        </pc:sldLayoutChg>
        <pc:sldLayoutChg chg="del">
          <pc:chgData name="Yetunde Folajimi" userId="3a54126c-7470-4734-afae-d4449bb90691" providerId="ADAL" clId="{5B075180-94D4-4BA5-B5B4-44866F63CCF3}" dt="2021-02-24T01:10:56.075" v="0" actId="47"/>
          <pc:sldLayoutMkLst>
            <pc:docMk/>
            <pc:sldMasterMk cId="0" sldId="2147483648"/>
            <pc:sldLayoutMk cId="3630147890" sldId="2147483677"/>
          </pc:sldLayoutMkLst>
        </pc:sldLayoutChg>
        <pc:sldLayoutChg chg="del">
          <pc:chgData name="Yetunde Folajimi" userId="3a54126c-7470-4734-afae-d4449bb90691" providerId="ADAL" clId="{5B075180-94D4-4BA5-B5B4-44866F63CCF3}" dt="2021-02-24T01:10:56.075" v="0" actId="47"/>
          <pc:sldLayoutMkLst>
            <pc:docMk/>
            <pc:sldMasterMk cId="0" sldId="2147483648"/>
            <pc:sldLayoutMk cId="94872892" sldId="2147483678"/>
          </pc:sldLayoutMkLst>
        </pc:sldLayoutChg>
        <pc:sldLayoutChg chg="del">
          <pc:chgData name="Yetunde Folajimi" userId="3a54126c-7470-4734-afae-d4449bb90691" providerId="ADAL" clId="{5B075180-94D4-4BA5-B5B4-44866F63CCF3}" dt="2021-02-24T01:10:56.075" v="0" actId="47"/>
          <pc:sldLayoutMkLst>
            <pc:docMk/>
            <pc:sldMasterMk cId="0" sldId="2147483648"/>
            <pc:sldLayoutMk cId="1122034198" sldId="2147483679"/>
          </pc:sldLayoutMkLst>
        </pc:sldLayoutChg>
        <pc:sldLayoutChg chg="del">
          <pc:chgData name="Yetunde Folajimi" userId="3a54126c-7470-4734-afae-d4449bb90691" providerId="ADAL" clId="{5B075180-94D4-4BA5-B5B4-44866F63CCF3}" dt="2021-02-24T01:10:56.075" v="0" actId="47"/>
          <pc:sldLayoutMkLst>
            <pc:docMk/>
            <pc:sldMasterMk cId="0" sldId="2147483648"/>
            <pc:sldLayoutMk cId="2605738667" sldId="2147483680"/>
          </pc:sldLayoutMkLst>
        </pc:sldLayoutChg>
        <pc:sldLayoutChg chg="del">
          <pc:chgData name="Yetunde Folajimi" userId="3a54126c-7470-4734-afae-d4449bb90691" providerId="ADAL" clId="{5B075180-94D4-4BA5-B5B4-44866F63CCF3}" dt="2021-02-24T01:10:56.075" v="0" actId="47"/>
          <pc:sldLayoutMkLst>
            <pc:docMk/>
            <pc:sldMasterMk cId="0" sldId="2147483648"/>
            <pc:sldLayoutMk cId="4045959700" sldId="2147483681"/>
          </pc:sldLayoutMkLst>
        </pc:sldLayoutChg>
        <pc:sldLayoutChg chg="del">
          <pc:chgData name="Yetunde Folajimi" userId="3a54126c-7470-4734-afae-d4449bb90691" providerId="ADAL" clId="{5B075180-94D4-4BA5-B5B4-44866F63CCF3}" dt="2021-02-24T01:10:56.075" v="0" actId="47"/>
          <pc:sldLayoutMkLst>
            <pc:docMk/>
            <pc:sldMasterMk cId="0" sldId="2147483648"/>
            <pc:sldLayoutMk cId="1721155299" sldId="2147483682"/>
          </pc:sldLayoutMkLst>
        </pc:sldLayoutChg>
        <pc:sldLayoutChg chg="del">
          <pc:chgData name="Yetunde Folajimi" userId="3a54126c-7470-4734-afae-d4449bb90691" providerId="ADAL" clId="{5B075180-94D4-4BA5-B5B4-44866F63CCF3}" dt="2021-02-24T01:10:56.075" v="0" actId="47"/>
          <pc:sldLayoutMkLst>
            <pc:docMk/>
            <pc:sldMasterMk cId="0" sldId="2147483648"/>
            <pc:sldLayoutMk cId="313875147" sldId="2147483683"/>
          </pc:sldLayoutMkLst>
        </pc:sldLayoutChg>
        <pc:sldLayoutChg chg="del">
          <pc:chgData name="Yetunde Folajimi" userId="3a54126c-7470-4734-afae-d4449bb90691" providerId="ADAL" clId="{5B075180-94D4-4BA5-B5B4-44866F63CCF3}" dt="2021-02-24T01:10:56.075" v="0" actId="47"/>
          <pc:sldLayoutMkLst>
            <pc:docMk/>
            <pc:sldMasterMk cId="0" sldId="2147483648"/>
            <pc:sldLayoutMk cId="1382187454" sldId="2147483684"/>
          </pc:sldLayoutMkLst>
        </pc:sldLayoutChg>
        <pc:sldLayoutChg chg="del">
          <pc:chgData name="Yetunde Folajimi" userId="3a54126c-7470-4734-afae-d4449bb90691" providerId="ADAL" clId="{5B075180-94D4-4BA5-B5B4-44866F63CCF3}" dt="2021-02-24T01:10:56.075" v="0" actId="47"/>
          <pc:sldLayoutMkLst>
            <pc:docMk/>
            <pc:sldMasterMk cId="0" sldId="2147483648"/>
            <pc:sldLayoutMk cId="736777600" sldId="2147483685"/>
          </pc:sldLayoutMkLst>
        </pc:sldLayoutChg>
        <pc:sldLayoutChg chg="del">
          <pc:chgData name="Yetunde Folajimi" userId="3a54126c-7470-4734-afae-d4449bb90691" providerId="ADAL" clId="{5B075180-94D4-4BA5-B5B4-44866F63CCF3}" dt="2021-02-24T01:10:56.075" v="0" actId="47"/>
          <pc:sldLayoutMkLst>
            <pc:docMk/>
            <pc:sldMasterMk cId="0" sldId="2147483648"/>
            <pc:sldLayoutMk cId="1137879045" sldId="2147483686"/>
          </pc:sldLayoutMkLst>
        </pc:sldLayoutChg>
        <pc:sldLayoutChg chg="del">
          <pc:chgData name="Yetunde Folajimi" userId="3a54126c-7470-4734-afae-d4449bb90691" providerId="ADAL" clId="{5B075180-94D4-4BA5-B5B4-44866F63CCF3}" dt="2021-02-24T01:10:56.075" v="0" actId="47"/>
          <pc:sldLayoutMkLst>
            <pc:docMk/>
            <pc:sldMasterMk cId="0" sldId="2147483648"/>
            <pc:sldLayoutMk cId="971224445" sldId="2147483687"/>
          </pc:sldLayoutMkLst>
        </pc:sldLayoutChg>
        <pc:sldLayoutChg chg="del">
          <pc:chgData name="Yetunde Folajimi" userId="3a54126c-7470-4734-afae-d4449bb90691" providerId="ADAL" clId="{5B075180-94D4-4BA5-B5B4-44866F63CCF3}" dt="2021-02-24T01:10:56.075" v="0" actId="47"/>
          <pc:sldLayoutMkLst>
            <pc:docMk/>
            <pc:sldMasterMk cId="0" sldId="2147483648"/>
            <pc:sldLayoutMk cId="4218188349" sldId="2147483688"/>
          </pc:sldLayoutMkLst>
        </pc:sldLayoutChg>
        <pc:sldLayoutChg chg="del">
          <pc:chgData name="Yetunde Folajimi" userId="3a54126c-7470-4734-afae-d4449bb90691" providerId="ADAL" clId="{5B075180-94D4-4BA5-B5B4-44866F63CCF3}" dt="2021-02-24T01:10:56.075" v="0" actId="47"/>
          <pc:sldLayoutMkLst>
            <pc:docMk/>
            <pc:sldMasterMk cId="0" sldId="2147483648"/>
            <pc:sldLayoutMk cId="4262916297" sldId="2147483689"/>
          </pc:sldLayoutMkLst>
        </pc:sldLayoutChg>
      </pc:sldMasterChg>
    </pc:docChg>
  </pc:docChgLst>
  <pc:docChgLst>
    <pc:chgData name="Folajimi, Yetunde" userId="3a54126c-7470-4734-afae-d4449bb90691" providerId="ADAL" clId="{20C92EBD-2D36-42BA-95AC-BEC0F2D1F2B2}"/>
    <pc:docChg chg="modSld">
      <pc:chgData name="Folajimi, Yetunde" userId="3a54126c-7470-4734-afae-d4449bb90691" providerId="ADAL" clId="{20C92EBD-2D36-42BA-95AC-BEC0F2D1F2B2}" dt="2022-03-14T12:08:28.458" v="2"/>
      <pc:docMkLst>
        <pc:docMk/>
      </pc:docMkLst>
      <pc:sldChg chg="modNotesTx">
        <pc:chgData name="Folajimi, Yetunde" userId="3a54126c-7470-4734-afae-d4449bb90691" providerId="ADAL" clId="{20C92EBD-2D36-42BA-95AC-BEC0F2D1F2B2}" dt="2022-03-04T13:48:08.038" v="0"/>
        <pc:sldMkLst>
          <pc:docMk/>
          <pc:sldMk cId="254155754" sldId="321"/>
        </pc:sldMkLst>
      </pc:sldChg>
      <pc:sldChg chg="modNotesTx">
        <pc:chgData name="Folajimi, Yetunde" userId="3a54126c-7470-4734-afae-d4449bb90691" providerId="ADAL" clId="{20C92EBD-2D36-42BA-95AC-BEC0F2D1F2B2}" dt="2022-03-14T12:08:10.483" v="1"/>
        <pc:sldMkLst>
          <pc:docMk/>
          <pc:sldMk cId="835138362" sldId="324"/>
        </pc:sldMkLst>
      </pc:sldChg>
      <pc:sldChg chg="modNotesTx">
        <pc:chgData name="Folajimi, Yetunde" userId="3a54126c-7470-4734-afae-d4449bb90691" providerId="ADAL" clId="{20C92EBD-2D36-42BA-95AC-BEC0F2D1F2B2}" dt="2022-03-14T12:08:28.458" v="2"/>
        <pc:sldMkLst>
          <pc:docMk/>
          <pc:sldMk cId="1999279094" sldId="326"/>
        </pc:sldMkLst>
      </pc:sldChg>
    </pc:docChg>
  </pc:docChgLst>
  <pc:docChgLst>
    <pc:chgData name="Folajimi, Yetunde" userId="3a54126c-7470-4734-afae-d4449bb90691" providerId="ADAL" clId="{793BDA4B-44CE-4264-878C-E719524A9568}"/>
    <pc:docChg chg="modSld">
      <pc:chgData name="Folajimi, Yetunde" userId="3a54126c-7470-4734-afae-d4449bb90691" providerId="ADAL" clId="{793BDA4B-44CE-4264-878C-E719524A9568}" dt="2025-10-16T13:13:46.140" v="0" actId="20577"/>
      <pc:docMkLst>
        <pc:docMk/>
      </pc:docMkLst>
      <pc:sldChg chg="modNotesTx">
        <pc:chgData name="Folajimi, Yetunde" userId="3a54126c-7470-4734-afae-d4449bb90691" providerId="ADAL" clId="{793BDA4B-44CE-4264-878C-E719524A9568}" dt="2025-10-16T13:13:46.140" v="0" actId="20577"/>
        <pc:sldMkLst>
          <pc:docMk/>
          <pc:sldMk cId="1466464037" sldId="33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4999001-6FB9-451D-BC92-54FE6D24A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F4E11D-4A75-4AFA-8F8F-D59A698F969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6DB8E5-2024-41CF-BD11-EC857590B0F8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24C8F7-AE85-43CA-A356-0B72EE4FD3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B7EBF5-74BE-48DD-9EBA-AEC71887E75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A22A9C-E20E-479E-B913-3AB3798D33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8261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587500" y="1006475"/>
            <a:ext cx="4594225" cy="3444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2050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1185863" y="4787900"/>
            <a:ext cx="5405437" cy="3824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4034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lang="en-US" dirty="0"/>
              <a:t>WIT COMP1050 Computer Science II Course Material by Wentworth</a:t>
            </a:r>
            <a:r>
              <a:rPr lang="en-US" baseline="0" dirty="0"/>
              <a:t> Institute of Technology</a:t>
            </a:r>
            <a:r>
              <a:rPr lang="en-US" dirty="0"/>
              <a:t> (http://www.wit.edu/computer-science) is licensed under a Creative Commons Attribution-</a:t>
            </a:r>
            <a:r>
              <a:rPr lang="en-US" dirty="0" err="1"/>
              <a:t>NonCommercial</a:t>
            </a:r>
            <a:r>
              <a:rPr lang="en-US" dirty="0"/>
              <a:t> 4.0 International License (http://creativecommons.org/licenses/by-nc/4.0/).</a:t>
            </a:r>
            <a:r>
              <a:rPr lang="en-US" sz="1200" b="0" i="0" kern="1200" dirty="0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3018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false true</a:t>
            </a:r>
          </a:p>
          <a:p>
            <a:pPr marL="0" indent="0"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true 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true</a:t>
            </a:r>
            <a:endParaRPr lang="en-US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false true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19764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Welcome</a:t>
            </a:r>
          </a:p>
          <a:p>
            <a:pPr marL="0" indent="0"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Welcome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3658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WElcomE</a:t>
            </a:r>
            <a:endParaRPr lang="en-US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WEElcome</a:t>
            </a:r>
            <a:endParaRPr lang="en-US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WEElcomEE</a:t>
            </a:r>
            <a:endParaRPr lang="en-US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WEEcome</a:t>
            </a:r>
            <a:endParaRPr lang="en-US" b="1" dirty="0">
              <a:latin typeface="Consolas" charset="0"/>
              <a:ea typeface="Consolas" charset="0"/>
              <a:cs typeface="Consolas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3461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4996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649" y="1951038"/>
            <a:ext cx="8569325" cy="1066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888" y="4283075"/>
            <a:ext cx="7056437" cy="193198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932185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238" y="3398837"/>
            <a:ext cx="9069387" cy="3505200"/>
          </a:xfrm>
          <a:prstGeom prst="rect">
            <a:avLst/>
          </a:prstGeom>
        </p:spPr>
        <p:txBody>
          <a:bodyPr/>
          <a:lstStyle>
            <a:lvl1pPr marL="457200" indent="-457200">
              <a:buFont typeface="Wingdings" pitchFamily="2" charset="2"/>
              <a:buChar char="§"/>
              <a:defRPr/>
            </a:lvl1pPr>
            <a:lvl2pPr marL="914400" indent="-457200">
              <a:buFont typeface="Arial" pitchFamily="34" charset="0"/>
              <a:buChar char="•"/>
              <a:defRPr/>
            </a:lvl2pPr>
            <a:lvl3pPr marL="1257300" indent="-342900">
              <a:buFont typeface="Wingdings" pitchFamily="2" charset="2"/>
              <a:buChar char="§"/>
              <a:defRPr/>
            </a:lvl3pPr>
            <a:lvl4pPr marL="1714500" indent="-342900">
              <a:buFont typeface="Arial" pitchFamily="34" charset="0"/>
              <a:buChar char="•"/>
              <a:defRPr/>
            </a:lvl4pPr>
            <a:lvl5pPr marL="2171700" indent="-342900">
              <a:buFont typeface="Wingdings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306512" y="1722437"/>
            <a:ext cx="7772401" cy="126047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76304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230312" y="655638"/>
            <a:ext cx="7772401" cy="72943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487167" y="1417637"/>
            <a:ext cx="9143999" cy="5486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56179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3043" y="2012414"/>
            <a:ext cx="4284266" cy="479654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3317" y="2012414"/>
            <a:ext cx="4284266" cy="479654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995FD-9B4E-46D5-89DC-B8768967F456}" type="datetime1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COMP1050 Spring 2021, Folajimi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452296-E67E-4FE5-BA7E-E380EC6B61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531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8">
            <a:extLst>
              <a:ext uri="{FF2B5EF4-FFF2-40B4-BE49-F238E27FC236}">
                <a16:creationId xmlns:a16="http://schemas.microsoft.com/office/drawing/2014/main" id="{B9D9CB32-BDF9-4D6D-A87C-6E08D9474A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96652" y="1580614"/>
            <a:ext cx="7772401" cy="104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the title text format</a:t>
            </a: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892413C1-E145-46D9-BDF4-3C6BB05EEA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48158" y="2722405"/>
            <a:ext cx="9069387" cy="31341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the outline text format</a:t>
            </a:r>
          </a:p>
          <a:p>
            <a:pPr lvl="1"/>
            <a:r>
              <a:rPr lang="en-US" dirty="0"/>
              <a:t>Second Outline Level</a:t>
            </a:r>
          </a:p>
          <a:p>
            <a:pPr lvl="2"/>
            <a:r>
              <a:rPr lang="en-US" dirty="0"/>
              <a:t>Third Outline Level</a:t>
            </a:r>
          </a:p>
          <a:p>
            <a:pPr lvl="3"/>
            <a:r>
              <a:rPr lang="en-US" dirty="0"/>
              <a:t>Fourth Outline Level</a:t>
            </a:r>
          </a:p>
          <a:p>
            <a:pPr lvl="4"/>
            <a:r>
              <a:rPr lang="en-US" dirty="0"/>
              <a:t>Fifth Outline Level</a:t>
            </a:r>
          </a:p>
          <a:p>
            <a:pPr lvl="4"/>
            <a:r>
              <a:rPr lang="en-US" dirty="0"/>
              <a:t>Sixth Outline Level</a:t>
            </a:r>
          </a:p>
          <a:p>
            <a:pPr lvl="4"/>
            <a:r>
              <a:rPr lang="en-US" dirty="0"/>
              <a:t>Seventh Outline Level</a:t>
            </a:r>
          </a:p>
          <a:p>
            <a:pPr lvl="4"/>
            <a:r>
              <a:rPr lang="en-US" dirty="0"/>
              <a:t>Eighth Outline Level</a:t>
            </a:r>
          </a:p>
          <a:p>
            <a:pPr lvl="4"/>
            <a:r>
              <a:rPr lang="en-US" dirty="0"/>
              <a:t>Ninth Outline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D5F2CC-61BF-4B4F-B5C8-F6D945C623B4}"/>
              </a:ext>
            </a:extLst>
          </p:cNvPr>
          <p:cNvSpPr/>
          <p:nvPr userDrawn="1"/>
        </p:nvSpPr>
        <p:spPr bwMode="auto">
          <a:xfrm>
            <a:off x="-1" y="0"/>
            <a:ext cx="10080625" cy="1112837"/>
          </a:xfrm>
          <a:prstGeom prst="rect">
            <a:avLst/>
          </a:prstGeom>
          <a:solidFill>
            <a:srgbClr val="E3DE00">
              <a:alpha val="50196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US" sz="2200" b="1" i="0" u="none" strike="noStrike" cap="none" normalizeH="0" baseline="0" dirty="0">
              <a:ln>
                <a:noFill/>
              </a:ln>
              <a:effectLst/>
              <a:latin typeface="Georgia" panose="02040502050405020303" pitchFamily="18" charset="0"/>
              <a:cs typeface="Cordia New" pitchFamily="34" charset="-3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ACCFFC-7B96-446B-B5EC-DBCBBD32FD97}"/>
              </a:ext>
            </a:extLst>
          </p:cNvPr>
          <p:cNvSpPr/>
          <p:nvPr userDrawn="1"/>
        </p:nvSpPr>
        <p:spPr bwMode="auto">
          <a:xfrm>
            <a:off x="-1" y="1112837"/>
            <a:ext cx="10080624" cy="366523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1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eorgia" panose="02040502050405020303" pitchFamily="18" charset="0"/>
                <a:cs typeface="Cordia New" pitchFamily="34" charset="-34"/>
              </a:rPr>
              <a:t>School of Computing &amp; Data Science</a:t>
            </a:r>
          </a:p>
        </p:txBody>
      </p:sp>
      <p:pic>
        <p:nvPicPr>
          <p:cNvPr id="16" name="Picture 2" descr="Branding Guidelines | Wentworth">
            <a:extLst>
              <a:ext uri="{FF2B5EF4-FFF2-40B4-BE49-F238E27FC236}">
                <a16:creationId xmlns:a16="http://schemas.microsoft.com/office/drawing/2014/main" id="{C559D3AF-BD20-44DC-8C1F-98AC6BFBDD4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3" t="21401" r="2808" b="17625"/>
          <a:stretch/>
        </p:blipFill>
        <p:spPr bwMode="auto">
          <a:xfrm>
            <a:off x="1866078" y="122237"/>
            <a:ext cx="6705600" cy="885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D22CA55-62BF-4C94-A272-3FD56DEED2D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5112" y="220079"/>
            <a:ext cx="588602" cy="7054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17B7479-6EEF-4822-B748-A3A59F1C80E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160" y="198437"/>
            <a:ext cx="588602" cy="705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345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/>
  <p:txStyles>
    <p:titleStyle>
      <a:lvl1pPr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820000"/>
          </a:solidFill>
          <a:latin typeface="Tahoma" pitchFamily="34" charset="0"/>
          <a:ea typeface="Tahoma" pitchFamily="34" charset="0"/>
          <a:cs typeface="Tahoma" pitchFamily="34" charset="0"/>
        </a:defRPr>
      </a:lvl1pPr>
      <a:lvl2pPr marL="742950" indent="-28575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2pPr>
      <a:lvl3pPr marL="11430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3pPr>
      <a:lvl4pPr marL="16002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4pPr>
      <a:lvl5pPr marL="20574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5pPr>
      <a:lvl6pPr marL="25146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6pPr>
      <a:lvl7pPr marL="29718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7pPr>
      <a:lvl8pPr marL="34290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8pPr>
      <a:lvl9pPr marL="38862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9pPr>
    </p:titleStyle>
    <p:bodyStyle>
      <a:lvl1pPr marL="457200" indent="-274320" algn="l" defTabSz="449263" rtl="0" eaLnBrk="1" fontAlgn="base" hangingPunct="1">
        <a:lnSpc>
          <a:spcPct val="100000"/>
        </a:lnSpc>
        <a:spcBef>
          <a:spcPct val="0"/>
        </a:spcBef>
        <a:spcAft>
          <a:spcPts val="1413"/>
        </a:spcAft>
        <a:buClr>
          <a:srgbClr val="820000"/>
        </a:buClr>
        <a:buSzPct val="100000"/>
        <a:buFont typeface="Wingdings" pitchFamily="2" charset="2"/>
        <a:buChar char="§"/>
        <a:defRPr sz="3200">
          <a:solidFill>
            <a:srgbClr val="000000"/>
          </a:solidFill>
          <a:latin typeface="Tahoma" pitchFamily="34" charset="0"/>
          <a:ea typeface="Tahoma" pitchFamily="34" charset="0"/>
          <a:cs typeface="Tahoma" pitchFamily="34" charset="0"/>
        </a:defRPr>
      </a:lvl1pPr>
      <a:lvl2pPr marL="914400" indent="-274320" algn="l" defTabSz="449263" rtl="0" eaLnBrk="1" fontAlgn="base" hangingPunct="1">
        <a:lnSpc>
          <a:spcPct val="100000"/>
        </a:lnSpc>
        <a:spcBef>
          <a:spcPct val="0"/>
        </a:spcBef>
        <a:spcAft>
          <a:spcPts val="1138"/>
        </a:spcAft>
        <a:buClr>
          <a:srgbClr val="820000"/>
        </a:buClr>
        <a:buSzPct val="100000"/>
        <a:buFont typeface="Verdana" pitchFamily="34" charset="0"/>
        <a:buChar char="»"/>
        <a:defRPr sz="2800">
          <a:solidFill>
            <a:srgbClr val="000000"/>
          </a:solidFill>
          <a:latin typeface="Tahoma" pitchFamily="34" charset="0"/>
          <a:ea typeface="Tahoma" pitchFamily="34" charset="0"/>
          <a:cs typeface="Tahoma" pitchFamily="34" charset="0"/>
        </a:defRPr>
      </a:lvl2pPr>
      <a:lvl3pPr marL="1257300" indent="-274320" algn="l" defTabSz="449263" rtl="0" eaLnBrk="1" fontAlgn="base" hangingPunct="1">
        <a:lnSpc>
          <a:spcPct val="100000"/>
        </a:lnSpc>
        <a:spcBef>
          <a:spcPct val="0"/>
        </a:spcBef>
        <a:spcAft>
          <a:spcPts val="850"/>
        </a:spcAft>
        <a:buClr>
          <a:srgbClr val="820000"/>
        </a:buClr>
        <a:buSzPct val="100000"/>
        <a:buFont typeface="Wingdings" pitchFamily="2" charset="2"/>
        <a:buChar char="§"/>
        <a:defRPr sz="2400">
          <a:solidFill>
            <a:srgbClr val="000000"/>
          </a:solidFill>
          <a:latin typeface="Tahoma" pitchFamily="34" charset="0"/>
          <a:ea typeface="Tahoma" pitchFamily="34" charset="0"/>
          <a:cs typeface="Tahoma" pitchFamily="34" charset="0"/>
        </a:defRPr>
      </a:lvl3pPr>
      <a:lvl4pPr marL="1714500" indent="-342900" algn="l" defTabSz="449263" rtl="0" eaLnBrk="1" fontAlgn="base" hangingPunct="1">
        <a:lnSpc>
          <a:spcPct val="100000"/>
        </a:lnSpc>
        <a:spcBef>
          <a:spcPct val="0"/>
        </a:spcBef>
        <a:spcAft>
          <a:spcPts val="575"/>
        </a:spcAft>
        <a:buClr>
          <a:srgbClr val="820000"/>
        </a:buClr>
        <a:buSzPct val="100000"/>
        <a:buFont typeface="Wingdings" pitchFamily="2" charset="2"/>
        <a:buChar char="§"/>
        <a:defRPr sz="2000">
          <a:solidFill>
            <a:srgbClr val="000000"/>
          </a:solidFill>
          <a:latin typeface="Tahoma" pitchFamily="34" charset="0"/>
          <a:ea typeface="Tahoma" pitchFamily="34" charset="0"/>
          <a:cs typeface="Tahoma" pitchFamily="34" charset="0"/>
        </a:defRPr>
      </a:lvl4pPr>
      <a:lvl5pPr marL="2171700" indent="-342900" algn="l" defTabSz="449263" rtl="0" eaLnBrk="1" fontAlgn="base" hangingPunct="1">
        <a:lnSpc>
          <a:spcPct val="100000"/>
        </a:lnSpc>
        <a:spcBef>
          <a:spcPct val="0"/>
        </a:spcBef>
        <a:spcAft>
          <a:spcPts val="288"/>
        </a:spcAft>
        <a:buClr>
          <a:srgbClr val="820000"/>
        </a:buClr>
        <a:buSzPct val="100000"/>
        <a:buFont typeface="Wingdings" pitchFamily="2" charset="2"/>
        <a:buChar char="§"/>
        <a:defRPr sz="2000">
          <a:solidFill>
            <a:srgbClr val="000000"/>
          </a:solidFill>
          <a:latin typeface="Tahoma" pitchFamily="34" charset="0"/>
          <a:ea typeface="Tahoma" pitchFamily="34" charset="0"/>
          <a:cs typeface="Tahoma" pitchFamily="34" charset="0"/>
        </a:defRPr>
      </a:lvl5pPr>
      <a:lvl6pPr marL="2514600" indent="-228600" algn="l" defTabSz="449263" rtl="0" eaLnBrk="1" fontAlgn="base" hangingPunct="1">
        <a:lnSpc>
          <a:spcPct val="11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eaLnBrk="1" fontAlgn="base" hangingPunct="1">
        <a:lnSpc>
          <a:spcPct val="11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eaLnBrk="1" fontAlgn="base" hangingPunct="1">
        <a:lnSpc>
          <a:spcPct val="11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eaLnBrk="1" fontAlgn="base" hangingPunct="1">
        <a:lnSpc>
          <a:spcPct val="11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Line 1"/>
          <p:cNvSpPr>
            <a:spLocks noChangeShapeType="1"/>
          </p:cNvSpPr>
          <p:nvPr/>
        </p:nvSpPr>
        <p:spPr bwMode="auto">
          <a:xfrm>
            <a:off x="134447" y="7132637"/>
            <a:ext cx="978266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306485" y="7227691"/>
            <a:ext cx="1762027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15876" rIns="0" bIns="0"/>
          <a:lstStyle>
            <a:lvl1pPr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1pPr>
            <a:lvl2pPr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2pPr>
            <a:lvl3pPr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3pPr>
            <a:lvl4pPr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4pPr>
            <a:lvl5pPr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5pPr>
            <a:lvl6pPr marL="2514600" indent="-228600" defTabSz="449263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6pPr>
            <a:lvl7pPr marL="2971800" indent="-228600" defTabSz="449263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7pPr>
            <a:lvl8pPr marL="3429000" indent="-228600" defTabSz="449263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8pPr>
            <a:lvl9pPr marL="3886200" indent="-228600" defTabSz="449263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9pPr>
          </a:lstStyle>
          <a:p>
            <a:pPr>
              <a:lnSpc>
                <a:spcPct val="93000"/>
              </a:lnSpc>
            </a:pPr>
            <a:r>
              <a:rPr lang="de-DE" sz="1600" i="0" dirty="0">
                <a:latin typeface="Tahoma" pitchFamily="34" charset="0"/>
                <a:ea typeface="Tahoma" pitchFamily="34" charset="0"/>
                <a:cs typeface="Tahoma" pitchFamily="34" charset="0"/>
              </a:rPr>
              <a:t>COMP1050</a:t>
            </a: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9011093" y="7227692"/>
            <a:ext cx="763047" cy="257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15876" rIns="0" bIns="0"/>
          <a:lstStyle/>
          <a:p>
            <a:pPr algn="r">
              <a:lnSpc>
                <a:spcPct val="93000"/>
              </a:lnSpc>
            </a:pPr>
            <a:fld id="{0CBF143C-F1D4-4CC7-8AA6-A94FC5CAAAF3}" type="slidenum">
              <a:rPr lang="de-DE" sz="180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pPr algn="r">
                <a:lnSpc>
                  <a:spcPct val="93000"/>
                </a:lnSpc>
              </a:pPr>
              <a:t>‹#›</a:t>
            </a:fld>
            <a:endParaRPr lang="de-DE" sz="1800" dirty="0">
              <a:solidFill>
                <a:srgbClr val="0000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1230312" y="612007"/>
            <a:ext cx="7772401" cy="72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the title text format</a:t>
            </a: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503238" y="1436490"/>
            <a:ext cx="9069387" cy="5467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the outline text format</a:t>
            </a:r>
          </a:p>
          <a:p>
            <a:pPr lvl="1"/>
            <a:r>
              <a:rPr lang="en-US" dirty="0"/>
              <a:t>Second Outline Level</a:t>
            </a:r>
          </a:p>
          <a:p>
            <a:pPr lvl="2"/>
            <a:r>
              <a:rPr lang="en-US" dirty="0"/>
              <a:t>Third Outline Level</a:t>
            </a:r>
          </a:p>
          <a:p>
            <a:pPr lvl="3"/>
            <a:r>
              <a:rPr lang="en-US" dirty="0"/>
              <a:t>Fourth Outline Level</a:t>
            </a:r>
          </a:p>
          <a:p>
            <a:pPr lvl="4"/>
            <a:r>
              <a:rPr lang="en-US" dirty="0"/>
              <a:t>Fifth Outline Level</a:t>
            </a:r>
          </a:p>
          <a:p>
            <a:pPr lvl="4"/>
            <a:r>
              <a:rPr lang="en-US" dirty="0"/>
              <a:t>Sixth Outline Level</a:t>
            </a:r>
          </a:p>
          <a:p>
            <a:pPr lvl="4"/>
            <a:r>
              <a:rPr lang="en-US" dirty="0"/>
              <a:t>Seventh Outline Level</a:t>
            </a:r>
          </a:p>
          <a:p>
            <a:pPr lvl="4"/>
            <a:r>
              <a:rPr lang="en-US" dirty="0"/>
              <a:t>Eighth Outline Level</a:t>
            </a:r>
          </a:p>
          <a:p>
            <a:pPr lvl="4"/>
            <a:r>
              <a:rPr lang="en-US" dirty="0"/>
              <a:t>Ninth Outline Level</a:t>
            </a:r>
          </a:p>
        </p:txBody>
      </p:sp>
      <p:sp>
        <p:nvSpPr>
          <p:cNvPr id="12" name="Line 1"/>
          <p:cNvSpPr>
            <a:spLocks noChangeShapeType="1"/>
          </p:cNvSpPr>
          <p:nvPr/>
        </p:nvSpPr>
        <p:spPr bwMode="auto">
          <a:xfrm>
            <a:off x="134447" y="1341437"/>
            <a:ext cx="978266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CBA48C-005A-4F3D-9E31-7F5B1C34DC6C}"/>
              </a:ext>
            </a:extLst>
          </p:cNvPr>
          <p:cNvSpPr/>
          <p:nvPr userDrawn="1"/>
        </p:nvSpPr>
        <p:spPr bwMode="auto">
          <a:xfrm>
            <a:off x="-1" y="1"/>
            <a:ext cx="5040313" cy="516951"/>
          </a:xfrm>
          <a:prstGeom prst="rect">
            <a:avLst/>
          </a:prstGeom>
          <a:solidFill>
            <a:srgbClr val="E3DE00">
              <a:alpha val="50196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US" sz="2200" b="1" i="0" u="none" strike="noStrike" cap="none" normalizeH="0" baseline="0" dirty="0">
              <a:ln>
                <a:noFill/>
              </a:ln>
              <a:effectLst/>
              <a:latin typeface="Georgia" panose="02040502050405020303" pitchFamily="18" charset="0"/>
              <a:cs typeface="Cordia New" pitchFamily="34" charset="-34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75D1D9-A90D-453D-B673-4D5D6A8BF398}"/>
              </a:ext>
            </a:extLst>
          </p:cNvPr>
          <p:cNvSpPr/>
          <p:nvPr userDrawn="1"/>
        </p:nvSpPr>
        <p:spPr bwMode="auto">
          <a:xfrm>
            <a:off x="5025319" y="-4402"/>
            <a:ext cx="5055306" cy="516946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1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  <a:cs typeface="Cordia New" pitchFamily="34" charset="-34"/>
              </a:rPr>
              <a:t>School of Computing &amp; Data Science</a:t>
            </a:r>
          </a:p>
        </p:txBody>
      </p:sp>
      <p:pic>
        <p:nvPicPr>
          <p:cNvPr id="9" name="Picture 2" descr="Branding Guidelines | Wentworth">
            <a:extLst>
              <a:ext uri="{FF2B5EF4-FFF2-40B4-BE49-F238E27FC236}">
                <a16:creationId xmlns:a16="http://schemas.microsoft.com/office/drawing/2014/main" id="{4B19A1CF-F143-4ABF-BCB6-08957CD5570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3" t="21401" r="2808" b="17625"/>
          <a:stretch/>
        </p:blipFill>
        <p:spPr bwMode="auto">
          <a:xfrm>
            <a:off x="696912" y="26696"/>
            <a:ext cx="3848343" cy="494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00F5E07-EF57-4226-AD34-FCA08732837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8225" y="16114"/>
            <a:ext cx="414188" cy="496430"/>
          </a:xfrm>
          <a:prstGeom prst="rect">
            <a:avLst/>
          </a:prstGeom>
        </p:spPr>
      </p:pic>
      <p:sp>
        <p:nvSpPr>
          <p:cNvPr id="14" name="Text Box 3">
            <a:extLst>
              <a:ext uri="{FF2B5EF4-FFF2-40B4-BE49-F238E27FC236}">
                <a16:creationId xmlns:a16="http://schemas.microsoft.com/office/drawing/2014/main" id="{A7BE0A97-ADA4-48F9-B3CB-C4967068DF4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58789" y="7243128"/>
            <a:ext cx="1762027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15876" rIns="0" bIns="0"/>
          <a:lstStyle>
            <a:lvl1pPr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1pPr>
            <a:lvl2pPr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2pPr>
            <a:lvl3pPr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3pPr>
            <a:lvl4pPr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4pPr>
            <a:lvl5pPr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5pPr>
            <a:lvl6pPr marL="2514600" indent="-228600" defTabSz="449263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6pPr>
            <a:lvl7pPr marL="2971800" indent="-228600" defTabSz="449263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7pPr>
            <a:lvl8pPr marL="3429000" indent="-228600" defTabSz="449263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8pPr>
            <a:lvl9pPr marL="3886200" indent="-228600" defTabSz="449263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9pPr>
          </a:lstStyle>
          <a:p>
            <a:pPr>
              <a:lnSpc>
                <a:spcPct val="93000"/>
              </a:lnSpc>
            </a:pPr>
            <a:r>
              <a:rPr lang="de-DE" sz="1600" i="0" dirty="0">
                <a:latin typeface="Tahoma" pitchFamily="34" charset="0"/>
                <a:ea typeface="Tahoma" pitchFamily="34" charset="0"/>
                <a:cs typeface="Tahoma" pitchFamily="34" charset="0"/>
              </a:rPr>
              <a:t>Professor Folajimi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6" r:id="rId2"/>
  </p:sldLayoutIdLst>
  <p:hf sldNum="0" hdr="0" ftr="0"/>
  <p:txStyles>
    <p:titleStyle>
      <a:lvl1pPr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820000"/>
          </a:solidFill>
          <a:latin typeface="Tahoma" pitchFamily="34" charset="0"/>
          <a:ea typeface="Tahoma" pitchFamily="34" charset="0"/>
          <a:cs typeface="Tahoma" pitchFamily="34" charset="0"/>
        </a:defRPr>
      </a:lvl1pPr>
      <a:lvl2pPr marL="742950" indent="-28575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2pPr>
      <a:lvl3pPr marL="11430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3pPr>
      <a:lvl4pPr marL="16002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4pPr>
      <a:lvl5pPr marL="20574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5pPr>
      <a:lvl6pPr marL="25146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6pPr>
      <a:lvl7pPr marL="29718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7pPr>
      <a:lvl8pPr marL="34290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8pPr>
      <a:lvl9pPr marL="38862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9pPr>
    </p:titleStyle>
    <p:bodyStyle>
      <a:lvl1pPr marL="457200" indent="-274320" algn="l" defTabSz="449263" rtl="0" eaLnBrk="1" fontAlgn="base" hangingPunct="1">
        <a:lnSpc>
          <a:spcPct val="100000"/>
        </a:lnSpc>
        <a:spcBef>
          <a:spcPct val="0"/>
        </a:spcBef>
        <a:spcAft>
          <a:spcPts val="0"/>
        </a:spcAft>
        <a:buClr>
          <a:srgbClr val="820000"/>
        </a:buClr>
        <a:buSzPct val="100000"/>
        <a:buFont typeface="Wingdings" pitchFamily="2" charset="2"/>
        <a:buChar char="§"/>
        <a:defRPr sz="3200">
          <a:solidFill>
            <a:srgbClr val="000000"/>
          </a:solidFill>
          <a:latin typeface="Tahoma" pitchFamily="34" charset="0"/>
          <a:ea typeface="Tahoma" pitchFamily="34" charset="0"/>
          <a:cs typeface="Tahoma" pitchFamily="34" charset="0"/>
        </a:defRPr>
      </a:lvl1pPr>
      <a:lvl2pPr marL="914400" indent="-274320" algn="l" defTabSz="449263" rtl="0" eaLnBrk="1" fontAlgn="base" hangingPunct="1">
        <a:lnSpc>
          <a:spcPct val="100000"/>
        </a:lnSpc>
        <a:spcBef>
          <a:spcPct val="0"/>
        </a:spcBef>
        <a:spcAft>
          <a:spcPts val="0"/>
        </a:spcAft>
        <a:buClr>
          <a:srgbClr val="820000"/>
        </a:buClr>
        <a:buSzPct val="100000"/>
        <a:buFont typeface="Verdana" pitchFamily="34" charset="0"/>
        <a:buChar char="»"/>
        <a:defRPr sz="2800">
          <a:solidFill>
            <a:srgbClr val="000000"/>
          </a:solidFill>
          <a:latin typeface="Tahoma" pitchFamily="34" charset="0"/>
          <a:ea typeface="Tahoma" pitchFamily="34" charset="0"/>
          <a:cs typeface="Tahoma" pitchFamily="34" charset="0"/>
        </a:defRPr>
      </a:lvl2pPr>
      <a:lvl3pPr marL="1257300" indent="-274320" algn="l" defTabSz="449263" rtl="0" eaLnBrk="1" fontAlgn="base" hangingPunct="1">
        <a:lnSpc>
          <a:spcPct val="100000"/>
        </a:lnSpc>
        <a:spcBef>
          <a:spcPct val="0"/>
        </a:spcBef>
        <a:spcAft>
          <a:spcPts val="0"/>
        </a:spcAft>
        <a:buClr>
          <a:srgbClr val="820000"/>
        </a:buClr>
        <a:buSzPct val="100000"/>
        <a:buFont typeface="Wingdings" pitchFamily="2" charset="2"/>
        <a:buChar char="§"/>
        <a:defRPr sz="2400">
          <a:solidFill>
            <a:srgbClr val="000000"/>
          </a:solidFill>
          <a:latin typeface="Tahoma" pitchFamily="34" charset="0"/>
          <a:ea typeface="Tahoma" pitchFamily="34" charset="0"/>
          <a:cs typeface="Tahoma" pitchFamily="34" charset="0"/>
        </a:defRPr>
      </a:lvl3pPr>
      <a:lvl4pPr marL="1714500" indent="-342900" algn="l" defTabSz="449263" rtl="0" eaLnBrk="1" fontAlgn="base" hangingPunct="1">
        <a:lnSpc>
          <a:spcPct val="100000"/>
        </a:lnSpc>
        <a:spcBef>
          <a:spcPct val="0"/>
        </a:spcBef>
        <a:spcAft>
          <a:spcPts val="0"/>
        </a:spcAft>
        <a:buClr>
          <a:srgbClr val="820000"/>
        </a:buClr>
        <a:buSzPct val="100000"/>
        <a:buFont typeface="Wingdings" pitchFamily="2" charset="2"/>
        <a:buChar char="§"/>
        <a:defRPr sz="2000">
          <a:solidFill>
            <a:srgbClr val="000000"/>
          </a:solidFill>
          <a:latin typeface="Tahoma" pitchFamily="34" charset="0"/>
          <a:ea typeface="Tahoma" pitchFamily="34" charset="0"/>
          <a:cs typeface="Tahoma" pitchFamily="34" charset="0"/>
        </a:defRPr>
      </a:lvl4pPr>
      <a:lvl5pPr marL="2171700" indent="-342900" algn="l" defTabSz="449263" rtl="0" eaLnBrk="1" fontAlgn="base" hangingPunct="1">
        <a:lnSpc>
          <a:spcPct val="100000"/>
        </a:lnSpc>
        <a:spcBef>
          <a:spcPct val="0"/>
        </a:spcBef>
        <a:spcAft>
          <a:spcPts val="0"/>
        </a:spcAft>
        <a:buClr>
          <a:srgbClr val="820000"/>
        </a:buClr>
        <a:buSzPct val="100000"/>
        <a:buFont typeface="Wingdings" pitchFamily="2" charset="2"/>
        <a:buChar char="§"/>
        <a:defRPr sz="2000">
          <a:solidFill>
            <a:srgbClr val="000000"/>
          </a:solidFill>
          <a:latin typeface="Tahoma" pitchFamily="34" charset="0"/>
          <a:ea typeface="Tahoma" pitchFamily="34" charset="0"/>
          <a:cs typeface="Tahoma" pitchFamily="34" charset="0"/>
        </a:defRPr>
      </a:lvl5pPr>
      <a:lvl6pPr marL="2514600" indent="-228600" algn="l" defTabSz="449263" rtl="0" eaLnBrk="1" fontAlgn="base" hangingPunct="1">
        <a:lnSpc>
          <a:spcPct val="11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eaLnBrk="1" fontAlgn="base" hangingPunct="1">
        <a:lnSpc>
          <a:spcPct val="11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eaLnBrk="1" fontAlgn="base" hangingPunct="1">
        <a:lnSpc>
          <a:spcPct val="11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eaLnBrk="1" fontAlgn="base" hangingPunct="1">
        <a:lnSpc>
          <a:spcPct val="11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>
            <a:extLst>
              <a:ext uri="{FF2B5EF4-FFF2-40B4-BE49-F238E27FC236}">
                <a16:creationId xmlns:a16="http://schemas.microsoft.com/office/drawing/2014/main" id="{9D7764C4-7BC2-4796-A488-1742950E80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84588" y="6446837"/>
            <a:ext cx="3947160" cy="260969"/>
          </a:xfrm>
        </p:spPr>
        <p:txBody>
          <a:bodyPr/>
          <a:lstStyle/>
          <a:p>
            <a:r>
              <a:rPr lang="en-US" dirty="0"/>
              <a:t>Professor Folajimi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5C00647-C4D0-4B41-A54B-E2C2E9CAAF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7565" y="5408121"/>
            <a:ext cx="5887631" cy="1620837"/>
          </a:xfrm>
        </p:spPr>
        <p:txBody>
          <a:bodyPr/>
          <a:lstStyle/>
          <a:p>
            <a:pPr algn="l"/>
            <a:r>
              <a:rPr lang="en-US" dirty="0"/>
              <a:t>Welcome to COMP1050!</a:t>
            </a:r>
          </a:p>
        </p:txBody>
      </p:sp>
      <p:pic>
        <p:nvPicPr>
          <p:cNvPr id="1026" name="Picture 2" descr="Rob Ashton's AMAZING Homepage">
            <a:extLst>
              <a:ext uri="{FF2B5EF4-FFF2-40B4-BE49-F238E27FC236}">
                <a16:creationId xmlns:a16="http://schemas.microsoft.com/office/drawing/2014/main" id="{1D70C0A3-A220-475B-883C-A0B3B03DB361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7712" y="2559306"/>
            <a:ext cx="2847484" cy="2847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6566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E88134C-ACE1-4C81-AC85-A71E9FE5B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dirty="0"/>
              <a:t>Thinking in Classes </a:t>
            </a:r>
          </a:p>
        </p:txBody>
      </p:sp>
      <p:pic>
        <p:nvPicPr>
          <p:cNvPr id="2052" name="Picture 4" descr="Java #logo | Programming patterns, Adobe photoshop lightroom, Photoshop  lightroom">
            <a:extLst>
              <a:ext uri="{FF2B5EF4-FFF2-40B4-BE49-F238E27FC236}">
                <a16:creationId xmlns:a16="http://schemas.microsoft.com/office/drawing/2014/main" id="{DE849B42-C61B-452F-B0FB-148DB3C076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6787" y="3246437"/>
            <a:ext cx="3067050" cy="4067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7373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Abstraction and Encapsulation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Class </a:t>
            </a:r>
            <a:r>
              <a:rPr lang="en-US" b="1" dirty="0"/>
              <a:t>abstraction</a:t>
            </a:r>
            <a:r>
              <a:rPr lang="en-US" dirty="0"/>
              <a:t> means to separate class </a:t>
            </a:r>
            <a:r>
              <a:rPr lang="en-US" i="1" dirty="0"/>
              <a:t>implementation</a:t>
            </a:r>
            <a:r>
              <a:rPr lang="en-US" dirty="0"/>
              <a:t> from the </a:t>
            </a:r>
            <a:r>
              <a:rPr lang="en-US" i="1" dirty="0"/>
              <a:t>use</a:t>
            </a:r>
            <a:r>
              <a:rPr lang="en-US" dirty="0"/>
              <a:t> of the class</a:t>
            </a:r>
          </a:p>
          <a:p>
            <a:r>
              <a:rPr lang="en-US" dirty="0"/>
              <a:t>The creator of the class provides a description of the class via public methods/variables </a:t>
            </a:r>
          </a:p>
          <a:p>
            <a:pPr lvl="1"/>
            <a:r>
              <a:rPr lang="en-US" dirty="0"/>
              <a:t>This lets the user know what the class can do</a:t>
            </a:r>
          </a:p>
          <a:p>
            <a:r>
              <a:rPr lang="en-US" dirty="0"/>
              <a:t>The user of the class does not need to know </a:t>
            </a:r>
            <a:r>
              <a:rPr lang="en-US" i="1" dirty="0"/>
              <a:t>how</a:t>
            </a:r>
            <a:r>
              <a:rPr lang="en-US" dirty="0"/>
              <a:t> the class is implemented</a:t>
            </a:r>
          </a:p>
          <a:p>
            <a:pPr lvl="1"/>
            <a:r>
              <a:rPr lang="en-US" dirty="0"/>
              <a:t>Thus the details of class implementation are </a:t>
            </a:r>
            <a:r>
              <a:rPr lang="en-US" b="1" dirty="0"/>
              <a:t>encapsulated</a:t>
            </a:r>
            <a:r>
              <a:rPr lang="en-US" dirty="0"/>
              <a:t> and hidden from the user</a:t>
            </a:r>
          </a:p>
        </p:txBody>
      </p:sp>
    </p:spTree>
    <p:extLst>
      <p:ext uri="{BB962C8B-B14F-4D97-AF65-F5344CB8AC3E}">
        <p14:creationId xmlns:p14="http://schemas.microsoft.com/office/powerpoint/2010/main" val="1988685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The public methods form a contract via public (+) methods/constants</a:t>
            </a:r>
          </a:p>
          <a:p>
            <a:r>
              <a:rPr lang="en-US" dirty="0"/>
              <a:t>Client interacts through these means and need not know the details of implementation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6243436" y="2883316"/>
            <a:ext cx="2213553" cy="2202865"/>
            <a:chOff x="4356846" y="1783976"/>
            <a:chExt cx="2008095" cy="1998399"/>
          </a:xfrm>
        </p:grpSpPr>
        <p:sp>
          <p:nvSpPr>
            <p:cNvPr id="18" name="Rectangle 17"/>
            <p:cNvSpPr/>
            <p:nvPr/>
          </p:nvSpPr>
          <p:spPr>
            <a:xfrm>
              <a:off x="4356846" y="1783976"/>
              <a:ext cx="2008095" cy="25997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764" b="1">
                  <a:latin typeface="Consolas" charset="0"/>
                  <a:ea typeface="Consolas" charset="0"/>
                  <a:cs typeface="Consolas" charset="0"/>
                </a:rPr>
                <a:t>Circle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356847" y="2043953"/>
              <a:ext cx="2008094" cy="4661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-radius: double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356847" y="2504333"/>
              <a:ext cx="2008094" cy="127804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+Circle()</a:t>
              </a:r>
            </a:p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+Circle(r: double)</a:t>
              </a:r>
            </a:p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+getRadius(): double</a:t>
              </a:r>
            </a:p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+setRadius(r: double)</a:t>
              </a:r>
            </a:p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+getArea(): double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21188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Wrapper Classes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Java has built-in “wrapper” classes for all primitive types</a:t>
            </a:r>
          </a:p>
        </p:txBody>
      </p:sp>
      <p:graphicFrame>
        <p:nvGraphicFramePr>
          <p:cNvPr id="12" name="Content Placeholder 11"/>
          <p:cNvGraphicFramePr>
            <a:graphicFrameLocks noGrp="1"/>
          </p:cNvGraphicFramePr>
          <p:nvPr>
            <p:ph sz="half" idx="2"/>
          </p:nvPr>
        </p:nvGraphicFramePr>
        <p:xfrm>
          <a:off x="5124308" y="1929599"/>
          <a:ext cx="4451808" cy="36790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5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5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8782">
                <a:tc>
                  <a:txBody>
                    <a:bodyPr/>
                    <a:lstStyle/>
                    <a:p>
                      <a:r>
                        <a:rPr lang="en-US" sz="2000" dirty="0"/>
                        <a:t>Primitive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Wrapper</a:t>
                      </a: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782">
                <a:tc>
                  <a:txBody>
                    <a:bodyPr/>
                    <a:lstStyle/>
                    <a:p>
                      <a:r>
                        <a:rPr lang="en-US" sz="2000" dirty="0"/>
                        <a:t>byte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Byte</a:t>
                      </a: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782">
                <a:tc>
                  <a:txBody>
                    <a:bodyPr/>
                    <a:lstStyle/>
                    <a:p>
                      <a:r>
                        <a:rPr lang="en-US" sz="2000" dirty="0"/>
                        <a:t>short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Short</a:t>
                      </a: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8782">
                <a:tc>
                  <a:txBody>
                    <a:bodyPr/>
                    <a:lstStyle/>
                    <a:p>
                      <a:r>
                        <a:rPr lang="en-US" sz="2000" dirty="0" err="1"/>
                        <a:t>int</a:t>
                      </a:r>
                      <a:endParaRPr lang="en-US" sz="2000" dirty="0"/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Integer</a:t>
                      </a: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8782">
                <a:tc>
                  <a:txBody>
                    <a:bodyPr/>
                    <a:lstStyle/>
                    <a:p>
                      <a:r>
                        <a:rPr lang="en-US" sz="2000" dirty="0"/>
                        <a:t>long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Long</a:t>
                      </a: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8782">
                <a:tc>
                  <a:txBody>
                    <a:bodyPr/>
                    <a:lstStyle/>
                    <a:p>
                      <a:r>
                        <a:rPr lang="en-US" sz="2000" dirty="0"/>
                        <a:t>float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Float</a:t>
                      </a: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8782">
                <a:tc>
                  <a:txBody>
                    <a:bodyPr/>
                    <a:lstStyle/>
                    <a:p>
                      <a:r>
                        <a:rPr lang="en-US" sz="2000" dirty="0"/>
                        <a:t>double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Double</a:t>
                      </a: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8782">
                <a:tc>
                  <a:txBody>
                    <a:bodyPr/>
                    <a:lstStyle/>
                    <a:p>
                      <a:r>
                        <a:rPr lang="en-US" sz="2000" dirty="0" err="1"/>
                        <a:t>boolean</a:t>
                      </a:r>
                      <a:endParaRPr lang="en-US" sz="2000" dirty="0"/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Boolean</a:t>
                      </a: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8782">
                <a:tc>
                  <a:txBody>
                    <a:bodyPr/>
                    <a:lstStyle/>
                    <a:p>
                      <a:r>
                        <a:rPr lang="en-US" sz="2000" dirty="0"/>
                        <a:t>char</a:t>
                      </a:r>
                    </a:p>
                  </a:txBody>
                  <a:tcPr marL="100796" marR="100796" marT="50398" marB="50398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Character</a:t>
                      </a:r>
                    </a:p>
                  </a:txBody>
                  <a:tcPr marL="100796" marR="100796" marT="50398" marB="50398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8644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General Wrapper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These classes do NOT have no-</a:t>
            </a:r>
            <a:r>
              <a:rPr lang="en-US" dirty="0" err="1"/>
              <a:t>arg</a:t>
            </a:r>
            <a:r>
              <a:rPr lang="en-US" dirty="0"/>
              <a:t> constructors</a:t>
            </a:r>
          </a:p>
          <a:p>
            <a:endParaRPr lang="en-US" dirty="0"/>
          </a:p>
          <a:p>
            <a:r>
              <a:rPr lang="en-US" dirty="0"/>
              <a:t>The instances of all wrapper classes are </a:t>
            </a:r>
            <a:r>
              <a:rPr lang="en-US" b="1" dirty="0"/>
              <a:t>immutable</a:t>
            </a:r>
          </a:p>
          <a:p>
            <a:pPr lvl="1"/>
            <a:r>
              <a:rPr lang="en-US" dirty="0"/>
              <a:t>Their internal values cannot be changed once the objects are created</a:t>
            </a:r>
          </a:p>
        </p:txBody>
      </p:sp>
    </p:spTree>
    <p:extLst>
      <p:ext uri="{BB962C8B-B14F-4D97-AF65-F5344CB8AC3E}">
        <p14:creationId xmlns:p14="http://schemas.microsoft.com/office/powerpoint/2010/main" val="621754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Integer</a:t>
            </a:r>
            <a:r>
              <a:rPr lang="en-US" dirty="0"/>
              <a:t> and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Double</a:t>
            </a:r>
            <a:r>
              <a:rPr lang="en-US" dirty="0"/>
              <a:t> Classes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504507" y="1399897"/>
            <a:ext cx="4451809" cy="5353063"/>
            <a:chOff x="4356846" y="1783976"/>
            <a:chExt cx="2008095" cy="1998399"/>
          </a:xfrm>
        </p:grpSpPr>
        <p:sp>
          <p:nvSpPr>
            <p:cNvPr id="10" name="Rectangle 9"/>
            <p:cNvSpPr/>
            <p:nvPr/>
          </p:nvSpPr>
          <p:spPr>
            <a:xfrm>
              <a:off x="4356846" y="1783976"/>
              <a:ext cx="2008095" cy="13234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764" b="1">
                  <a:latin typeface="Consolas" charset="0"/>
                  <a:ea typeface="Consolas" charset="0"/>
                  <a:cs typeface="Consolas" charset="0"/>
                </a:rPr>
                <a:t>java.lang.Integer</a:t>
              </a:r>
              <a:endParaRPr lang="en-US" sz="1764" b="1" dirty="0">
                <a:latin typeface="Consolas" charset="0"/>
                <a:ea typeface="Consolas" charset="0"/>
                <a:cs typeface="Consolas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356847" y="1916318"/>
              <a:ext cx="2008094" cy="38107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400" dirty="0">
                  <a:latin typeface="Consolas" charset="0"/>
                  <a:ea typeface="Consolas" charset="0"/>
                  <a:cs typeface="Consolas" charset="0"/>
                </a:rPr>
                <a:t>-value: </a:t>
              </a:r>
              <a:r>
                <a:rPr lang="en-US" sz="1400" dirty="0" err="1">
                  <a:latin typeface="Consolas" charset="0"/>
                  <a:ea typeface="Consolas" charset="0"/>
                  <a:cs typeface="Consolas" charset="0"/>
                </a:rPr>
                <a:t>int</a:t>
              </a:r>
              <a:endParaRPr lang="en-US" sz="1400" dirty="0">
                <a:latin typeface="Consolas" charset="0"/>
                <a:ea typeface="Consolas" charset="0"/>
                <a:cs typeface="Consolas" charset="0"/>
              </a:endParaRPr>
            </a:p>
            <a:p>
              <a:r>
                <a:rPr lang="en-US" sz="1400" dirty="0">
                  <a:latin typeface="Consolas" charset="0"/>
                  <a:ea typeface="Consolas" charset="0"/>
                  <a:cs typeface="Consolas" charset="0"/>
                </a:rPr>
                <a:t>+</a:t>
              </a:r>
              <a:r>
                <a:rPr lang="en-US" sz="1400" u="sng" dirty="0">
                  <a:latin typeface="Consolas" charset="0"/>
                  <a:ea typeface="Consolas" charset="0"/>
                  <a:cs typeface="Consolas" charset="0"/>
                </a:rPr>
                <a:t>MAX_VALUE: </a:t>
              </a:r>
              <a:r>
                <a:rPr lang="en-US" sz="1400" u="sng" dirty="0" err="1">
                  <a:latin typeface="Consolas" charset="0"/>
                  <a:ea typeface="Consolas" charset="0"/>
                  <a:cs typeface="Consolas" charset="0"/>
                </a:rPr>
                <a:t>int</a:t>
              </a:r>
              <a:endParaRPr lang="en-US" sz="1400" u="sng" dirty="0">
                <a:latin typeface="Consolas" charset="0"/>
                <a:ea typeface="Consolas" charset="0"/>
                <a:cs typeface="Consolas" charset="0"/>
              </a:endParaRPr>
            </a:p>
            <a:p>
              <a:r>
                <a:rPr lang="en-US" sz="1400" dirty="0">
                  <a:latin typeface="Consolas" charset="0"/>
                  <a:ea typeface="Consolas" charset="0"/>
                  <a:cs typeface="Consolas" charset="0"/>
                </a:rPr>
                <a:t>+</a:t>
              </a:r>
              <a:r>
                <a:rPr lang="en-US" sz="1400" u="sng" dirty="0">
                  <a:latin typeface="Consolas" charset="0"/>
                  <a:ea typeface="Consolas" charset="0"/>
                  <a:cs typeface="Consolas" charset="0"/>
                </a:rPr>
                <a:t>MIN_VALUE: </a:t>
              </a:r>
              <a:r>
                <a:rPr lang="en-US" sz="1400" u="sng" dirty="0" err="1">
                  <a:latin typeface="Consolas" charset="0"/>
                  <a:ea typeface="Consolas" charset="0"/>
                  <a:cs typeface="Consolas" charset="0"/>
                </a:rPr>
                <a:t>int</a:t>
              </a:r>
              <a:endParaRPr lang="en-US" sz="1400" u="sng" dirty="0">
                <a:latin typeface="Consolas" charset="0"/>
                <a:ea typeface="Consolas" charset="0"/>
                <a:cs typeface="Consolas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356847" y="2297392"/>
              <a:ext cx="2008094" cy="148498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400" dirty="0">
                  <a:latin typeface="Consolas" charset="0"/>
                  <a:ea typeface="Consolas" charset="0"/>
                  <a:cs typeface="Consolas" charset="0"/>
                </a:rPr>
                <a:t>+Integer(value: </a:t>
              </a:r>
              <a:r>
                <a:rPr lang="en-US" sz="1400" dirty="0" err="1">
                  <a:latin typeface="Consolas" charset="0"/>
                  <a:ea typeface="Consolas" charset="0"/>
                  <a:cs typeface="Consolas" charset="0"/>
                </a:rPr>
                <a:t>int</a:t>
              </a:r>
              <a:r>
                <a:rPr lang="en-US" sz="1400" dirty="0">
                  <a:latin typeface="Consolas" charset="0"/>
                  <a:ea typeface="Consolas" charset="0"/>
                  <a:cs typeface="Consolas" charset="0"/>
                </a:rPr>
                <a:t>)</a:t>
              </a:r>
            </a:p>
            <a:p>
              <a:r>
                <a:rPr lang="en-US" sz="1400" dirty="0">
                  <a:latin typeface="Consolas" charset="0"/>
                  <a:ea typeface="Consolas" charset="0"/>
                  <a:cs typeface="Consolas" charset="0"/>
                </a:rPr>
                <a:t>+Integer(s: String)</a:t>
              </a:r>
            </a:p>
            <a:p>
              <a:r>
                <a:rPr lang="en-US" sz="1400" dirty="0">
                  <a:latin typeface="Consolas" charset="0"/>
                  <a:ea typeface="Consolas" charset="0"/>
                  <a:cs typeface="Consolas" charset="0"/>
                </a:rPr>
                <a:t>+</a:t>
              </a:r>
              <a:r>
                <a:rPr lang="en-US" sz="1400" dirty="0" err="1">
                  <a:latin typeface="Consolas" charset="0"/>
                  <a:ea typeface="Consolas" charset="0"/>
                  <a:cs typeface="Consolas" charset="0"/>
                </a:rPr>
                <a:t>byteValue</a:t>
              </a:r>
              <a:r>
                <a:rPr lang="en-US" sz="1400" dirty="0">
                  <a:latin typeface="Consolas" charset="0"/>
                  <a:ea typeface="Consolas" charset="0"/>
                  <a:cs typeface="Consolas" charset="0"/>
                </a:rPr>
                <a:t>(): byte</a:t>
              </a:r>
            </a:p>
            <a:p>
              <a:r>
                <a:rPr lang="en-US" sz="1400" dirty="0">
                  <a:latin typeface="Consolas" charset="0"/>
                  <a:ea typeface="Consolas" charset="0"/>
                  <a:cs typeface="Consolas" charset="0"/>
                </a:rPr>
                <a:t>+</a:t>
              </a:r>
              <a:r>
                <a:rPr lang="en-US" sz="1400" dirty="0" err="1">
                  <a:latin typeface="Consolas" charset="0"/>
                  <a:ea typeface="Consolas" charset="0"/>
                  <a:cs typeface="Consolas" charset="0"/>
                </a:rPr>
                <a:t>shortValue</a:t>
              </a:r>
              <a:r>
                <a:rPr lang="en-US" sz="1400" dirty="0">
                  <a:latin typeface="Consolas" charset="0"/>
                  <a:ea typeface="Consolas" charset="0"/>
                  <a:cs typeface="Consolas" charset="0"/>
                </a:rPr>
                <a:t>(): short</a:t>
              </a:r>
            </a:p>
            <a:p>
              <a:r>
                <a:rPr lang="en-US" sz="1400" dirty="0">
                  <a:latin typeface="Consolas" charset="0"/>
                  <a:ea typeface="Consolas" charset="0"/>
                  <a:cs typeface="Consolas" charset="0"/>
                </a:rPr>
                <a:t>+</a:t>
              </a:r>
              <a:r>
                <a:rPr lang="en-US" sz="1400" dirty="0" err="1">
                  <a:latin typeface="Consolas" charset="0"/>
                  <a:ea typeface="Consolas" charset="0"/>
                  <a:cs typeface="Consolas" charset="0"/>
                </a:rPr>
                <a:t>intValue</a:t>
              </a:r>
              <a:r>
                <a:rPr lang="en-US" sz="1400" dirty="0">
                  <a:latin typeface="Consolas" charset="0"/>
                  <a:ea typeface="Consolas" charset="0"/>
                  <a:cs typeface="Consolas" charset="0"/>
                </a:rPr>
                <a:t>(): </a:t>
              </a:r>
              <a:r>
                <a:rPr lang="en-US" sz="1400" dirty="0" err="1">
                  <a:latin typeface="Consolas" charset="0"/>
                  <a:ea typeface="Consolas" charset="0"/>
                  <a:cs typeface="Consolas" charset="0"/>
                </a:rPr>
                <a:t>int</a:t>
              </a:r>
              <a:endParaRPr lang="en-US" sz="1400" dirty="0">
                <a:latin typeface="Consolas" charset="0"/>
                <a:ea typeface="Consolas" charset="0"/>
                <a:cs typeface="Consolas" charset="0"/>
              </a:endParaRPr>
            </a:p>
            <a:p>
              <a:r>
                <a:rPr lang="en-US" sz="1400" dirty="0">
                  <a:latin typeface="Consolas" charset="0"/>
                  <a:ea typeface="Consolas" charset="0"/>
                  <a:cs typeface="Consolas" charset="0"/>
                </a:rPr>
                <a:t>+</a:t>
              </a:r>
              <a:r>
                <a:rPr lang="en-US" sz="1400" dirty="0" err="1">
                  <a:latin typeface="Consolas" charset="0"/>
                  <a:ea typeface="Consolas" charset="0"/>
                  <a:cs typeface="Consolas" charset="0"/>
                </a:rPr>
                <a:t>longValue</a:t>
              </a:r>
              <a:r>
                <a:rPr lang="en-US" sz="1400" dirty="0">
                  <a:latin typeface="Consolas" charset="0"/>
                  <a:ea typeface="Consolas" charset="0"/>
                  <a:cs typeface="Consolas" charset="0"/>
                </a:rPr>
                <a:t>(): long</a:t>
              </a:r>
            </a:p>
            <a:p>
              <a:r>
                <a:rPr lang="en-US" sz="1400" dirty="0">
                  <a:latin typeface="Consolas" charset="0"/>
                  <a:ea typeface="Consolas" charset="0"/>
                  <a:cs typeface="Consolas" charset="0"/>
                </a:rPr>
                <a:t>+</a:t>
              </a:r>
              <a:r>
                <a:rPr lang="en-US" sz="1400" dirty="0" err="1">
                  <a:latin typeface="Consolas" charset="0"/>
                  <a:ea typeface="Consolas" charset="0"/>
                  <a:cs typeface="Consolas" charset="0"/>
                </a:rPr>
                <a:t>floatValue</a:t>
              </a:r>
              <a:r>
                <a:rPr lang="en-US" sz="1400" dirty="0">
                  <a:latin typeface="Consolas" charset="0"/>
                  <a:ea typeface="Consolas" charset="0"/>
                  <a:cs typeface="Consolas" charset="0"/>
                </a:rPr>
                <a:t>(): float</a:t>
              </a:r>
            </a:p>
            <a:p>
              <a:r>
                <a:rPr lang="en-US" sz="1400" dirty="0">
                  <a:latin typeface="Consolas" charset="0"/>
                  <a:ea typeface="Consolas" charset="0"/>
                  <a:cs typeface="Consolas" charset="0"/>
                </a:rPr>
                <a:t>+</a:t>
              </a:r>
              <a:r>
                <a:rPr lang="en-US" sz="1400" dirty="0" err="1">
                  <a:latin typeface="Consolas" charset="0"/>
                  <a:ea typeface="Consolas" charset="0"/>
                  <a:cs typeface="Consolas" charset="0"/>
                </a:rPr>
                <a:t>doubleValue</a:t>
              </a:r>
              <a:r>
                <a:rPr lang="en-US" sz="1400" dirty="0">
                  <a:latin typeface="Consolas" charset="0"/>
                  <a:ea typeface="Consolas" charset="0"/>
                  <a:cs typeface="Consolas" charset="0"/>
                </a:rPr>
                <a:t>(): double</a:t>
              </a:r>
            </a:p>
            <a:p>
              <a:r>
                <a:rPr lang="en-US" sz="1400" dirty="0">
                  <a:latin typeface="Consolas" charset="0"/>
                  <a:ea typeface="Consolas" charset="0"/>
                  <a:cs typeface="Consolas" charset="0"/>
                </a:rPr>
                <a:t>+</a:t>
              </a:r>
              <a:r>
                <a:rPr lang="en-US" sz="1400" dirty="0" err="1">
                  <a:latin typeface="Consolas" charset="0"/>
                  <a:ea typeface="Consolas" charset="0"/>
                  <a:cs typeface="Consolas" charset="0"/>
                </a:rPr>
                <a:t>compareTo</a:t>
              </a:r>
              <a:r>
                <a:rPr lang="en-US" sz="1400" dirty="0">
                  <a:latin typeface="Consolas" charset="0"/>
                  <a:ea typeface="Consolas" charset="0"/>
                  <a:cs typeface="Consolas" charset="0"/>
                </a:rPr>
                <a:t>(o: Integer): </a:t>
              </a:r>
              <a:r>
                <a:rPr lang="en-US" sz="1400" dirty="0" err="1">
                  <a:latin typeface="Consolas" charset="0"/>
                  <a:ea typeface="Consolas" charset="0"/>
                  <a:cs typeface="Consolas" charset="0"/>
                </a:rPr>
                <a:t>int</a:t>
              </a:r>
              <a:endParaRPr lang="en-US" sz="1400" dirty="0">
                <a:latin typeface="Consolas" charset="0"/>
                <a:ea typeface="Consolas" charset="0"/>
                <a:cs typeface="Consolas" charset="0"/>
              </a:endParaRPr>
            </a:p>
            <a:p>
              <a:r>
                <a:rPr lang="en-US" sz="1400" dirty="0">
                  <a:latin typeface="Consolas" charset="0"/>
                  <a:ea typeface="Consolas" charset="0"/>
                  <a:cs typeface="Consolas" charset="0"/>
                </a:rPr>
                <a:t>+</a:t>
              </a:r>
              <a:r>
                <a:rPr lang="en-US" sz="1400" dirty="0" err="1">
                  <a:latin typeface="Consolas" charset="0"/>
                  <a:ea typeface="Consolas" charset="0"/>
                  <a:cs typeface="Consolas" charset="0"/>
                </a:rPr>
                <a:t>toString</a:t>
              </a:r>
              <a:r>
                <a:rPr lang="en-US" sz="1400" dirty="0">
                  <a:latin typeface="Consolas" charset="0"/>
                  <a:ea typeface="Consolas" charset="0"/>
                  <a:cs typeface="Consolas" charset="0"/>
                </a:rPr>
                <a:t>(): String</a:t>
              </a:r>
            </a:p>
            <a:p>
              <a:r>
                <a:rPr lang="en-US" sz="1400" dirty="0">
                  <a:latin typeface="Consolas" charset="0"/>
                  <a:ea typeface="Consolas" charset="0"/>
                  <a:cs typeface="Consolas" charset="0"/>
                </a:rPr>
                <a:t>+</a:t>
              </a:r>
              <a:r>
                <a:rPr lang="en-US" sz="1400" u="sng" dirty="0" err="1">
                  <a:latin typeface="Consolas" charset="0"/>
                  <a:ea typeface="Consolas" charset="0"/>
                  <a:cs typeface="Consolas" charset="0"/>
                </a:rPr>
                <a:t>valueOf</a:t>
              </a:r>
              <a:r>
                <a:rPr lang="en-US" sz="1400" u="sng" dirty="0">
                  <a:latin typeface="Consolas" charset="0"/>
                  <a:ea typeface="Consolas" charset="0"/>
                  <a:cs typeface="Consolas" charset="0"/>
                </a:rPr>
                <a:t>(s: String): Integer</a:t>
              </a:r>
              <a:endParaRPr lang="en-US" sz="1400" dirty="0">
                <a:latin typeface="Consolas" charset="0"/>
                <a:ea typeface="Consolas" charset="0"/>
                <a:cs typeface="Consolas" charset="0"/>
              </a:endParaRPr>
            </a:p>
            <a:p>
              <a:r>
                <a:rPr lang="en-US" sz="1400" dirty="0">
                  <a:latin typeface="Consolas" charset="0"/>
                  <a:ea typeface="Consolas" charset="0"/>
                  <a:cs typeface="Consolas" charset="0"/>
                </a:rPr>
                <a:t>+</a:t>
              </a:r>
              <a:r>
                <a:rPr lang="en-US" sz="1400" u="sng" dirty="0" err="1">
                  <a:latin typeface="Consolas" charset="0"/>
                  <a:ea typeface="Consolas" charset="0"/>
                  <a:cs typeface="Consolas" charset="0"/>
                </a:rPr>
                <a:t>valueOf</a:t>
              </a:r>
              <a:r>
                <a:rPr lang="en-US" sz="1400" u="sng" dirty="0">
                  <a:latin typeface="Consolas" charset="0"/>
                  <a:ea typeface="Consolas" charset="0"/>
                  <a:cs typeface="Consolas" charset="0"/>
                </a:rPr>
                <a:t>(s: String, radix: </a:t>
              </a:r>
              <a:r>
                <a:rPr lang="en-US" sz="1400" u="sng" dirty="0" err="1">
                  <a:latin typeface="Consolas" charset="0"/>
                  <a:ea typeface="Consolas" charset="0"/>
                  <a:cs typeface="Consolas" charset="0"/>
                </a:rPr>
                <a:t>int</a:t>
              </a:r>
              <a:r>
                <a:rPr lang="en-US" sz="1400" u="sng" dirty="0">
                  <a:latin typeface="Consolas" charset="0"/>
                  <a:ea typeface="Consolas" charset="0"/>
                  <a:cs typeface="Consolas" charset="0"/>
                </a:rPr>
                <a:t>): Integer</a:t>
              </a:r>
              <a:endParaRPr lang="en-US" sz="1400" dirty="0">
                <a:latin typeface="Consolas" charset="0"/>
                <a:ea typeface="Consolas" charset="0"/>
                <a:cs typeface="Consolas" charset="0"/>
              </a:endParaRPr>
            </a:p>
            <a:p>
              <a:r>
                <a:rPr lang="en-US" sz="1400" dirty="0">
                  <a:latin typeface="Consolas" charset="0"/>
                  <a:ea typeface="Consolas" charset="0"/>
                  <a:cs typeface="Consolas" charset="0"/>
                </a:rPr>
                <a:t>+</a:t>
              </a:r>
              <a:r>
                <a:rPr lang="en-US" sz="1400" u="sng" dirty="0" err="1">
                  <a:latin typeface="Consolas" charset="0"/>
                  <a:ea typeface="Consolas" charset="0"/>
                  <a:cs typeface="Consolas" charset="0"/>
                </a:rPr>
                <a:t>parseInt</a:t>
              </a:r>
              <a:r>
                <a:rPr lang="en-US" sz="1400" u="sng" dirty="0">
                  <a:latin typeface="Consolas" charset="0"/>
                  <a:ea typeface="Consolas" charset="0"/>
                  <a:cs typeface="Consolas" charset="0"/>
                </a:rPr>
                <a:t>(s: String): </a:t>
              </a:r>
              <a:r>
                <a:rPr lang="en-US" sz="1400" u="sng" dirty="0" err="1">
                  <a:latin typeface="Consolas" charset="0"/>
                  <a:ea typeface="Consolas" charset="0"/>
                  <a:cs typeface="Consolas" charset="0"/>
                </a:rPr>
                <a:t>int</a:t>
              </a:r>
              <a:endParaRPr lang="en-US" sz="1400" dirty="0">
                <a:latin typeface="Consolas" charset="0"/>
                <a:ea typeface="Consolas" charset="0"/>
                <a:cs typeface="Consolas" charset="0"/>
              </a:endParaRPr>
            </a:p>
            <a:p>
              <a:r>
                <a:rPr lang="en-US" sz="1400" dirty="0">
                  <a:latin typeface="Consolas" charset="0"/>
                  <a:ea typeface="Consolas" charset="0"/>
                  <a:cs typeface="Consolas" charset="0"/>
                </a:rPr>
                <a:t>+</a:t>
              </a:r>
              <a:r>
                <a:rPr lang="en-US" sz="1400" u="sng" dirty="0" err="1">
                  <a:latin typeface="Consolas" charset="0"/>
                  <a:ea typeface="Consolas" charset="0"/>
                  <a:cs typeface="Consolas" charset="0"/>
                </a:rPr>
                <a:t>parseInt</a:t>
              </a:r>
              <a:r>
                <a:rPr lang="en-US" sz="1400" u="sng" dirty="0">
                  <a:latin typeface="Consolas" charset="0"/>
                  <a:ea typeface="Consolas" charset="0"/>
                  <a:cs typeface="Consolas" charset="0"/>
                </a:rPr>
                <a:t>(s: String, radix: </a:t>
              </a:r>
              <a:r>
                <a:rPr lang="en-US" sz="1400" u="sng" dirty="0" err="1">
                  <a:latin typeface="Consolas" charset="0"/>
                  <a:ea typeface="Consolas" charset="0"/>
                  <a:cs typeface="Consolas" charset="0"/>
                </a:rPr>
                <a:t>int</a:t>
              </a:r>
              <a:r>
                <a:rPr lang="en-US" sz="1400" u="sng" dirty="0">
                  <a:latin typeface="Consolas" charset="0"/>
                  <a:ea typeface="Consolas" charset="0"/>
                  <a:cs typeface="Consolas" charset="0"/>
                </a:rPr>
                <a:t>): </a:t>
              </a:r>
              <a:r>
                <a:rPr lang="en-US" sz="1400" u="sng" dirty="0" err="1">
                  <a:latin typeface="Consolas" charset="0"/>
                  <a:ea typeface="Consolas" charset="0"/>
                  <a:cs typeface="Consolas" charset="0"/>
                </a:rPr>
                <a:t>int</a:t>
              </a:r>
              <a:endParaRPr lang="en-US" sz="1400" u="sng" dirty="0">
                <a:latin typeface="Consolas" charset="0"/>
                <a:ea typeface="Consolas" charset="0"/>
                <a:cs typeface="Consolas" charset="0"/>
              </a:endParaRPr>
            </a:p>
            <a:p>
              <a:endParaRPr lang="en-US" sz="1400" u="sng" dirty="0">
                <a:latin typeface="Consolas" charset="0"/>
                <a:ea typeface="Consolas" charset="0"/>
                <a:cs typeface="Consolas" charset="0"/>
              </a:endParaRPr>
            </a:p>
            <a:p>
              <a:r>
                <a:rPr lang="en-US" sz="1400" dirty="0">
                  <a:latin typeface="Consolas" charset="0"/>
                  <a:ea typeface="Consolas" charset="0"/>
                  <a:cs typeface="Consolas" charset="0"/>
                </a:rPr>
                <a:t>...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5124308" y="1399897"/>
            <a:ext cx="4451809" cy="5353063"/>
            <a:chOff x="4356846" y="1783976"/>
            <a:chExt cx="2008095" cy="1998399"/>
          </a:xfrm>
        </p:grpSpPr>
        <p:sp>
          <p:nvSpPr>
            <p:cNvPr id="18" name="Rectangle 17"/>
            <p:cNvSpPr/>
            <p:nvPr/>
          </p:nvSpPr>
          <p:spPr>
            <a:xfrm>
              <a:off x="4356846" y="1783976"/>
              <a:ext cx="2008095" cy="13234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800" b="1" dirty="0" err="1">
                  <a:latin typeface="Consolas" charset="0"/>
                  <a:ea typeface="Consolas" charset="0"/>
                  <a:cs typeface="Consolas" charset="0"/>
                </a:rPr>
                <a:t>java.lang.Double</a:t>
              </a:r>
              <a:endParaRPr lang="en-US" sz="1800" b="1" dirty="0">
                <a:latin typeface="Consolas" charset="0"/>
                <a:ea typeface="Consolas" charset="0"/>
                <a:cs typeface="Consolas" charset="0"/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356847" y="1916318"/>
              <a:ext cx="2008094" cy="38107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400" dirty="0">
                  <a:latin typeface="Consolas" charset="0"/>
                  <a:ea typeface="Consolas" charset="0"/>
                  <a:cs typeface="Consolas" charset="0"/>
                </a:rPr>
                <a:t>-value: double</a:t>
              </a:r>
            </a:p>
            <a:p>
              <a:r>
                <a:rPr lang="en-US" sz="1400" dirty="0">
                  <a:latin typeface="Consolas" charset="0"/>
                  <a:ea typeface="Consolas" charset="0"/>
                  <a:cs typeface="Consolas" charset="0"/>
                </a:rPr>
                <a:t>+</a:t>
              </a:r>
              <a:r>
                <a:rPr lang="en-US" sz="1400" u="sng" dirty="0">
                  <a:latin typeface="Consolas" charset="0"/>
                  <a:ea typeface="Consolas" charset="0"/>
                  <a:cs typeface="Consolas" charset="0"/>
                </a:rPr>
                <a:t>MAX_VALUE: double</a:t>
              </a:r>
            </a:p>
            <a:p>
              <a:r>
                <a:rPr lang="en-US" sz="1400" dirty="0">
                  <a:latin typeface="Consolas" charset="0"/>
                  <a:ea typeface="Consolas" charset="0"/>
                  <a:cs typeface="Consolas" charset="0"/>
                </a:rPr>
                <a:t>+</a:t>
              </a:r>
              <a:r>
                <a:rPr lang="en-US" sz="1400" u="sng" dirty="0">
                  <a:latin typeface="Consolas" charset="0"/>
                  <a:ea typeface="Consolas" charset="0"/>
                  <a:cs typeface="Consolas" charset="0"/>
                </a:rPr>
                <a:t>MIN_VALUE: double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356847" y="2297392"/>
              <a:ext cx="2008094" cy="148498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400" dirty="0">
                  <a:latin typeface="Consolas" charset="0"/>
                  <a:ea typeface="Consolas" charset="0"/>
                  <a:cs typeface="Consolas" charset="0"/>
                </a:rPr>
                <a:t>+Double(value: double)</a:t>
              </a:r>
            </a:p>
            <a:p>
              <a:r>
                <a:rPr lang="en-US" sz="1400" dirty="0">
                  <a:latin typeface="Consolas" charset="0"/>
                  <a:ea typeface="Consolas" charset="0"/>
                  <a:cs typeface="Consolas" charset="0"/>
                </a:rPr>
                <a:t>+Double(s: String)</a:t>
              </a:r>
            </a:p>
            <a:p>
              <a:r>
                <a:rPr lang="en-US" sz="1400" dirty="0">
                  <a:latin typeface="Consolas" charset="0"/>
                  <a:ea typeface="Consolas" charset="0"/>
                  <a:cs typeface="Consolas" charset="0"/>
                </a:rPr>
                <a:t>+</a:t>
              </a:r>
              <a:r>
                <a:rPr lang="en-US" sz="1400" dirty="0" err="1">
                  <a:latin typeface="Consolas" charset="0"/>
                  <a:ea typeface="Consolas" charset="0"/>
                  <a:cs typeface="Consolas" charset="0"/>
                </a:rPr>
                <a:t>byteValue</a:t>
              </a:r>
              <a:r>
                <a:rPr lang="en-US" sz="1400" dirty="0">
                  <a:latin typeface="Consolas" charset="0"/>
                  <a:ea typeface="Consolas" charset="0"/>
                  <a:cs typeface="Consolas" charset="0"/>
                </a:rPr>
                <a:t>(): byte</a:t>
              </a:r>
            </a:p>
            <a:p>
              <a:r>
                <a:rPr lang="en-US" sz="1400" dirty="0">
                  <a:latin typeface="Consolas" charset="0"/>
                  <a:ea typeface="Consolas" charset="0"/>
                  <a:cs typeface="Consolas" charset="0"/>
                </a:rPr>
                <a:t>+</a:t>
              </a:r>
              <a:r>
                <a:rPr lang="en-US" sz="1400" dirty="0" err="1">
                  <a:latin typeface="Consolas" charset="0"/>
                  <a:ea typeface="Consolas" charset="0"/>
                  <a:cs typeface="Consolas" charset="0"/>
                </a:rPr>
                <a:t>shortValue</a:t>
              </a:r>
              <a:r>
                <a:rPr lang="en-US" sz="1400" dirty="0">
                  <a:latin typeface="Consolas" charset="0"/>
                  <a:ea typeface="Consolas" charset="0"/>
                  <a:cs typeface="Consolas" charset="0"/>
                </a:rPr>
                <a:t>(): short</a:t>
              </a:r>
            </a:p>
            <a:p>
              <a:r>
                <a:rPr lang="en-US" sz="1400" dirty="0">
                  <a:latin typeface="Consolas" charset="0"/>
                  <a:ea typeface="Consolas" charset="0"/>
                  <a:cs typeface="Consolas" charset="0"/>
                </a:rPr>
                <a:t>+</a:t>
              </a:r>
              <a:r>
                <a:rPr lang="en-US" sz="1400" dirty="0" err="1">
                  <a:latin typeface="Consolas" charset="0"/>
                  <a:ea typeface="Consolas" charset="0"/>
                  <a:cs typeface="Consolas" charset="0"/>
                </a:rPr>
                <a:t>intValue</a:t>
              </a:r>
              <a:r>
                <a:rPr lang="en-US" sz="1400" dirty="0">
                  <a:latin typeface="Consolas" charset="0"/>
                  <a:ea typeface="Consolas" charset="0"/>
                  <a:cs typeface="Consolas" charset="0"/>
                </a:rPr>
                <a:t>(): </a:t>
              </a:r>
              <a:r>
                <a:rPr lang="en-US" sz="1400" dirty="0" err="1">
                  <a:latin typeface="Consolas" charset="0"/>
                  <a:ea typeface="Consolas" charset="0"/>
                  <a:cs typeface="Consolas" charset="0"/>
                </a:rPr>
                <a:t>int</a:t>
              </a:r>
              <a:endParaRPr lang="en-US" sz="1400" dirty="0">
                <a:latin typeface="Consolas" charset="0"/>
                <a:ea typeface="Consolas" charset="0"/>
                <a:cs typeface="Consolas" charset="0"/>
              </a:endParaRPr>
            </a:p>
            <a:p>
              <a:r>
                <a:rPr lang="en-US" sz="1400" dirty="0">
                  <a:latin typeface="Consolas" charset="0"/>
                  <a:ea typeface="Consolas" charset="0"/>
                  <a:cs typeface="Consolas" charset="0"/>
                </a:rPr>
                <a:t>+</a:t>
              </a:r>
              <a:r>
                <a:rPr lang="en-US" sz="1400" dirty="0" err="1">
                  <a:latin typeface="Consolas" charset="0"/>
                  <a:ea typeface="Consolas" charset="0"/>
                  <a:cs typeface="Consolas" charset="0"/>
                </a:rPr>
                <a:t>longValue</a:t>
              </a:r>
              <a:r>
                <a:rPr lang="en-US" sz="1400" dirty="0">
                  <a:latin typeface="Consolas" charset="0"/>
                  <a:ea typeface="Consolas" charset="0"/>
                  <a:cs typeface="Consolas" charset="0"/>
                </a:rPr>
                <a:t>(): long</a:t>
              </a:r>
            </a:p>
            <a:p>
              <a:r>
                <a:rPr lang="en-US" sz="1400" dirty="0">
                  <a:latin typeface="Consolas" charset="0"/>
                  <a:ea typeface="Consolas" charset="0"/>
                  <a:cs typeface="Consolas" charset="0"/>
                </a:rPr>
                <a:t>+</a:t>
              </a:r>
              <a:r>
                <a:rPr lang="en-US" sz="1400" dirty="0" err="1">
                  <a:latin typeface="Consolas" charset="0"/>
                  <a:ea typeface="Consolas" charset="0"/>
                  <a:cs typeface="Consolas" charset="0"/>
                </a:rPr>
                <a:t>floatValue</a:t>
              </a:r>
              <a:r>
                <a:rPr lang="en-US" sz="1400" dirty="0">
                  <a:latin typeface="Consolas" charset="0"/>
                  <a:ea typeface="Consolas" charset="0"/>
                  <a:cs typeface="Consolas" charset="0"/>
                </a:rPr>
                <a:t>(): float</a:t>
              </a:r>
            </a:p>
            <a:p>
              <a:r>
                <a:rPr lang="en-US" sz="1400" dirty="0">
                  <a:latin typeface="Consolas" charset="0"/>
                  <a:ea typeface="Consolas" charset="0"/>
                  <a:cs typeface="Consolas" charset="0"/>
                </a:rPr>
                <a:t>+</a:t>
              </a:r>
              <a:r>
                <a:rPr lang="en-US" sz="1400" dirty="0" err="1">
                  <a:latin typeface="Consolas" charset="0"/>
                  <a:ea typeface="Consolas" charset="0"/>
                  <a:cs typeface="Consolas" charset="0"/>
                </a:rPr>
                <a:t>doubleValue</a:t>
              </a:r>
              <a:r>
                <a:rPr lang="en-US" sz="1400" dirty="0">
                  <a:latin typeface="Consolas" charset="0"/>
                  <a:ea typeface="Consolas" charset="0"/>
                  <a:cs typeface="Consolas" charset="0"/>
                </a:rPr>
                <a:t>(): double</a:t>
              </a:r>
            </a:p>
            <a:p>
              <a:r>
                <a:rPr lang="en-US" sz="1400" dirty="0">
                  <a:latin typeface="Consolas" charset="0"/>
                  <a:ea typeface="Consolas" charset="0"/>
                  <a:cs typeface="Consolas" charset="0"/>
                </a:rPr>
                <a:t>+</a:t>
              </a:r>
              <a:r>
                <a:rPr lang="en-US" sz="1400" dirty="0" err="1">
                  <a:latin typeface="Consolas" charset="0"/>
                  <a:ea typeface="Consolas" charset="0"/>
                  <a:cs typeface="Consolas" charset="0"/>
                </a:rPr>
                <a:t>compareTo</a:t>
              </a:r>
              <a:r>
                <a:rPr lang="en-US" sz="1400" dirty="0">
                  <a:latin typeface="Consolas" charset="0"/>
                  <a:ea typeface="Consolas" charset="0"/>
                  <a:cs typeface="Consolas" charset="0"/>
                </a:rPr>
                <a:t>(o: Double): </a:t>
              </a:r>
              <a:r>
                <a:rPr lang="en-US" sz="1400" dirty="0" err="1">
                  <a:latin typeface="Consolas" charset="0"/>
                  <a:ea typeface="Consolas" charset="0"/>
                  <a:cs typeface="Consolas" charset="0"/>
                </a:rPr>
                <a:t>int</a:t>
              </a:r>
              <a:endParaRPr lang="en-US" sz="1400" dirty="0">
                <a:latin typeface="Consolas" charset="0"/>
                <a:ea typeface="Consolas" charset="0"/>
                <a:cs typeface="Consolas" charset="0"/>
              </a:endParaRPr>
            </a:p>
            <a:p>
              <a:r>
                <a:rPr lang="en-US" sz="1400" dirty="0">
                  <a:latin typeface="Consolas" charset="0"/>
                  <a:ea typeface="Consolas" charset="0"/>
                  <a:cs typeface="Consolas" charset="0"/>
                </a:rPr>
                <a:t>+</a:t>
              </a:r>
              <a:r>
                <a:rPr lang="en-US" sz="1400" dirty="0" err="1">
                  <a:latin typeface="Consolas" charset="0"/>
                  <a:ea typeface="Consolas" charset="0"/>
                  <a:cs typeface="Consolas" charset="0"/>
                </a:rPr>
                <a:t>toString</a:t>
              </a:r>
              <a:r>
                <a:rPr lang="en-US" sz="1400" dirty="0">
                  <a:latin typeface="Consolas" charset="0"/>
                  <a:ea typeface="Consolas" charset="0"/>
                  <a:cs typeface="Consolas" charset="0"/>
                </a:rPr>
                <a:t>(): String</a:t>
              </a:r>
            </a:p>
            <a:p>
              <a:r>
                <a:rPr lang="en-US" sz="1400" dirty="0">
                  <a:latin typeface="Consolas" charset="0"/>
                  <a:ea typeface="Consolas" charset="0"/>
                  <a:cs typeface="Consolas" charset="0"/>
                </a:rPr>
                <a:t>+</a:t>
              </a:r>
              <a:r>
                <a:rPr lang="en-US" sz="1400" u="sng" dirty="0" err="1">
                  <a:latin typeface="Consolas" charset="0"/>
                  <a:ea typeface="Consolas" charset="0"/>
                  <a:cs typeface="Consolas" charset="0"/>
                </a:rPr>
                <a:t>valueOf</a:t>
              </a:r>
              <a:r>
                <a:rPr lang="en-US" sz="1400" u="sng" dirty="0">
                  <a:latin typeface="Consolas" charset="0"/>
                  <a:ea typeface="Consolas" charset="0"/>
                  <a:cs typeface="Consolas" charset="0"/>
                </a:rPr>
                <a:t>(s: String): Double</a:t>
              </a:r>
              <a:endParaRPr lang="en-US" sz="1400" dirty="0">
                <a:latin typeface="Consolas" charset="0"/>
                <a:ea typeface="Consolas" charset="0"/>
                <a:cs typeface="Consolas" charset="0"/>
              </a:endParaRPr>
            </a:p>
            <a:p>
              <a:r>
                <a:rPr lang="en-US" sz="1400" dirty="0">
                  <a:latin typeface="Consolas" charset="0"/>
                  <a:ea typeface="Consolas" charset="0"/>
                  <a:cs typeface="Consolas" charset="0"/>
                </a:rPr>
                <a:t>+</a:t>
              </a:r>
              <a:r>
                <a:rPr lang="en-US" sz="1400" u="sng" dirty="0" err="1">
                  <a:latin typeface="Consolas" charset="0"/>
                  <a:ea typeface="Consolas" charset="0"/>
                  <a:cs typeface="Consolas" charset="0"/>
                </a:rPr>
                <a:t>valueOf</a:t>
              </a:r>
              <a:r>
                <a:rPr lang="en-US" sz="1400" u="sng" dirty="0">
                  <a:latin typeface="Consolas" charset="0"/>
                  <a:ea typeface="Consolas" charset="0"/>
                  <a:cs typeface="Consolas" charset="0"/>
                </a:rPr>
                <a:t>(s: String, radix: </a:t>
              </a:r>
              <a:r>
                <a:rPr lang="en-US" sz="1400" u="sng" dirty="0" err="1">
                  <a:latin typeface="Consolas" charset="0"/>
                  <a:ea typeface="Consolas" charset="0"/>
                  <a:cs typeface="Consolas" charset="0"/>
                </a:rPr>
                <a:t>int</a:t>
              </a:r>
              <a:r>
                <a:rPr lang="en-US" sz="1400" u="sng" dirty="0">
                  <a:latin typeface="Consolas" charset="0"/>
                  <a:ea typeface="Consolas" charset="0"/>
                  <a:cs typeface="Consolas" charset="0"/>
                </a:rPr>
                <a:t>): Double</a:t>
              </a:r>
              <a:endParaRPr lang="en-US" sz="1400" dirty="0">
                <a:latin typeface="Consolas" charset="0"/>
                <a:ea typeface="Consolas" charset="0"/>
                <a:cs typeface="Consolas" charset="0"/>
              </a:endParaRPr>
            </a:p>
            <a:p>
              <a:r>
                <a:rPr lang="en-US" sz="1400" dirty="0">
                  <a:latin typeface="Consolas" charset="0"/>
                  <a:ea typeface="Consolas" charset="0"/>
                  <a:cs typeface="Consolas" charset="0"/>
                </a:rPr>
                <a:t>+</a:t>
              </a:r>
              <a:r>
                <a:rPr lang="en-US" sz="1400" u="sng" dirty="0" err="1">
                  <a:latin typeface="Consolas" charset="0"/>
                  <a:ea typeface="Consolas" charset="0"/>
                  <a:cs typeface="Consolas" charset="0"/>
                </a:rPr>
                <a:t>parseDouble</a:t>
              </a:r>
              <a:r>
                <a:rPr lang="en-US" sz="1400" u="sng" dirty="0">
                  <a:latin typeface="Consolas" charset="0"/>
                  <a:ea typeface="Consolas" charset="0"/>
                  <a:cs typeface="Consolas" charset="0"/>
                </a:rPr>
                <a:t>(s: String): double</a:t>
              </a:r>
              <a:endParaRPr lang="en-US" sz="1400" dirty="0">
                <a:latin typeface="Consolas" charset="0"/>
                <a:ea typeface="Consolas" charset="0"/>
                <a:cs typeface="Consolas" charset="0"/>
              </a:endParaRPr>
            </a:p>
            <a:p>
              <a:r>
                <a:rPr lang="en-US" sz="1400" dirty="0">
                  <a:latin typeface="Consolas" charset="0"/>
                  <a:ea typeface="Consolas" charset="0"/>
                  <a:cs typeface="Consolas" charset="0"/>
                </a:rPr>
                <a:t>+</a:t>
              </a:r>
              <a:r>
                <a:rPr lang="en-US" sz="1400" u="sng" dirty="0" err="1">
                  <a:latin typeface="Consolas" charset="0"/>
                  <a:ea typeface="Consolas" charset="0"/>
                  <a:cs typeface="Consolas" charset="0"/>
                </a:rPr>
                <a:t>parseDouble</a:t>
              </a:r>
              <a:r>
                <a:rPr lang="en-US" sz="1400" u="sng" dirty="0">
                  <a:latin typeface="Consolas" charset="0"/>
                  <a:ea typeface="Consolas" charset="0"/>
                  <a:cs typeface="Consolas" charset="0"/>
                </a:rPr>
                <a:t>(s: String, radix: </a:t>
              </a:r>
              <a:r>
                <a:rPr lang="en-US" sz="1400" u="sng" dirty="0" err="1">
                  <a:latin typeface="Consolas" charset="0"/>
                  <a:ea typeface="Consolas" charset="0"/>
                  <a:cs typeface="Consolas" charset="0"/>
                </a:rPr>
                <a:t>int</a:t>
              </a:r>
              <a:r>
                <a:rPr lang="en-US" sz="1400" u="sng" dirty="0">
                  <a:latin typeface="Consolas" charset="0"/>
                  <a:ea typeface="Consolas" charset="0"/>
                  <a:cs typeface="Consolas" charset="0"/>
                </a:rPr>
                <a:t>): double</a:t>
              </a:r>
            </a:p>
            <a:p>
              <a:endParaRPr lang="en-US" sz="1400" u="sng" dirty="0">
                <a:latin typeface="Consolas" charset="0"/>
                <a:ea typeface="Consolas" charset="0"/>
                <a:cs typeface="Consolas" charset="0"/>
              </a:endParaRPr>
            </a:p>
            <a:p>
              <a:r>
                <a:rPr lang="en-US" sz="1400" dirty="0">
                  <a:latin typeface="Consolas" charset="0"/>
                  <a:ea typeface="Consolas" charset="0"/>
                  <a:cs typeface="Consolas" charset="0"/>
                </a:rPr>
                <a:t>...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0539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Creating Wrappers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You can construct a wrapper object either from a primitive data type value or from a string representing the numeric value</a:t>
            </a:r>
          </a:p>
          <a:p>
            <a:r>
              <a:rPr lang="en-US" dirty="0"/>
              <a:t>The 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valueOf</a:t>
            </a:r>
            <a:r>
              <a:rPr lang="en-US" dirty="0"/>
              <a:t> static methods create new objects from a string representation</a:t>
            </a:r>
          </a:p>
          <a:p>
            <a:r>
              <a:rPr lang="en-US" dirty="0"/>
              <a:t>The parsing static methods extract primitive values from a string representation</a:t>
            </a:r>
          </a:p>
          <a:p>
            <a:r>
              <a:rPr lang="en-US" dirty="0"/>
              <a:t>Radix: numeric base</a:t>
            </a:r>
          </a:p>
        </p:txBody>
      </p:sp>
    </p:spTree>
    <p:extLst>
      <p:ext uri="{BB962C8B-B14F-4D97-AF65-F5344CB8AC3E}">
        <p14:creationId xmlns:p14="http://schemas.microsoft.com/office/powerpoint/2010/main" val="2078197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31605" cy="5343668"/>
          </a:xfrm>
          <a:prstGeom prst="rect">
            <a:avLst/>
          </a:prstGeom>
        </p:spPr>
        <p:txBody>
          <a:bodyPr/>
          <a:lstStyle/>
          <a:p>
            <a:pPr indent="-457200"/>
            <a:r>
              <a:rPr lang="en-US" dirty="0"/>
              <a:t>What is the output of the following code</a:t>
            </a:r>
            <a:r>
              <a:rPr lang="mr-IN" dirty="0"/>
              <a:t>…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("%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d%n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", 	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Integer.parseInt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("14"));</a:t>
            </a:r>
          </a:p>
          <a:p>
            <a:pPr marL="0" indent="0">
              <a:buNone/>
            </a:pP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("%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d%n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", 	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Integer.parseInt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("14", 10));</a:t>
            </a:r>
          </a:p>
          <a:p>
            <a:pPr marL="0" indent="0">
              <a:buNone/>
            </a:pP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("%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d%n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", 	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Integer.parseInt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("14", 16));</a:t>
            </a:r>
          </a:p>
        </p:txBody>
      </p:sp>
    </p:spTree>
    <p:extLst>
      <p:ext uri="{BB962C8B-B14F-4D97-AF65-F5344CB8AC3E}">
        <p14:creationId xmlns:p14="http://schemas.microsoft.com/office/powerpoint/2010/main" val="1599599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14</a:t>
            </a:r>
          </a:p>
          <a:p>
            <a:pPr marL="0" indent="0" algn="ctr"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14</a:t>
            </a:r>
          </a:p>
          <a:p>
            <a:pPr marL="0" indent="0" algn="ctr"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28229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Conversion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doubleValue</a:t>
            </a:r>
            <a:r>
              <a:rPr lang="en-US" dirty="0"/>
              <a:t>, 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intValue</a:t>
            </a:r>
            <a:r>
              <a:rPr lang="en-US" dirty="0"/>
              <a:t>, </a:t>
            </a:r>
            <a:r>
              <a:rPr lang="mr-IN" dirty="0"/>
              <a:t>…</a:t>
            </a:r>
            <a:r>
              <a:rPr lang="en-US" dirty="0"/>
              <a:t> allow you to convert objects to primitives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("%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d%n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", </a:t>
            </a:r>
          </a:p>
          <a:p>
            <a:pPr marL="0" indent="0"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	new Double("14.1").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intValue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());</a:t>
            </a:r>
          </a:p>
        </p:txBody>
      </p:sp>
    </p:spTree>
    <p:extLst>
      <p:ext uri="{BB962C8B-B14F-4D97-AF65-F5344CB8AC3E}">
        <p14:creationId xmlns:p14="http://schemas.microsoft.com/office/powerpoint/2010/main" val="1233999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 Constants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MAX_VALUE</a:t>
            </a:r>
          </a:p>
          <a:p>
            <a:pPr lvl="1"/>
            <a:r>
              <a:rPr lang="en-US" dirty="0"/>
              <a:t>Maximum value of the corresponding primitive data type</a:t>
            </a:r>
          </a:p>
          <a:p>
            <a:pPr marL="0" indent="0"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2866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2866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2866" b="1" dirty="0" err="1">
                <a:latin typeface="Consolas" charset="0"/>
                <a:ea typeface="Consolas" charset="0"/>
                <a:cs typeface="Consolas" charset="0"/>
              </a:rPr>
              <a:t>iMax</a:t>
            </a:r>
            <a:r>
              <a:rPr lang="en-US" sz="2866" b="1" dirty="0">
                <a:latin typeface="Consolas" charset="0"/>
                <a:ea typeface="Consolas" charset="0"/>
                <a:cs typeface="Consolas" charset="0"/>
              </a:rPr>
              <a:t> = </a:t>
            </a:r>
            <a:r>
              <a:rPr lang="en-US" sz="2866" b="1" dirty="0" err="1">
                <a:latin typeface="Consolas" charset="0"/>
                <a:ea typeface="Consolas" charset="0"/>
                <a:cs typeface="Consolas" charset="0"/>
              </a:rPr>
              <a:t>Integer.MAX_VALUE</a:t>
            </a:r>
            <a:r>
              <a:rPr lang="en-US" sz="2866" b="1" dirty="0">
                <a:latin typeface="Consolas" charset="0"/>
                <a:ea typeface="Consolas" charset="0"/>
                <a:cs typeface="Consolas" charset="0"/>
              </a:rPr>
              <a:t>; // </a:t>
            </a:r>
            <a:r>
              <a:rPr lang="cs-CZ" sz="2866" b="1" dirty="0">
                <a:latin typeface="Consolas" charset="0"/>
                <a:ea typeface="Consolas" charset="0"/>
                <a:cs typeface="Consolas" charset="0"/>
              </a:rPr>
              <a:t>2147483647</a:t>
            </a:r>
          </a:p>
          <a:p>
            <a:pPr marL="0" indent="0">
              <a:buNone/>
            </a:pPr>
            <a:r>
              <a:rPr lang="en-US" sz="2866" b="1" dirty="0">
                <a:latin typeface="Consolas" charset="0"/>
                <a:ea typeface="Consolas" charset="0"/>
                <a:cs typeface="Consolas" charset="0"/>
              </a:rPr>
              <a:t>	double </a:t>
            </a:r>
            <a:r>
              <a:rPr lang="en-US" sz="2866" b="1" dirty="0" err="1">
                <a:latin typeface="Consolas" charset="0"/>
                <a:ea typeface="Consolas" charset="0"/>
                <a:cs typeface="Consolas" charset="0"/>
              </a:rPr>
              <a:t>dMax</a:t>
            </a:r>
            <a:r>
              <a:rPr lang="en-US" sz="2866" b="1" dirty="0">
                <a:latin typeface="Consolas" charset="0"/>
                <a:ea typeface="Consolas" charset="0"/>
                <a:cs typeface="Consolas" charset="0"/>
              </a:rPr>
              <a:t> = </a:t>
            </a:r>
            <a:r>
              <a:rPr lang="en-US" sz="2866" b="1" dirty="0" err="1">
                <a:latin typeface="Consolas" charset="0"/>
                <a:ea typeface="Consolas" charset="0"/>
                <a:cs typeface="Consolas" charset="0"/>
              </a:rPr>
              <a:t>Double.MAX_VALUE</a:t>
            </a:r>
            <a:r>
              <a:rPr lang="en-US" sz="2866" b="1" dirty="0">
                <a:latin typeface="Consolas" charset="0"/>
                <a:ea typeface="Consolas" charset="0"/>
                <a:cs typeface="Consolas" charset="0"/>
              </a:rPr>
              <a:t>; // </a:t>
            </a:r>
            <a:r>
              <a:rPr lang="mr-IN" sz="2866" b="1" dirty="0">
                <a:latin typeface="Consolas" charset="0"/>
                <a:ea typeface="Consolas" charset="0"/>
                <a:cs typeface="Consolas" charset="0"/>
              </a:rPr>
              <a:t>1.80e+308</a:t>
            </a:r>
            <a:endParaRPr lang="en-US" dirty="0"/>
          </a:p>
          <a:p>
            <a:pPr lvl="1"/>
            <a:endParaRPr lang="en-US" dirty="0"/>
          </a:p>
          <a:p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MIN_VALUE</a:t>
            </a:r>
          </a:p>
          <a:p>
            <a:pPr lvl="1"/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Float</a:t>
            </a:r>
            <a:r>
              <a:rPr lang="en-US" dirty="0"/>
              <a:t>/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Double</a:t>
            </a:r>
            <a:r>
              <a:rPr lang="en-US" dirty="0"/>
              <a:t>: minimum </a:t>
            </a:r>
            <a:r>
              <a:rPr lang="en-US" i="1" dirty="0"/>
              <a:t>positive</a:t>
            </a:r>
            <a:r>
              <a:rPr lang="en-US" dirty="0"/>
              <a:t> value</a:t>
            </a:r>
          </a:p>
          <a:p>
            <a:pPr marL="0" indent="0">
              <a:buNone/>
            </a:pPr>
            <a:r>
              <a:rPr lang="en-US" sz="2866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2866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2866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2866" b="1" dirty="0" err="1">
                <a:latin typeface="Consolas" charset="0"/>
                <a:ea typeface="Consolas" charset="0"/>
                <a:cs typeface="Consolas" charset="0"/>
              </a:rPr>
              <a:t>iMin</a:t>
            </a:r>
            <a:r>
              <a:rPr lang="en-US" sz="2866" b="1" dirty="0">
                <a:latin typeface="Consolas" charset="0"/>
                <a:ea typeface="Consolas" charset="0"/>
                <a:cs typeface="Consolas" charset="0"/>
              </a:rPr>
              <a:t> = </a:t>
            </a:r>
            <a:r>
              <a:rPr lang="en-US" sz="2866" b="1" dirty="0" err="1">
                <a:latin typeface="Consolas" charset="0"/>
                <a:ea typeface="Consolas" charset="0"/>
                <a:cs typeface="Consolas" charset="0"/>
              </a:rPr>
              <a:t>Integer.MIN_VALUE</a:t>
            </a:r>
            <a:r>
              <a:rPr lang="en-US" sz="2866" b="1" dirty="0">
                <a:latin typeface="Consolas" charset="0"/>
                <a:ea typeface="Consolas" charset="0"/>
                <a:cs typeface="Consolas" charset="0"/>
              </a:rPr>
              <a:t>; // </a:t>
            </a:r>
            <a:r>
              <a:rPr lang="cs-CZ" sz="2866" b="1" dirty="0">
                <a:latin typeface="Consolas" charset="0"/>
                <a:ea typeface="Consolas" charset="0"/>
                <a:cs typeface="Consolas" charset="0"/>
              </a:rPr>
              <a:t>-2147483648</a:t>
            </a:r>
            <a:endParaRPr lang="en-US" sz="2866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en-US" sz="2866" b="1" dirty="0">
                <a:latin typeface="Consolas" charset="0"/>
                <a:ea typeface="Consolas" charset="0"/>
                <a:cs typeface="Consolas" charset="0"/>
              </a:rPr>
              <a:t>	double </a:t>
            </a:r>
            <a:r>
              <a:rPr lang="en-US" sz="2866" b="1" dirty="0" err="1">
                <a:latin typeface="Consolas" charset="0"/>
                <a:ea typeface="Consolas" charset="0"/>
                <a:cs typeface="Consolas" charset="0"/>
              </a:rPr>
              <a:t>dMin</a:t>
            </a:r>
            <a:r>
              <a:rPr lang="en-US" sz="2866" b="1" dirty="0">
                <a:latin typeface="Consolas" charset="0"/>
                <a:ea typeface="Consolas" charset="0"/>
                <a:cs typeface="Consolas" charset="0"/>
              </a:rPr>
              <a:t> = </a:t>
            </a:r>
            <a:r>
              <a:rPr lang="en-US" sz="2866" b="1" dirty="0" err="1">
                <a:latin typeface="Consolas" charset="0"/>
                <a:ea typeface="Consolas" charset="0"/>
                <a:cs typeface="Consolas" charset="0"/>
              </a:rPr>
              <a:t>Double.MIN_VALUE</a:t>
            </a:r>
            <a:r>
              <a:rPr lang="en-US" sz="2866" b="1" dirty="0">
                <a:latin typeface="Consolas" charset="0"/>
                <a:ea typeface="Consolas" charset="0"/>
                <a:cs typeface="Consolas" charset="0"/>
              </a:rPr>
              <a:t>;	// </a:t>
            </a:r>
            <a:r>
              <a:rPr lang="mr-IN" sz="2866" b="1" dirty="0">
                <a:latin typeface="Consolas" charset="0"/>
                <a:ea typeface="Consolas" charset="0"/>
                <a:cs typeface="Consolas" charset="0"/>
              </a:rPr>
              <a:t>4.90e-324</a:t>
            </a:r>
            <a:endParaRPr lang="en-US" sz="2866" b="1" dirty="0">
              <a:latin typeface="Consolas" charset="0"/>
              <a:ea typeface="Consolas" charset="0"/>
              <a:cs typeface="Consola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88241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>
            <a:normAutofit/>
          </a:bodyPr>
          <a:lstStyle/>
          <a:p>
            <a:pPr indent="-457200"/>
            <a:r>
              <a:rPr lang="en-US" dirty="0"/>
              <a:t>The 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compareTo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(o)</a:t>
            </a:r>
            <a:r>
              <a:rPr lang="en-US" dirty="0"/>
              <a:t> method returns</a:t>
            </a:r>
            <a:r>
              <a:rPr lang="mr-IN" dirty="0"/>
              <a:t>…</a:t>
            </a:r>
            <a:endParaRPr lang="en-US" dirty="0"/>
          </a:p>
          <a:p>
            <a:pPr marL="503972" lvl="1" indent="0">
              <a:buNone/>
            </a:pPr>
            <a:r>
              <a:rPr lang="en-US" dirty="0"/>
              <a:t>0: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this</a:t>
            </a:r>
            <a:r>
              <a:rPr lang="en-US" dirty="0"/>
              <a:t> and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o</a:t>
            </a:r>
            <a:r>
              <a:rPr lang="en-US" dirty="0"/>
              <a:t> are equal</a:t>
            </a:r>
          </a:p>
          <a:p>
            <a:pPr marL="503972" lvl="1" indent="0">
              <a:buNone/>
            </a:pPr>
            <a:r>
              <a:rPr lang="en-US" dirty="0"/>
              <a:t>&lt; 0: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this</a:t>
            </a:r>
            <a:r>
              <a:rPr lang="en-US" dirty="0"/>
              <a:t> is smaller/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o</a:t>
            </a:r>
            <a:r>
              <a:rPr lang="en-US" dirty="0"/>
              <a:t> is bigger</a:t>
            </a:r>
          </a:p>
          <a:p>
            <a:pPr marL="503972" lvl="1" indent="0">
              <a:buNone/>
            </a:pPr>
            <a:r>
              <a:rPr lang="en-US" dirty="0"/>
              <a:t>&gt; 0: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this</a:t>
            </a:r>
            <a:r>
              <a:rPr lang="en-US" dirty="0"/>
              <a:t> is bigger/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o</a:t>
            </a:r>
            <a:r>
              <a:rPr lang="en-US" dirty="0"/>
              <a:t> is smaller</a:t>
            </a:r>
          </a:p>
          <a:p>
            <a:pPr marL="503972" lvl="1" indent="0">
              <a:buNone/>
            </a:pPr>
            <a:endParaRPr lang="en-US" dirty="0"/>
          </a:p>
          <a:p>
            <a:pPr marL="503972" lvl="1" indent="0"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final Integer 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 = new Integer(5);</a:t>
            </a:r>
          </a:p>
          <a:p>
            <a:pPr marL="503972" lvl="1" indent="0">
              <a:buNone/>
            </a:pP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("%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d%n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", 	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i.compareTo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(5)); // 0</a:t>
            </a:r>
          </a:p>
          <a:p>
            <a:pPr marL="503972" lvl="1" indent="0">
              <a:buNone/>
            </a:pP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("%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d%n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", 	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i.compareTo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(10)); // -1</a:t>
            </a:r>
          </a:p>
          <a:p>
            <a:pPr marL="503972" lvl="1" indent="0">
              <a:buNone/>
            </a:pP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("%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d%n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", 	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i.compareTo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(2)); // 1</a:t>
            </a:r>
          </a:p>
        </p:txBody>
      </p:sp>
    </p:spTree>
    <p:extLst>
      <p:ext uri="{BB962C8B-B14F-4D97-AF65-F5344CB8AC3E}">
        <p14:creationId xmlns:p14="http://schemas.microsoft.com/office/powerpoint/2010/main" val="9891097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39712" y="1409292"/>
            <a:ext cx="9840913" cy="5343668"/>
          </a:xfrm>
          <a:prstGeom prst="rect">
            <a:avLst/>
          </a:prstGeom>
        </p:spPr>
        <p:txBody>
          <a:bodyPr>
            <a:normAutofit/>
          </a:bodyPr>
          <a:lstStyle/>
          <a:p>
            <a:pPr indent="-457200"/>
            <a:r>
              <a:rPr lang="en-US" dirty="0"/>
              <a:t>Write a method </a:t>
            </a:r>
            <a:r>
              <a:rPr lang="en-US" dirty="0" err="1"/>
              <a:t>biggerOf</a:t>
            </a:r>
            <a:r>
              <a:rPr lang="en-US" dirty="0"/>
              <a:t> that takes two </a:t>
            </a:r>
            <a:r>
              <a:rPr lang="en-US" dirty="0" err="1"/>
              <a:t>int’s</a:t>
            </a:r>
            <a:r>
              <a:rPr lang="en-US" dirty="0"/>
              <a:t> and returns a String</a:t>
            </a:r>
          </a:p>
          <a:p>
            <a:pPr lvl="1" indent="-457200"/>
            <a:r>
              <a:rPr lang="en-US" dirty="0"/>
              <a:t>"a" if the left parameter is bigger</a:t>
            </a:r>
          </a:p>
          <a:p>
            <a:pPr lvl="1" indent="-457200"/>
            <a:r>
              <a:rPr lang="en-US" dirty="0"/>
              <a:t>"b" if the right parameter is bigger</a:t>
            </a:r>
          </a:p>
          <a:p>
            <a:pPr lvl="1" indent="-457200"/>
            <a:r>
              <a:rPr lang="en-US" dirty="0"/>
              <a:t>"equal" if they are the same</a:t>
            </a:r>
          </a:p>
          <a:p>
            <a:pPr marL="0" indent="0">
              <a:buNone/>
            </a:pPr>
            <a:r>
              <a:rPr lang="en-US" sz="26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2600" b="1" dirty="0">
                <a:latin typeface="Consolas" charset="0"/>
                <a:ea typeface="Consolas" charset="0"/>
                <a:cs typeface="Consolas" charset="0"/>
              </a:rPr>
              <a:t>("%</a:t>
            </a:r>
            <a:r>
              <a:rPr lang="en-US" sz="2600" b="1" dirty="0" err="1">
                <a:latin typeface="Consolas" charset="0"/>
                <a:ea typeface="Consolas" charset="0"/>
                <a:cs typeface="Consolas" charset="0"/>
              </a:rPr>
              <a:t>s%n</a:t>
            </a:r>
            <a:r>
              <a:rPr lang="en-US" sz="2600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en-US" sz="2600" b="1" dirty="0" err="1">
                <a:latin typeface="Consolas" charset="0"/>
                <a:ea typeface="Consolas" charset="0"/>
                <a:cs typeface="Consolas" charset="0"/>
              </a:rPr>
              <a:t>biggerOf</a:t>
            </a:r>
            <a:r>
              <a:rPr lang="en-US" sz="2600" b="1" dirty="0">
                <a:latin typeface="Consolas" charset="0"/>
                <a:ea typeface="Consolas" charset="0"/>
                <a:cs typeface="Consolas" charset="0"/>
              </a:rPr>
              <a:t>(1, 100)); // "b"</a:t>
            </a:r>
          </a:p>
          <a:p>
            <a:pPr marL="0" indent="0">
              <a:buNone/>
            </a:pPr>
            <a:r>
              <a:rPr lang="en-US" sz="26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2600" b="1" dirty="0">
                <a:latin typeface="Consolas" charset="0"/>
                <a:ea typeface="Consolas" charset="0"/>
                <a:cs typeface="Consolas" charset="0"/>
              </a:rPr>
              <a:t>("%</a:t>
            </a:r>
            <a:r>
              <a:rPr lang="en-US" sz="2600" b="1" dirty="0" err="1">
                <a:latin typeface="Consolas" charset="0"/>
                <a:ea typeface="Consolas" charset="0"/>
                <a:cs typeface="Consolas" charset="0"/>
              </a:rPr>
              <a:t>s%n</a:t>
            </a:r>
            <a:r>
              <a:rPr lang="en-US" sz="2600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en-US" sz="2600" b="1" dirty="0" err="1">
                <a:latin typeface="Consolas" charset="0"/>
                <a:ea typeface="Consolas" charset="0"/>
                <a:cs typeface="Consolas" charset="0"/>
              </a:rPr>
              <a:t>biggerOf</a:t>
            </a:r>
            <a:r>
              <a:rPr lang="en-US" sz="2600" b="1" dirty="0">
                <a:latin typeface="Consolas" charset="0"/>
                <a:ea typeface="Consolas" charset="0"/>
                <a:cs typeface="Consolas" charset="0"/>
              </a:rPr>
              <a:t>(100, 1)); // "a"</a:t>
            </a:r>
          </a:p>
          <a:p>
            <a:pPr marL="0" indent="0">
              <a:buNone/>
            </a:pPr>
            <a:r>
              <a:rPr lang="en-US" sz="26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2600" b="1" dirty="0">
                <a:latin typeface="Consolas" charset="0"/>
                <a:ea typeface="Consolas" charset="0"/>
                <a:cs typeface="Consolas" charset="0"/>
              </a:rPr>
              <a:t>("%</a:t>
            </a:r>
            <a:r>
              <a:rPr lang="en-US" sz="2600" b="1" dirty="0" err="1">
                <a:latin typeface="Consolas" charset="0"/>
                <a:ea typeface="Consolas" charset="0"/>
                <a:cs typeface="Consolas" charset="0"/>
              </a:rPr>
              <a:t>s%n</a:t>
            </a:r>
            <a:r>
              <a:rPr lang="en-US" sz="2600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en-US" sz="2600" b="1" dirty="0" err="1">
                <a:latin typeface="Consolas" charset="0"/>
                <a:ea typeface="Consolas" charset="0"/>
                <a:cs typeface="Consolas" charset="0"/>
              </a:rPr>
              <a:t>biggerOf</a:t>
            </a:r>
            <a:r>
              <a:rPr lang="en-US" sz="2600" b="1" dirty="0">
                <a:latin typeface="Consolas" charset="0"/>
                <a:ea typeface="Consolas" charset="0"/>
                <a:cs typeface="Consolas" charset="0"/>
              </a:rPr>
              <a:t>(1, 1)); // "equal"</a:t>
            </a:r>
          </a:p>
        </p:txBody>
      </p:sp>
    </p:spTree>
    <p:extLst>
      <p:ext uri="{BB962C8B-B14F-4D97-AF65-F5344CB8AC3E}">
        <p14:creationId xmlns:p14="http://schemas.microsoft.com/office/powerpoint/2010/main" val="2964215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28600" y="1484169"/>
            <a:ext cx="9459912" cy="534366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000" b="1" dirty="0">
                <a:latin typeface="Consolas" charset="0"/>
                <a:ea typeface="Consolas" charset="0"/>
                <a:cs typeface="Consolas" charset="0"/>
              </a:rPr>
              <a:t>public static String </a:t>
            </a:r>
            <a:r>
              <a:rPr lang="en-US" sz="2000" b="1" dirty="0" err="1">
                <a:latin typeface="Consolas" charset="0"/>
                <a:ea typeface="Consolas" charset="0"/>
                <a:cs typeface="Consolas" charset="0"/>
              </a:rPr>
              <a:t>biggerOf</a:t>
            </a:r>
            <a:r>
              <a:rPr lang="en-US" sz="20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20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2000" b="1" dirty="0">
                <a:latin typeface="Consolas" charset="0"/>
                <a:ea typeface="Consolas" charset="0"/>
                <a:cs typeface="Consolas" charset="0"/>
              </a:rPr>
              <a:t> a, </a:t>
            </a:r>
            <a:r>
              <a:rPr lang="en-US" sz="20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2000" b="1" dirty="0">
                <a:latin typeface="Consolas" charset="0"/>
                <a:ea typeface="Consolas" charset="0"/>
                <a:cs typeface="Consolas" charset="0"/>
              </a:rPr>
              <a:t> b)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000" b="1" dirty="0">
                <a:latin typeface="Consolas" charset="0"/>
                <a:ea typeface="Consolas" charset="0"/>
                <a:cs typeface="Consolas" charset="0"/>
              </a:rPr>
              <a:t>  final </a:t>
            </a:r>
            <a:r>
              <a:rPr lang="en-US" sz="20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2000" b="1" dirty="0">
                <a:latin typeface="Consolas" charset="0"/>
                <a:ea typeface="Consolas" charset="0"/>
                <a:cs typeface="Consolas" charset="0"/>
              </a:rPr>
              <a:t> c = </a:t>
            </a:r>
            <a:r>
              <a:rPr lang="en-US" sz="2000" b="1" dirty="0" err="1">
                <a:latin typeface="Consolas" charset="0"/>
                <a:ea typeface="Consolas" charset="0"/>
                <a:cs typeface="Consolas" charset="0"/>
              </a:rPr>
              <a:t>Integer.valueOf</a:t>
            </a:r>
            <a:r>
              <a:rPr lang="en-US" sz="2000" b="1" dirty="0">
                <a:latin typeface="Consolas" charset="0"/>
                <a:ea typeface="Consolas" charset="0"/>
                <a:cs typeface="Consolas" charset="0"/>
              </a:rPr>
              <a:t>(a).</a:t>
            </a:r>
            <a:r>
              <a:rPr lang="en-US" sz="2000" b="1" dirty="0" err="1">
                <a:latin typeface="Consolas" charset="0"/>
                <a:ea typeface="Consolas" charset="0"/>
                <a:cs typeface="Consolas" charset="0"/>
              </a:rPr>
              <a:t>compareTo</a:t>
            </a:r>
            <a:r>
              <a:rPr lang="en-US" sz="20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2000" b="1" dirty="0" err="1">
                <a:latin typeface="Consolas" charset="0"/>
                <a:ea typeface="Consolas" charset="0"/>
                <a:cs typeface="Consolas" charset="0"/>
              </a:rPr>
              <a:t>Integer.valueOf</a:t>
            </a:r>
            <a:r>
              <a:rPr lang="en-US" sz="2000" b="1" dirty="0">
                <a:latin typeface="Consolas" charset="0"/>
                <a:ea typeface="Consolas" charset="0"/>
                <a:cs typeface="Consolas" charset="0"/>
              </a:rPr>
              <a:t>(b));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000" b="1" dirty="0">
                <a:latin typeface="Consolas" charset="0"/>
                <a:ea typeface="Consolas" charset="0"/>
                <a:cs typeface="Consolas" charset="0"/>
              </a:rPr>
              <a:t>  return (c==0)?"equal":((c&gt;0)?"</a:t>
            </a:r>
            <a:r>
              <a:rPr lang="en-US" sz="2000" b="1" dirty="0" err="1">
                <a:latin typeface="Consolas" charset="0"/>
                <a:ea typeface="Consolas" charset="0"/>
                <a:cs typeface="Consolas" charset="0"/>
              </a:rPr>
              <a:t>a":"b</a:t>
            </a:r>
            <a:r>
              <a:rPr lang="en-US" sz="2000" b="1" dirty="0">
                <a:latin typeface="Consolas" charset="0"/>
                <a:ea typeface="Consolas" charset="0"/>
                <a:cs typeface="Consolas" charset="0"/>
              </a:rPr>
              <a:t>");	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0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20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000" b="1" dirty="0">
                <a:latin typeface="Consolas" charset="0"/>
                <a:ea typeface="Consolas" charset="0"/>
                <a:cs typeface="Consolas" charset="0"/>
              </a:rPr>
              <a:t>// OR, without ternary </a:t>
            </a:r>
            <a:r>
              <a:rPr lang="en-US" sz="2000" b="1" dirty="0" err="1">
                <a:latin typeface="Consolas" charset="0"/>
                <a:ea typeface="Consolas" charset="0"/>
                <a:cs typeface="Consolas" charset="0"/>
              </a:rPr>
              <a:t>operater</a:t>
            </a:r>
            <a:endParaRPr lang="en-US" sz="20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20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000" b="1" dirty="0">
                <a:latin typeface="Consolas" charset="0"/>
                <a:ea typeface="Consolas" charset="0"/>
                <a:cs typeface="Consolas" charset="0"/>
              </a:rPr>
              <a:t>public static String </a:t>
            </a:r>
            <a:r>
              <a:rPr lang="en-US" sz="2000" b="1" dirty="0" err="1">
                <a:latin typeface="Consolas" charset="0"/>
                <a:ea typeface="Consolas" charset="0"/>
                <a:cs typeface="Consolas" charset="0"/>
              </a:rPr>
              <a:t>biggerOf</a:t>
            </a:r>
            <a:r>
              <a:rPr lang="en-US" sz="20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20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2000" b="1" dirty="0">
                <a:latin typeface="Consolas" charset="0"/>
                <a:ea typeface="Consolas" charset="0"/>
                <a:cs typeface="Consolas" charset="0"/>
              </a:rPr>
              <a:t> a, </a:t>
            </a:r>
            <a:r>
              <a:rPr lang="en-US" sz="20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2000" b="1" dirty="0">
                <a:latin typeface="Consolas" charset="0"/>
                <a:ea typeface="Consolas" charset="0"/>
                <a:cs typeface="Consolas" charset="0"/>
              </a:rPr>
              <a:t> b)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000" b="1" dirty="0">
                <a:latin typeface="Consolas" charset="0"/>
                <a:ea typeface="Consolas" charset="0"/>
                <a:cs typeface="Consolas" charset="0"/>
              </a:rPr>
              <a:t>  final </a:t>
            </a:r>
            <a:r>
              <a:rPr lang="en-US" sz="20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2000" b="1" dirty="0">
                <a:latin typeface="Consolas" charset="0"/>
                <a:ea typeface="Consolas" charset="0"/>
                <a:cs typeface="Consolas" charset="0"/>
              </a:rPr>
              <a:t> c = </a:t>
            </a:r>
            <a:r>
              <a:rPr lang="en-US" sz="2000" b="1" dirty="0" err="1">
                <a:latin typeface="Consolas" charset="0"/>
                <a:ea typeface="Consolas" charset="0"/>
                <a:cs typeface="Consolas" charset="0"/>
              </a:rPr>
              <a:t>Integer.valueOf</a:t>
            </a:r>
            <a:r>
              <a:rPr lang="en-US" sz="2000" b="1" dirty="0">
                <a:latin typeface="Consolas" charset="0"/>
                <a:ea typeface="Consolas" charset="0"/>
                <a:cs typeface="Consolas" charset="0"/>
              </a:rPr>
              <a:t>(a).</a:t>
            </a:r>
            <a:r>
              <a:rPr lang="en-US" sz="2000" b="1" dirty="0" err="1">
                <a:latin typeface="Consolas" charset="0"/>
                <a:ea typeface="Consolas" charset="0"/>
                <a:cs typeface="Consolas" charset="0"/>
              </a:rPr>
              <a:t>compareTo</a:t>
            </a:r>
            <a:r>
              <a:rPr lang="en-US" sz="20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2000" b="1" dirty="0" err="1">
                <a:latin typeface="Consolas" charset="0"/>
                <a:ea typeface="Consolas" charset="0"/>
                <a:cs typeface="Consolas" charset="0"/>
              </a:rPr>
              <a:t>Integer.valueOf</a:t>
            </a:r>
            <a:r>
              <a:rPr lang="en-US" sz="2000" b="1" dirty="0">
                <a:latin typeface="Consolas" charset="0"/>
                <a:ea typeface="Consolas" charset="0"/>
                <a:cs typeface="Consolas" charset="0"/>
              </a:rPr>
              <a:t>(b));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000" b="1" dirty="0">
                <a:latin typeface="Consolas" charset="0"/>
                <a:ea typeface="Consolas" charset="0"/>
                <a:cs typeface="Consolas" charset="0"/>
              </a:rPr>
              <a:t>  if (c == 0)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000" b="1" dirty="0">
                <a:latin typeface="Consolas" charset="0"/>
                <a:ea typeface="Consolas" charset="0"/>
                <a:cs typeface="Consolas" charset="0"/>
              </a:rPr>
              <a:t>    return "equal";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000" b="1" dirty="0">
                <a:latin typeface="Consolas" charset="0"/>
                <a:ea typeface="Consolas" charset="0"/>
                <a:cs typeface="Consolas" charset="0"/>
              </a:rPr>
              <a:t>  } else if (c &gt; 0)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000" b="1" dirty="0">
                <a:latin typeface="Consolas" charset="0"/>
                <a:ea typeface="Consolas" charset="0"/>
                <a:cs typeface="Consolas" charset="0"/>
              </a:rPr>
              <a:t>    return "a";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000" b="1" dirty="0">
                <a:latin typeface="Consolas" charset="0"/>
                <a:ea typeface="Consolas" charset="0"/>
                <a:cs typeface="Consolas" charset="0"/>
              </a:rPr>
              <a:t>  }  else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000" b="1" dirty="0">
                <a:latin typeface="Consolas" charset="0"/>
                <a:ea typeface="Consolas" charset="0"/>
                <a:cs typeface="Consolas" charset="0"/>
              </a:rPr>
              <a:t>    return "b";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000" b="1" dirty="0">
                <a:latin typeface="Consolas" charset="0"/>
                <a:ea typeface="Consolas" charset="0"/>
                <a:cs typeface="Consolas" charset="0"/>
              </a:rPr>
              <a:t>  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20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419932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String</a:t>
            </a:r>
            <a:r>
              <a:rPr lang="en-US" dirty="0"/>
              <a:t>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341437"/>
            <a:ext cx="9071610" cy="5343668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dirty="0"/>
              <a:t>Construction</a:t>
            </a:r>
          </a:p>
          <a:p>
            <a:pPr marL="503972" lvl="1" indent="0">
              <a:lnSpc>
                <a:spcPct val="100000"/>
              </a:lnSpc>
              <a:buNone/>
            </a:pPr>
            <a:r>
              <a:rPr lang="en-US" sz="2000" b="1" dirty="0">
                <a:latin typeface="Consolas" charset="0"/>
                <a:ea typeface="Consolas" charset="0"/>
                <a:cs typeface="Consolas" charset="0"/>
              </a:rPr>
              <a:t>String s1 = "Things";</a:t>
            </a:r>
          </a:p>
          <a:p>
            <a:pPr marL="503972" lvl="1" indent="0">
              <a:lnSpc>
                <a:spcPct val="100000"/>
              </a:lnSpc>
              <a:buNone/>
            </a:pPr>
            <a:r>
              <a:rPr lang="en-US" sz="2000" b="1" dirty="0">
                <a:latin typeface="Consolas" charset="0"/>
                <a:ea typeface="Consolas" charset="0"/>
                <a:cs typeface="Consolas" charset="0"/>
              </a:rPr>
              <a:t>String s2 = new String("Stuffs");</a:t>
            </a:r>
            <a:endParaRPr lang="en-US" sz="2000" dirty="0"/>
          </a:p>
          <a:p>
            <a:pPr>
              <a:lnSpc>
                <a:spcPct val="100000"/>
              </a:lnSpc>
            </a:pPr>
            <a:r>
              <a:rPr lang="en-US" sz="2400" dirty="0"/>
              <a:t>Length, Character</a:t>
            </a:r>
          </a:p>
          <a:p>
            <a:pPr marL="503972" lvl="1" indent="0">
              <a:lnSpc>
                <a:spcPct val="100000"/>
              </a:lnSpc>
              <a:buNone/>
            </a:pPr>
            <a:r>
              <a:rPr lang="en-US" sz="2000" b="1" dirty="0">
                <a:latin typeface="Consolas" charset="0"/>
                <a:ea typeface="Consolas" charset="0"/>
                <a:cs typeface="Consolas" charset="0"/>
              </a:rPr>
              <a:t>s1.length(), s1.charAt(</a:t>
            </a:r>
            <a:r>
              <a:rPr lang="en-US" sz="20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2000" b="1" dirty="0">
                <a:latin typeface="Consolas" charset="0"/>
                <a:ea typeface="Consolas" charset="0"/>
                <a:cs typeface="Consolas" charset="0"/>
              </a:rPr>
              <a:t>)</a:t>
            </a:r>
            <a:endParaRPr lang="en-US" sz="2000" dirty="0"/>
          </a:p>
          <a:p>
            <a:pPr>
              <a:lnSpc>
                <a:spcPct val="100000"/>
              </a:lnSpc>
            </a:pPr>
            <a:r>
              <a:rPr lang="en-US" sz="2400" dirty="0"/>
              <a:t>Concatenation</a:t>
            </a:r>
          </a:p>
          <a:p>
            <a:pPr marL="503972" lvl="1" indent="0">
              <a:lnSpc>
                <a:spcPct val="100000"/>
              </a:lnSpc>
              <a:buNone/>
            </a:pPr>
            <a:r>
              <a:rPr lang="en-US" sz="2000" b="1" dirty="0">
                <a:latin typeface="Consolas" charset="0"/>
                <a:ea typeface="Consolas" charset="0"/>
                <a:cs typeface="Consolas" charset="0"/>
              </a:rPr>
              <a:t>String s3 = s1.concat(s2); // s1 + s2</a:t>
            </a:r>
            <a:endParaRPr lang="en-US" sz="2000" dirty="0"/>
          </a:p>
          <a:p>
            <a:pPr>
              <a:lnSpc>
                <a:spcPct val="100000"/>
              </a:lnSpc>
            </a:pPr>
            <a:r>
              <a:rPr lang="en-US" sz="2400" dirty="0"/>
              <a:t>Substring</a:t>
            </a:r>
          </a:p>
          <a:p>
            <a:pPr marL="503972" lvl="1" indent="0">
              <a:lnSpc>
                <a:spcPct val="100000"/>
              </a:lnSpc>
              <a:buNone/>
            </a:pPr>
            <a:r>
              <a:rPr lang="en-US" sz="2000" b="1" dirty="0">
                <a:latin typeface="Consolas" charset="0"/>
                <a:ea typeface="Consolas" charset="0"/>
                <a:cs typeface="Consolas" charset="0"/>
              </a:rPr>
              <a:t>s1.substring(2) // "</a:t>
            </a:r>
            <a:r>
              <a:rPr lang="en-US" sz="2000" b="1" dirty="0" err="1">
                <a:latin typeface="Consolas" charset="0"/>
                <a:ea typeface="Consolas" charset="0"/>
                <a:cs typeface="Consolas" charset="0"/>
              </a:rPr>
              <a:t>ings</a:t>
            </a:r>
            <a:r>
              <a:rPr lang="en-US" sz="2000" b="1" dirty="0">
                <a:latin typeface="Consolas" charset="0"/>
                <a:ea typeface="Consolas" charset="0"/>
                <a:cs typeface="Consolas" charset="0"/>
              </a:rPr>
              <a:t>"</a:t>
            </a:r>
          </a:p>
          <a:p>
            <a:pPr marL="503972" lvl="1" indent="0">
              <a:lnSpc>
                <a:spcPct val="100000"/>
              </a:lnSpc>
              <a:buNone/>
            </a:pPr>
            <a:r>
              <a:rPr lang="en-US" sz="2000" b="1" dirty="0">
                <a:latin typeface="Consolas" charset="0"/>
                <a:ea typeface="Consolas" charset="0"/>
                <a:cs typeface="Consolas" charset="0"/>
              </a:rPr>
              <a:t>s2.substring(1, 5) // "tuff"</a:t>
            </a:r>
            <a:endParaRPr lang="en-US" sz="2000" dirty="0"/>
          </a:p>
          <a:p>
            <a:pPr>
              <a:lnSpc>
                <a:spcPct val="100000"/>
              </a:lnSpc>
            </a:pPr>
            <a:r>
              <a:rPr lang="en-US" sz="2400" dirty="0"/>
              <a:t>Comparisons</a:t>
            </a:r>
          </a:p>
          <a:p>
            <a:pPr marL="503972" lvl="1" indent="0">
              <a:lnSpc>
                <a:spcPct val="100000"/>
              </a:lnSpc>
              <a:buNone/>
            </a:pPr>
            <a:r>
              <a:rPr lang="en-US" sz="2000" b="1" dirty="0">
                <a:latin typeface="Consolas" charset="0"/>
                <a:ea typeface="Consolas" charset="0"/>
                <a:cs typeface="Consolas" charset="0"/>
              </a:rPr>
              <a:t>s1.equals(s2), s2.compareTo(s1)</a:t>
            </a:r>
          </a:p>
        </p:txBody>
      </p:sp>
    </p:spTree>
    <p:extLst>
      <p:ext uri="{BB962C8B-B14F-4D97-AF65-F5344CB8AC3E}">
        <p14:creationId xmlns:p14="http://schemas.microsoft.com/office/powerpoint/2010/main" val="1624623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Strings are Immutable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String</a:t>
            </a:r>
            <a:r>
              <a:rPr lang="en-US" dirty="0"/>
              <a:t> object is </a:t>
            </a:r>
            <a:r>
              <a:rPr lang="en-US" b="1" dirty="0"/>
              <a:t>immutable</a:t>
            </a:r>
            <a:r>
              <a:rPr lang="en-US" dirty="0"/>
              <a:t> </a:t>
            </a:r>
            <a:r>
              <a:rPr lang="mr-IN" dirty="0"/>
              <a:t>–</a:t>
            </a:r>
            <a:r>
              <a:rPr lang="en-US" dirty="0"/>
              <a:t> once constructed, its contents </a:t>
            </a:r>
            <a:r>
              <a:rPr lang="en-US" i="1" dirty="0"/>
              <a:t>cannot</a:t>
            </a:r>
            <a:r>
              <a:rPr lang="en-US" dirty="0"/>
              <a:t> be changed</a:t>
            </a:r>
          </a:p>
          <a:p>
            <a:r>
              <a:rPr lang="en-US" dirty="0"/>
              <a:t>What does the following code do?</a:t>
            </a:r>
          </a:p>
          <a:p>
            <a:pPr marL="503972" lvl="1" indent="0">
              <a:buNone/>
            </a:pPr>
            <a:endParaRPr lang="en-US" b="1" dirty="0">
              <a:latin typeface="Consolas" charset="0"/>
              <a:ea typeface="Consolas" charset="0"/>
              <a:cs typeface="Consolas" charset="0"/>
            </a:endParaRPr>
          </a:p>
          <a:p>
            <a:pPr marL="503972" lvl="1" indent="0"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String s = "hello";</a:t>
            </a:r>
          </a:p>
          <a:p>
            <a:pPr marL="503972" lvl="1" indent="0"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s = "world";</a:t>
            </a:r>
          </a:p>
        </p:txBody>
      </p:sp>
    </p:spTree>
    <p:extLst>
      <p:ext uri="{BB962C8B-B14F-4D97-AF65-F5344CB8AC3E}">
        <p14:creationId xmlns:p14="http://schemas.microsoft.com/office/powerpoint/2010/main" val="19395387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Trace Code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String s = "hello";</a:t>
            </a:r>
          </a:p>
          <a:p>
            <a:pPr marL="0" indent="0"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s = "world";</a:t>
            </a:r>
          </a:p>
        </p:txBody>
      </p:sp>
      <p:sp>
        <p:nvSpPr>
          <p:cNvPr id="7" name="Rectangle 6"/>
          <p:cNvSpPr/>
          <p:nvPr/>
        </p:nvSpPr>
        <p:spPr>
          <a:xfrm>
            <a:off x="504506" y="1409291"/>
            <a:ext cx="4917195" cy="579379"/>
          </a:xfrm>
          <a:prstGeom prst="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46"/>
          </a:p>
        </p:txBody>
      </p:sp>
      <p:sp>
        <p:nvSpPr>
          <p:cNvPr id="8" name="Rectangle 7"/>
          <p:cNvSpPr/>
          <p:nvPr/>
        </p:nvSpPr>
        <p:spPr>
          <a:xfrm>
            <a:off x="1711514" y="3870893"/>
            <a:ext cx="2693531" cy="3303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646" b="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711514" y="4198135"/>
            <a:ext cx="2693531" cy="3303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646" b="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711514" y="4525377"/>
            <a:ext cx="2693531" cy="3303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646"/>
          </a:p>
        </p:txBody>
      </p:sp>
      <p:sp>
        <p:nvSpPr>
          <p:cNvPr id="11" name="Rectangle 10"/>
          <p:cNvSpPr/>
          <p:nvPr/>
        </p:nvSpPr>
        <p:spPr>
          <a:xfrm>
            <a:off x="1711514" y="4852619"/>
            <a:ext cx="2693531" cy="3303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646"/>
          </a:p>
        </p:txBody>
      </p:sp>
      <p:sp>
        <p:nvSpPr>
          <p:cNvPr id="12" name="Rectangle 11"/>
          <p:cNvSpPr/>
          <p:nvPr/>
        </p:nvSpPr>
        <p:spPr>
          <a:xfrm>
            <a:off x="1711514" y="5179861"/>
            <a:ext cx="2693531" cy="3303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646"/>
          </a:p>
        </p:txBody>
      </p:sp>
      <p:sp>
        <p:nvSpPr>
          <p:cNvPr id="13" name="TextBox 12"/>
          <p:cNvSpPr txBox="1"/>
          <p:nvPr/>
        </p:nvSpPr>
        <p:spPr>
          <a:xfrm>
            <a:off x="1160243" y="3832503"/>
            <a:ext cx="370614" cy="4913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46" b="1" dirty="0">
                <a:latin typeface="Consolas" charset="0"/>
                <a:ea typeface="Consolas" charset="0"/>
                <a:cs typeface="Consolas" charset="0"/>
              </a:rP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11514" y="3467505"/>
            <a:ext cx="2693531" cy="491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46" dirty="0"/>
              <a:t>Memory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6760691" y="3070456"/>
            <a:ext cx="2213553" cy="800437"/>
            <a:chOff x="1091991" y="3755766"/>
            <a:chExt cx="2008095" cy="726142"/>
          </a:xfrm>
        </p:grpSpPr>
        <p:sp>
          <p:nvSpPr>
            <p:cNvPr id="16" name="Rectangle 15"/>
            <p:cNvSpPr/>
            <p:nvPr/>
          </p:nvSpPr>
          <p:spPr>
            <a:xfrm>
              <a:off x="1091991" y="3755766"/>
              <a:ext cx="2008095" cy="25997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764" b="1" dirty="0">
                  <a:latin typeface="Consolas" charset="0"/>
                  <a:ea typeface="Consolas" charset="0"/>
                  <a:cs typeface="Consolas" charset="0"/>
                </a:rPr>
                <a:t>: String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091992" y="4015743"/>
              <a:ext cx="2008094" cy="4661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"hello"</a:t>
              </a:r>
            </a:p>
          </p:txBody>
        </p:sp>
      </p:grpSp>
      <p:cxnSp>
        <p:nvCxnSpPr>
          <p:cNvPr id="18" name="Straight Arrow Connector 17"/>
          <p:cNvCxnSpPr/>
          <p:nvPr/>
        </p:nvCxnSpPr>
        <p:spPr>
          <a:xfrm flipV="1">
            <a:off x="4405045" y="3213744"/>
            <a:ext cx="2355646" cy="822318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29556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Trace Code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String s = "hello";</a:t>
            </a:r>
          </a:p>
          <a:p>
            <a:pPr marL="0" indent="0"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s = "world";</a:t>
            </a:r>
          </a:p>
        </p:txBody>
      </p:sp>
      <p:sp>
        <p:nvSpPr>
          <p:cNvPr id="7" name="Rectangle 6"/>
          <p:cNvSpPr/>
          <p:nvPr/>
        </p:nvSpPr>
        <p:spPr>
          <a:xfrm>
            <a:off x="504507" y="1859019"/>
            <a:ext cx="3187323" cy="579379"/>
          </a:xfrm>
          <a:prstGeom prst="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46"/>
          </a:p>
        </p:txBody>
      </p:sp>
      <p:sp>
        <p:nvSpPr>
          <p:cNvPr id="8" name="Rectangle 7"/>
          <p:cNvSpPr/>
          <p:nvPr/>
        </p:nvSpPr>
        <p:spPr>
          <a:xfrm>
            <a:off x="1711514" y="3870893"/>
            <a:ext cx="2693531" cy="3303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646" b="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711514" y="4198135"/>
            <a:ext cx="2693531" cy="3303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646" b="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711514" y="4525377"/>
            <a:ext cx="2693531" cy="3303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646"/>
          </a:p>
        </p:txBody>
      </p:sp>
      <p:sp>
        <p:nvSpPr>
          <p:cNvPr id="11" name="Rectangle 10"/>
          <p:cNvSpPr/>
          <p:nvPr/>
        </p:nvSpPr>
        <p:spPr>
          <a:xfrm>
            <a:off x="1711514" y="4852619"/>
            <a:ext cx="2693531" cy="3303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646"/>
          </a:p>
        </p:txBody>
      </p:sp>
      <p:sp>
        <p:nvSpPr>
          <p:cNvPr id="12" name="Rectangle 11"/>
          <p:cNvSpPr/>
          <p:nvPr/>
        </p:nvSpPr>
        <p:spPr>
          <a:xfrm>
            <a:off x="1711514" y="5179861"/>
            <a:ext cx="2693531" cy="3303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646"/>
          </a:p>
        </p:txBody>
      </p:sp>
      <p:sp>
        <p:nvSpPr>
          <p:cNvPr id="13" name="TextBox 12"/>
          <p:cNvSpPr txBox="1"/>
          <p:nvPr/>
        </p:nvSpPr>
        <p:spPr>
          <a:xfrm>
            <a:off x="1160243" y="3832503"/>
            <a:ext cx="370614" cy="4913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46" b="1" dirty="0">
                <a:latin typeface="Consolas" charset="0"/>
                <a:ea typeface="Consolas" charset="0"/>
                <a:cs typeface="Consolas" charset="0"/>
              </a:rP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11514" y="3467505"/>
            <a:ext cx="2693531" cy="491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46" dirty="0"/>
              <a:t>Memory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6760691" y="3070456"/>
            <a:ext cx="2213553" cy="800437"/>
            <a:chOff x="1091991" y="3755766"/>
            <a:chExt cx="2008095" cy="726142"/>
          </a:xfrm>
        </p:grpSpPr>
        <p:sp>
          <p:nvSpPr>
            <p:cNvPr id="16" name="Rectangle 15"/>
            <p:cNvSpPr/>
            <p:nvPr/>
          </p:nvSpPr>
          <p:spPr>
            <a:xfrm>
              <a:off x="1091991" y="3755766"/>
              <a:ext cx="2008095" cy="25997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764" b="1" dirty="0">
                  <a:latin typeface="Consolas" charset="0"/>
                  <a:ea typeface="Consolas" charset="0"/>
                  <a:cs typeface="Consolas" charset="0"/>
                </a:rPr>
                <a:t>: String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091992" y="4015743"/>
              <a:ext cx="2008094" cy="4661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"hello"</a:t>
              </a:r>
            </a:p>
          </p:txBody>
        </p:sp>
      </p:grpSp>
      <p:cxnSp>
        <p:nvCxnSpPr>
          <p:cNvPr id="18" name="Straight Arrow Connector 17"/>
          <p:cNvCxnSpPr>
            <a:endCxn id="20" idx="1"/>
          </p:cNvCxnSpPr>
          <p:nvPr/>
        </p:nvCxnSpPr>
        <p:spPr>
          <a:xfrm>
            <a:off x="4405045" y="4036062"/>
            <a:ext cx="2355646" cy="632603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9" name="Group 18"/>
          <p:cNvGrpSpPr/>
          <p:nvPr/>
        </p:nvGrpSpPr>
        <p:grpSpPr>
          <a:xfrm>
            <a:off x="6760691" y="4525377"/>
            <a:ext cx="2213553" cy="800437"/>
            <a:chOff x="1091991" y="3755766"/>
            <a:chExt cx="2008095" cy="726142"/>
          </a:xfrm>
        </p:grpSpPr>
        <p:sp>
          <p:nvSpPr>
            <p:cNvPr id="20" name="Rectangle 19"/>
            <p:cNvSpPr/>
            <p:nvPr/>
          </p:nvSpPr>
          <p:spPr>
            <a:xfrm>
              <a:off x="1091991" y="3755766"/>
              <a:ext cx="2008095" cy="25997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764" b="1" dirty="0">
                  <a:latin typeface="Consolas" charset="0"/>
                  <a:ea typeface="Consolas" charset="0"/>
                  <a:cs typeface="Consolas" charset="0"/>
                </a:rPr>
                <a:t>: String</a:t>
              </a: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091992" y="4015743"/>
              <a:ext cx="2008094" cy="4661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"world"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125918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Interned 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Strings are </a:t>
            </a:r>
            <a:r>
              <a:rPr lang="en-US" i="1" dirty="0"/>
              <a:t>immutable</a:t>
            </a:r>
            <a:r>
              <a:rPr lang="en-US" dirty="0"/>
              <a:t> and are frequently used</a:t>
            </a:r>
          </a:p>
          <a:p>
            <a:r>
              <a:rPr lang="en-US" dirty="0"/>
              <a:t>To improve efficiency and save memory, the JVM uses a unique instance for string </a:t>
            </a:r>
            <a:r>
              <a:rPr lang="en-US" u="sng" dirty="0"/>
              <a:t>literals</a:t>
            </a:r>
            <a:r>
              <a:rPr lang="en-US" dirty="0"/>
              <a:t> with the same character sequence</a:t>
            </a:r>
          </a:p>
          <a:p>
            <a:r>
              <a:rPr lang="en-US" dirty="0"/>
              <a:t>Such an instance is called </a:t>
            </a:r>
            <a:r>
              <a:rPr lang="en-US" b="1" dirty="0"/>
              <a:t>interned</a:t>
            </a:r>
          </a:p>
        </p:txBody>
      </p:sp>
    </p:spTree>
    <p:extLst>
      <p:ext uri="{BB962C8B-B14F-4D97-AF65-F5344CB8AC3E}">
        <p14:creationId xmlns:p14="http://schemas.microsoft.com/office/powerpoint/2010/main" val="1984557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String s1 = "Things";</a:t>
            </a:r>
          </a:p>
          <a:p>
            <a:pPr marL="0" indent="0"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String s2 = new String("Things");</a:t>
            </a:r>
          </a:p>
          <a:p>
            <a:pPr marL="0" indent="0"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String s3 = "Things";</a:t>
            </a:r>
          </a:p>
        </p:txBody>
      </p:sp>
    </p:spTree>
    <p:extLst>
      <p:ext uri="{BB962C8B-B14F-4D97-AF65-F5344CB8AC3E}">
        <p14:creationId xmlns:p14="http://schemas.microsoft.com/office/powerpoint/2010/main" val="1892658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Trace Code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String s1 = "Things";</a:t>
            </a:r>
          </a:p>
          <a:p>
            <a:pPr marL="0" indent="0"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String s2 = new String("Things");</a:t>
            </a:r>
          </a:p>
          <a:p>
            <a:pPr marL="0" indent="0"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String s3 = "Things";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5777" y="4618085"/>
            <a:ext cx="2693531" cy="3303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646" b="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55777" y="4945327"/>
            <a:ext cx="2693531" cy="3303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646" b="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55777" y="5272569"/>
            <a:ext cx="2693531" cy="3303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646"/>
          </a:p>
        </p:txBody>
      </p:sp>
      <p:sp>
        <p:nvSpPr>
          <p:cNvPr id="10" name="Rectangle 9"/>
          <p:cNvSpPr/>
          <p:nvPr/>
        </p:nvSpPr>
        <p:spPr>
          <a:xfrm>
            <a:off x="1055777" y="5599811"/>
            <a:ext cx="2693531" cy="3303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646"/>
          </a:p>
        </p:txBody>
      </p:sp>
      <p:sp>
        <p:nvSpPr>
          <p:cNvPr id="11" name="Rectangle 10"/>
          <p:cNvSpPr/>
          <p:nvPr/>
        </p:nvSpPr>
        <p:spPr>
          <a:xfrm>
            <a:off x="1055777" y="5927053"/>
            <a:ext cx="2693531" cy="3303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646"/>
          </a:p>
        </p:txBody>
      </p:sp>
      <p:sp>
        <p:nvSpPr>
          <p:cNvPr id="12" name="TextBox 11"/>
          <p:cNvSpPr txBox="1"/>
          <p:nvPr/>
        </p:nvSpPr>
        <p:spPr>
          <a:xfrm>
            <a:off x="504506" y="4579695"/>
            <a:ext cx="556563" cy="4913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46" b="1" dirty="0">
                <a:latin typeface="Consolas" charset="0"/>
                <a:ea typeface="Consolas" charset="0"/>
                <a:cs typeface="Consolas" charset="0"/>
              </a:rPr>
              <a:t>s1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5777" y="4214697"/>
            <a:ext cx="2693531" cy="491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46" dirty="0"/>
              <a:t>Memory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6760691" y="3512790"/>
            <a:ext cx="2213553" cy="800437"/>
            <a:chOff x="1091991" y="3755766"/>
            <a:chExt cx="2008095" cy="726142"/>
          </a:xfrm>
        </p:grpSpPr>
        <p:sp>
          <p:nvSpPr>
            <p:cNvPr id="16" name="Rectangle 15"/>
            <p:cNvSpPr/>
            <p:nvPr/>
          </p:nvSpPr>
          <p:spPr>
            <a:xfrm>
              <a:off x="1091991" y="3755766"/>
              <a:ext cx="2008095" cy="25997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764" b="1" dirty="0">
                  <a:latin typeface="Consolas" charset="0"/>
                  <a:ea typeface="Consolas" charset="0"/>
                  <a:cs typeface="Consolas" charset="0"/>
                </a:rPr>
                <a:t>: String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091992" y="4015743"/>
              <a:ext cx="2008094" cy="4661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"things"</a:t>
              </a:r>
            </a:p>
          </p:txBody>
        </p:sp>
      </p:grpSp>
      <p:cxnSp>
        <p:nvCxnSpPr>
          <p:cNvPr id="18" name="Straight Arrow Connector 17"/>
          <p:cNvCxnSpPr>
            <a:stCxn id="7" idx="3"/>
            <a:endCxn id="16" idx="1"/>
          </p:cNvCxnSpPr>
          <p:nvPr/>
        </p:nvCxnSpPr>
        <p:spPr>
          <a:xfrm flipV="1">
            <a:off x="3749307" y="3656080"/>
            <a:ext cx="3011383" cy="1127175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04506" y="1396304"/>
            <a:ext cx="8469737" cy="491353"/>
          </a:xfrm>
          <a:prstGeom prst="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46"/>
          </a:p>
        </p:txBody>
      </p:sp>
    </p:spTree>
    <p:extLst>
      <p:ext uri="{BB962C8B-B14F-4D97-AF65-F5344CB8AC3E}">
        <p14:creationId xmlns:p14="http://schemas.microsoft.com/office/powerpoint/2010/main" val="13804031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Trace Code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String s1 = "Things";</a:t>
            </a:r>
          </a:p>
          <a:p>
            <a:pPr marL="0" indent="0"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String s2 = new String("Things");</a:t>
            </a:r>
          </a:p>
          <a:p>
            <a:pPr marL="0" indent="0"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String s3 = "Things";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5777" y="4618085"/>
            <a:ext cx="2693531" cy="3303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646" b="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55777" y="4945327"/>
            <a:ext cx="2693531" cy="3303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646" b="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55777" y="5272569"/>
            <a:ext cx="2693531" cy="3303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646"/>
          </a:p>
        </p:txBody>
      </p:sp>
      <p:sp>
        <p:nvSpPr>
          <p:cNvPr id="10" name="Rectangle 9"/>
          <p:cNvSpPr/>
          <p:nvPr/>
        </p:nvSpPr>
        <p:spPr>
          <a:xfrm>
            <a:off x="1055777" y="5599811"/>
            <a:ext cx="2693531" cy="3303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646"/>
          </a:p>
        </p:txBody>
      </p:sp>
      <p:sp>
        <p:nvSpPr>
          <p:cNvPr id="11" name="Rectangle 10"/>
          <p:cNvSpPr/>
          <p:nvPr/>
        </p:nvSpPr>
        <p:spPr>
          <a:xfrm>
            <a:off x="1055777" y="5927053"/>
            <a:ext cx="2693531" cy="3303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646"/>
          </a:p>
        </p:txBody>
      </p:sp>
      <p:sp>
        <p:nvSpPr>
          <p:cNvPr id="12" name="TextBox 11"/>
          <p:cNvSpPr txBox="1"/>
          <p:nvPr/>
        </p:nvSpPr>
        <p:spPr>
          <a:xfrm>
            <a:off x="504506" y="4579695"/>
            <a:ext cx="556563" cy="4913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46" b="1" dirty="0">
                <a:latin typeface="Consolas" charset="0"/>
                <a:ea typeface="Consolas" charset="0"/>
                <a:cs typeface="Consolas" charset="0"/>
              </a:rPr>
              <a:t>s1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5777" y="4214697"/>
            <a:ext cx="2693531" cy="491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46" dirty="0"/>
              <a:t>Memory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4506" y="1951037"/>
            <a:ext cx="8469737" cy="414001"/>
          </a:xfrm>
          <a:prstGeom prst="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46" dirty="0"/>
          </a:p>
        </p:txBody>
      </p:sp>
      <p:grpSp>
        <p:nvGrpSpPr>
          <p:cNvPr id="15" name="Group 14"/>
          <p:cNvGrpSpPr/>
          <p:nvPr/>
        </p:nvGrpSpPr>
        <p:grpSpPr>
          <a:xfrm>
            <a:off x="6760691" y="3512790"/>
            <a:ext cx="2213553" cy="800437"/>
            <a:chOff x="1091991" y="3755766"/>
            <a:chExt cx="2008095" cy="726142"/>
          </a:xfrm>
        </p:grpSpPr>
        <p:sp>
          <p:nvSpPr>
            <p:cNvPr id="16" name="Rectangle 15"/>
            <p:cNvSpPr/>
            <p:nvPr/>
          </p:nvSpPr>
          <p:spPr>
            <a:xfrm>
              <a:off x="1091991" y="3755766"/>
              <a:ext cx="2008095" cy="25997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764" b="1" dirty="0">
                  <a:latin typeface="Consolas" charset="0"/>
                  <a:ea typeface="Consolas" charset="0"/>
                  <a:cs typeface="Consolas" charset="0"/>
                </a:rPr>
                <a:t>: String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091992" y="4015743"/>
              <a:ext cx="2008094" cy="4661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"things"</a:t>
              </a:r>
            </a:p>
          </p:txBody>
        </p:sp>
      </p:grpSp>
      <p:cxnSp>
        <p:nvCxnSpPr>
          <p:cNvPr id="18" name="Straight Arrow Connector 17"/>
          <p:cNvCxnSpPr>
            <a:stCxn id="7" idx="3"/>
            <a:endCxn id="16" idx="1"/>
          </p:cNvCxnSpPr>
          <p:nvPr/>
        </p:nvCxnSpPr>
        <p:spPr>
          <a:xfrm flipV="1">
            <a:off x="3749307" y="3656080"/>
            <a:ext cx="3011383" cy="1127175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4505" y="4906937"/>
            <a:ext cx="556563" cy="4913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46" b="1" dirty="0">
                <a:latin typeface="Consolas" charset="0"/>
                <a:ea typeface="Consolas" charset="0"/>
                <a:cs typeface="Consolas" charset="0"/>
              </a:rPr>
              <a:t>s2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6760690" y="4710278"/>
            <a:ext cx="2213553" cy="800437"/>
            <a:chOff x="1091991" y="3755766"/>
            <a:chExt cx="2008095" cy="726142"/>
          </a:xfrm>
        </p:grpSpPr>
        <p:sp>
          <p:nvSpPr>
            <p:cNvPr id="21" name="Rectangle 20"/>
            <p:cNvSpPr/>
            <p:nvPr/>
          </p:nvSpPr>
          <p:spPr>
            <a:xfrm>
              <a:off x="1091991" y="3755766"/>
              <a:ext cx="2008095" cy="25997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764" b="1" dirty="0">
                  <a:latin typeface="Consolas" charset="0"/>
                  <a:ea typeface="Consolas" charset="0"/>
                  <a:cs typeface="Consolas" charset="0"/>
                </a:rPr>
                <a:t>: String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091992" y="4015743"/>
              <a:ext cx="2008094" cy="4661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"things"</a:t>
              </a:r>
            </a:p>
          </p:txBody>
        </p:sp>
      </p:grpSp>
      <p:cxnSp>
        <p:nvCxnSpPr>
          <p:cNvPr id="23" name="Straight Arrow Connector 22"/>
          <p:cNvCxnSpPr>
            <a:stCxn id="8" idx="3"/>
            <a:endCxn id="21" idx="1"/>
          </p:cNvCxnSpPr>
          <p:nvPr/>
        </p:nvCxnSpPr>
        <p:spPr>
          <a:xfrm flipV="1">
            <a:off x="3749308" y="4853566"/>
            <a:ext cx="3011382" cy="256930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06094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Trace Code (3)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String s1 = "Things";</a:t>
            </a:r>
          </a:p>
          <a:p>
            <a:pPr marL="0" indent="0"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String s2 = new String("Things");</a:t>
            </a:r>
          </a:p>
          <a:p>
            <a:pPr marL="0" indent="0"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String s3 = "Things";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5777" y="4618085"/>
            <a:ext cx="2693531" cy="3303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646" b="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55777" y="4945327"/>
            <a:ext cx="2693531" cy="3303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646" b="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55777" y="5272569"/>
            <a:ext cx="2693531" cy="3303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646"/>
          </a:p>
        </p:txBody>
      </p:sp>
      <p:sp>
        <p:nvSpPr>
          <p:cNvPr id="10" name="Rectangle 9"/>
          <p:cNvSpPr/>
          <p:nvPr/>
        </p:nvSpPr>
        <p:spPr>
          <a:xfrm>
            <a:off x="1055777" y="5599811"/>
            <a:ext cx="2693531" cy="3303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646"/>
          </a:p>
        </p:txBody>
      </p:sp>
      <p:sp>
        <p:nvSpPr>
          <p:cNvPr id="11" name="Rectangle 10"/>
          <p:cNvSpPr/>
          <p:nvPr/>
        </p:nvSpPr>
        <p:spPr>
          <a:xfrm>
            <a:off x="1055777" y="5927053"/>
            <a:ext cx="2693531" cy="33033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646"/>
          </a:p>
        </p:txBody>
      </p:sp>
      <p:sp>
        <p:nvSpPr>
          <p:cNvPr id="12" name="TextBox 11"/>
          <p:cNvSpPr txBox="1"/>
          <p:nvPr/>
        </p:nvSpPr>
        <p:spPr>
          <a:xfrm>
            <a:off x="504506" y="4579695"/>
            <a:ext cx="556563" cy="4913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46" b="1" dirty="0">
                <a:latin typeface="Consolas" charset="0"/>
                <a:ea typeface="Consolas" charset="0"/>
                <a:cs typeface="Consolas" charset="0"/>
              </a:rPr>
              <a:t>s1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5777" y="4214697"/>
            <a:ext cx="2693531" cy="4913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46" dirty="0"/>
              <a:t>Memory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4506" y="2332037"/>
            <a:ext cx="8469737" cy="646117"/>
          </a:xfrm>
          <a:prstGeom prst="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46"/>
          </a:p>
        </p:txBody>
      </p:sp>
      <p:grpSp>
        <p:nvGrpSpPr>
          <p:cNvPr id="15" name="Group 14"/>
          <p:cNvGrpSpPr/>
          <p:nvPr/>
        </p:nvGrpSpPr>
        <p:grpSpPr>
          <a:xfrm>
            <a:off x="6760691" y="3512790"/>
            <a:ext cx="2213553" cy="800437"/>
            <a:chOff x="1091991" y="3755766"/>
            <a:chExt cx="2008095" cy="726142"/>
          </a:xfrm>
        </p:grpSpPr>
        <p:sp>
          <p:nvSpPr>
            <p:cNvPr id="16" name="Rectangle 15"/>
            <p:cNvSpPr/>
            <p:nvPr/>
          </p:nvSpPr>
          <p:spPr>
            <a:xfrm>
              <a:off x="1091991" y="3755766"/>
              <a:ext cx="2008095" cy="25997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764" b="1" dirty="0">
                  <a:latin typeface="Consolas" charset="0"/>
                  <a:ea typeface="Consolas" charset="0"/>
                  <a:cs typeface="Consolas" charset="0"/>
                </a:rPr>
                <a:t>: String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091992" y="4015743"/>
              <a:ext cx="2008094" cy="4661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"things"</a:t>
              </a:r>
            </a:p>
          </p:txBody>
        </p:sp>
      </p:grpSp>
      <p:cxnSp>
        <p:nvCxnSpPr>
          <p:cNvPr id="18" name="Straight Arrow Connector 17"/>
          <p:cNvCxnSpPr>
            <a:stCxn id="7" idx="3"/>
            <a:endCxn id="16" idx="1"/>
          </p:cNvCxnSpPr>
          <p:nvPr/>
        </p:nvCxnSpPr>
        <p:spPr>
          <a:xfrm flipV="1">
            <a:off x="3749307" y="3656080"/>
            <a:ext cx="3011383" cy="1127175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4505" y="4906937"/>
            <a:ext cx="556563" cy="4913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46" b="1" dirty="0">
                <a:latin typeface="Consolas" charset="0"/>
                <a:ea typeface="Consolas" charset="0"/>
                <a:cs typeface="Consolas" charset="0"/>
              </a:rPr>
              <a:t>s2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6760690" y="4710278"/>
            <a:ext cx="2213553" cy="800437"/>
            <a:chOff x="1091991" y="3755766"/>
            <a:chExt cx="2008095" cy="726142"/>
          </a:xfrm>
        </p:grpSpPr>
        <p:sp>
          <p:nvSpPr>
            <p:cNvPr id="21" name="Rectangle 20"/>
            <p:cNvSpPr/>
            <p:nvPr/>
          </p:nvSpPr>
          <p:spPr>
            <a:xfrm>
              <a:off x="1091991" y="3755766"/>
              <a:ext cx="2008095" cy="25997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764" b="1" dirty="0">
                  <a:latin typeface="Consolas" charset="0"/>
                  <a:ea typeface="Consolas" charset="0"/>
                  <a:cs typeface="Consolas" charset="0"/>
                </a:rPr>
                <a:t>: String</a:t>
              </a: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091992" y="4015743"/>
              <a:ext cx="2008094" cy="4661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"things"</a:t>
              </a:r>
            </a:p>
          </p:txBody>
        </p:sp>
      </p:grpSp>
      <p:cxnSp>
        <p:nvCxnSpPr>
          <p:cNvPr id="23" name="Straight Arrow Connector 22"/>
          <p:cNvCxnSpPr>
            <a:stCxn id="8" idx="3"/>
            <a:endCxn id="21" idx="1"/>
          </p:cNvCxnSpPr>
          <p:nvPr/>
        </p:nvCxnSpPr>
        <p:spPr>
          <a:xfrm flipV="1">
            <a:off x="3749308" y="4853566"/>
            <a:ext cx="3011382" cy="256930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04505" y="5234179"/>
            <a:ext cx="556563" cy="4913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46" b="1" dirty="0">
                <a:latin typeface="Consolas" charset="0"/>
                <a:ea typeface="Consolas" charset="0"/>
                <a:cs typeface="Consolas" charset="0"/>
              </a:rPr>
              <a:t>s3</a:t>
            </a:r>
          </a:p>
        </p:txBody>
      </p:sp>
      <p:cxnSp>
        <p:nvCxnSpPr>
          <p:cNvPr id="25" name="Straight Arrow Connector 24"/>
          <p:cNvCxnSpPr>
            <a:stCxn id="9" idx="3"/>
            <a:endCxn id="16" idx="1"/>
          </p:cNvCxnSpPr>
          <p:nvPr/>
        </p:nvCxnSpPr>
        <p:spPr>
          <a:xfrm flipV="1">
            <a:off x="3749307" y="3656080"/>
            <a:ext cx="3011383" cy="1781659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45460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String Interning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 new object is created if you use the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new</a:t>
            </a:r>
            <a:r>
              <a:rPr lang="en-US" dirty="0"/>
              <a:t> operator. </a:t>
            </a:r>
          </a:p>
          <a:p>
            <a:r>
              <a:rPr lang="en-US" dirty="0"/>
              <a:t>When you use the string initializer (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= ""</a:t>
            </a:r>
            <a:r>
              <a:rPr lang="en-US" dirty="0"/>
              <a:t>), no new object is created if the interned object already exists</a:t>
            </a:r>
          </a:p>
        </p:txBody>
      </p:sp>
    </p:spTree>
    <p:extLst>
      <p:ext uri="{BB962C8B-B14F-4D97-AF65-F5344CB8AC3E}">
        <p14:creationId xmlns:p14="http://schemas.microsoft.com/office/powerpoint/2010/main" val="1396320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Checkup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>
            <a:normAutofit/>
          </a:bodyPr>
          <a:lstStyle/>
          <a:p>
            <a:pPr indent="-457200"/>
            <a:r>
              <a:rPr lang="en-US" sz="2800" dirty="0"/>
              <a:t>What is output to the terminal when the following code is executed?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latin typeface="Consolas" charset="0"/>
                <a:ea typeface="Consolas" charset="0"/>
                <a:cs typeface="Consolas" charset="0"/>
              </a:rPr>
              <a:t>String s1 = "Things";</a:t>
            </a:r>
          </a:p>
          <a:p>
            <a:pPr marL="0" indent="0">
              <a:buNone/>
            </a:pPr>
            <a:r>
              <a:rPr lang="en-US" sz="2000" b="1" dirty="0">
                <a:latin typeface="Consolas" charset="0"/>
                <a:ea typeface="Consolas" charset="0"/>
                <a:cs typeface="Consolas" charset="0"/>
              </a:rPr>
              <a:t>String s2 = new String("Things");</a:t>
            </a:r>
          </a:p>
          <a:p>
            <a:pPr marL="0" indent="0">
              <a:buNone/>
            </a:pPr>
            <a:r>
              <a:rPr lang="en-US" sz="2000" b="1" dirty="0">
                <a:latin typeface="Consolas" charset="0"/>
                <a:ea typeface="Consolas" charset="0"/>
                <a:cs typeface="Consolas" charset="0"/>
              </a:rPr>
              <a:t>String s3 = "Things";</a:t>
            </a:r>
          </a:p>
          <a:p>
            <a:pPr marL="0" indent="0">
              <a:buNone/>
            </a:pPr>
            <a:endParaRPr lang="en-US" sz="20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en-US" sz="20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2000" b="1" dirty="0">
                <a:latin typeface="Consolas" charset="0"/>
                <a:ea typeface="Consolas" charset="0"/>
                <a:cs typeface="Consolas" charset="0"/>
              </a:rPr>
              <a:t>("%b %</a:t>
            </a:r>
            <a:r>
              <a:rPr lang="en-US" sz="2000" b="1" dirty="0" err="1">
                <a:latin typeface="Consolas" charset="0"/>
                <a:ea typeface="Consolas" charset="0"/>
                <a:cs typeface="Consolas" charset="0"/>
              </a:rPr>
              <a:t>b%n</a:t>
            </a:r>
            <a:r>
              <a:rPr lang="en-US" sz="2000" b="1" dirty="0">
                <a:latin typeface="Consolas" charset="0"/>
                <a:ea typeface="Consolas" charset="0"/>
                <a:cs typeface="Consolas" charset="0"/>
              </a:rPr>
              <a:t>", s1==s2, s1.equals(s2));</a:t>
            </a:r>
          </a:p>
          <a:p>
            <a:pPr marL="0" indent="0">
              <a:buNone/>
            </a:pPr>
            <a:r>
              <a:rPr lang="en-US" sz="20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2000" b="1" dirty="0">
                <a:latin typeface="Consolas" charset="0"/>
                <a:ea typeface="Consolas" charset="0"/>
                <a:cs typeface="Consolas" charset="0"/>
              </a:rPr>
              <a:t>("%b %</a:t>
            </a:r>
            <a:r>
              <a:rPr lang="en-US" sz="2000" b="1" dirty="0" err="1">
                <a:latin typeface="Consolas" charset="0"/>
                <a:ea typeface="Consolas" charset="0"/>
                <a:cs typeface="Consolas" charset="0"/>
              </a:rPr>
              <a:t>b%n</a:t>
            </a:r>
            <a:r>
              <a:rPr lang="en-US" sz="2000" b="1" dirty="0">
                <a:latin typeface="Consolas" charset="0"/>
                <a:ea typeface="Consolas" charset="0"/>
                <a:cs typeface="Consolas" charset="0"/>
              </a:rPr>
              <a:t>", s1==s3, s1.equals(s3));</a:t>
            </a:r>
          </a:p>
          <a:p>
            <a:pPr marL="0" indent="0">
              <a:buNone/>
            </a:pPr>
            <a:r>
              <a:rPr lang="en-US" sz="20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2000" b="1" dirty="0">
                <a:latin typeface="Consolas" charset="0"/>
                <a:ea typeface="Consolas" charset="0"/>
                <a:cs typeface="Consolas" charset="0"/>
              </a:rPr>
              <a:t>("%b %</a:t>
            </a:r>
            <a:r>
              <a:rPr lang="en-US" sz="2000" b="1" dirty="0" err="1">
                <a:latin typeface="Consolas" charset="0"/>
                <a:ea typeface="Consolas" charset="0"/>
                <a:cs typeface="Consolas" charset="0"/>
              </a:rPr>
              <a:t>b%n</a:t>
            </a:r>
            <a:r>
              <a:rPr lang="en-US" sz="2000" b="1" dirty="0">
                <a:latin typeface="Consolas" charset="0"/>
                <a:ea typeface="Consolas" charset="0"/>
                <a:cs typeface="Consolas" charset="0"/>
              </a:rPr>
              <a:t>", s2==s3, s2.equals(s3));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4D4F49-6240-4AF4-AD6F-F9CD7B572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4712" y="5186369"/>
            <a:ext cx="5281118" cy="1928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557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false true</a:t>
            </a:r>
          </a:p>
          <a:p>
            <a:pPr marL="0" indent="0"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true true</a:t>
            </a:r>
          </a:p>
          <a:p>
            <a:pPr marL="0" indent="0"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false true</a:t>
            </a:r>
          </a:p>
        </p:txBody>
      </p:sp>
    </p:spTree>
    <p:extLst>
      <p:ext uri="{BB962C8B-B14F-4D97-AF65-F5344CB8AC3E}">
        <p14:creationId xmlns:p14="http://schemas.microsoft.com/office/powerpoint/2010/main" val="2507835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String Replacement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1112" y="1484169"/>
            <a:ext cx="10022205" cy="534366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2976" b="1" dirty="0">
                <a:latin typeface="Consolas" charset="0"/>
                <a:ea typeface="Consolas" charset="0"/>
                <a:cs typeface="Consolas" charset="0"/>
              </a:rPr>
              <a:t>replace(</a:t>
            </a:r>
            <a:r>
              <a:rPr lang="en-US" sz="2976" b="1" dirty="0" err="1">
                <a:latin typeface="Consolas" charset="0"/>
                <a:ea typeface="Consolas" charset="0"/>
                <a:cs typeface="Consolas" charset="0"/>
              </a:rPr>
              <a:t>oldC</a:t>
            </a:r>
            <a:r>
              <a:rPr lang="en-US" sz="2976" b="1" dirty="0">
                <a:latin typeface="Consolas" charset="0"/>
                <a:ea typeface="Consolas" charset="0"/>
                <a:cs typeface="Consolas" charset="0"/>
              </a:rPr>
              <a:t>: char, </a:t>
            </a:r>
            <a:r>
              <a:rPr lang="en-US" sz="2976" b="1" dirty="0" err="1">
                <a:latin typeface="Consolas" charset="0"/>
                <a:ea typeface="Consolas" charset="0"/>
                <a:cs typeface="Consolas" charset="0"/>
              </a:rPr>
              <a:t>newC</a:t>
            </a:r>
            <a:r>
              <a:rPr lang="en-US" sz="2976" b="1" dirty="0">
                <a:latin typeface="Consolas" charset="0"/>
                <a:ea typeface="Consolas" charset="0"/>
                <a:cs typeface="Consolas" charset="0"/>
              </a:rPr>
              <a:t>: char): String</a:t>
            </a:r>
          </a:p>
          <a:p>
            <a:pPr lvl="1"/>
            <a:r>
              <a:rPr lang="en-US" dirty="0"/>
              <a:t>Returns a new string that replaces all matching characters in this string with the new character</a:t>
            </a:r>
          </a:p>
          <a:p>
            <a:r>
              <a:rPr lang="en-US" sz="2976" b="1" dirty="0" err="1">
                <a:latin typeface="Consolas" charset="0"/>
                <a:ea typeface="Consolas" charset="0"/>
                <a:cs typeface="Consolas" charset="0"/>
              </a:rPr>
              <a:t>replaceFirst</a:t>
            </a:r>
            <a:r>
              <a:rPr lang="en-US" sz="2976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2976" b="1" dirty="0" err="1">
                <a:latin typeface="Consolas" charset="0"/>
                <a:ea typeface="Consolas" charset="0"/>
                <a:cs typeface="Consolas" charset="0"/>
              </a:rPr>
              <a:t>oldS</a:t>
            </a:r>
            <a:r>
              <a:rPr lang="en-US" sz="2976" b="1" dirty="0">
                <a:latin typeface="Consolas" charset="0"/>
                <a:ea typeface="Consolas" charset="0"/>
                <a:cs typeface="Consolas" charset="0"/>
              </a:rPr>
              <a:t>: String, </a:t>
            </a:r>
            <a:r>
              <a:rPr lang="en-US" sz="2976" b="1" dirty="0" err="1">
                <a:latin typeface="Consolas" charset="0"/>
                <a:ea typeface="Consolas" charset="0"/>
                <a:cs typeface="Consolas" charset="0"/>
              </a:rPr>
              <a:t>newS</a:t>
            </a:r>
            <a:r>
              <a:rPr lang="en-US" sz="2976" b="1" dirty="0">
                <a:latin typeface="Consolas" charset="0"/>
                <a:ea typeface="Consolas" charset="0"/>
                <a:cs typeface="Consolas" charset="0"/>
              </a:rPr>
              <a:t>: String): String</a:t>
            </a:r>
          </a:p>
          <a:p>
            <a:pPr lvl="1"/>
            <a:r>
              <a:rPr lang="en-US" dirty="0"/>
              <a:t>Return a new string that replaces the first matching substring in this string with the new substring</a:t>
            </a:r>
          </a:p>
          <a:p>
            <a:r>
              <a:rPr lang="en-US" sz="2976" b="1" dirty="0" err="1">
                <a:latin typeface="Consolas" charset="0"/>
                <a:ea typeface="Consolas" charset="0"/>
                <a:cs typeface="Consolas" charset="0"/>
              </a:rPr>
              <a:t>replaceAll</a:t>
            </a:r>
            <a:r>
              <a:rPr lang="en-US" sz="2976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2976" b="1" dirty="0" err="1">
                <a:latin typeface="Consolas" charset="0"/>
                <a:ea typeface="Consolas" charset="0"/>
                <a:cs typeface="Consolas" charset="0"/>
              </a:rPr>
              <a:t>oldS</a:t>
            </a:r>
            <a:r>
              <a:rPr lang="en-US" sz="2976" b="1" dirty="0">
                <a:latin typeface="Consolas" charset="0"/>
                <a:ea typeface="Consolas" charset="0"/>
                <a:cs typeface="Consolas" charset="0"/>
              </a:rPr>
              <a:t>: String, </a:t>
            </a:r>
            <a:r>
              <a:rPr lang="en-US" sz="2976" b="1" dirty="0" err="1">
                <a:latin typeface="Consolas" charset="0"/>
                <a:ea typeface="Consolas" charset="0"/>
                <a:cs typeface="Consolas" charset="0"/>
              </a:rPr>
              <a:t>newS</a:t>
            </a:r>
            <a:r>
              <a:rPr lang="en-US" sz="2976" b="1" dirty="0">
                <a:latin typeface="Consolas" charset="0"/>
                <a:ea typeface="Consolas" charset="0"/>
                <a:cs typeface="Consolas" charset="0"/>
              </a:rPr>
              <a:t>: String): String</a:t>
            </a:r>
          </a:p>
          <a:p>
            <a:pPr lvl="1"/>
            <a:r>
              <a:rPr lang="en-US" dirty="0"/>
              <a:t>Returns a new string that replaces all matching substrings in this string with a new substring</a:t>
            </a:r>
          </a:p>
        </p:txBody>
      </p:sp>
    </p:spTree>
    <p:extLst>
      <p:ext uri="{BB962C8B-B14F-4D97-AF65-F5344CB8AC3E}">
        <p14:creationId xmlns:p14="http://schemas.microsoft.com/office/powerpoint/2010/main" val="1556965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/>
          <a:lstStyle/>
          <a:p>
            <a:pPr indent="-457200"/>
            <a:r>
              <a:rPr lang="en-US" dirty="0"/>
              <a:t>What is output to the terminal when the following code is executed</a:t>
            </a:r>
            <a:r>
              <a:rPr lang="mr-IN" dirty="0"/>
              <a:t>…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final String w = "Welcome";		</a:t>
            </a:r>
          </a:p>
          <a:p>
            <a:pPr marL="0" indent="0">
              <a:buNone/>
            </a:pP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("%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s%n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", w);</a:t>
            </a:r>
          </a:p>
          <a:p>
            <a:pPr marL="0" indent="0">
              <a:buNone/>
            </a:pP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w.replace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('e', 'E');</a:t>
            </a:r>
          </a:p>
          <a:p>
            <a:pPr marL="0" indent="0">
              <a:buNone/>
            </a:pP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("%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s%n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", w);</a:t>
            </a:r>
          </a:p>
        </p:txBody>
      </p:sp>
    </p:spTree>
    <p:extLst>
      <p:ext uri="{BB962C8B-B14F-4D97-AF65-F5344CB8AC3E}">
        <p14:creationId xmlns:p14="http://schemas.microsoft.com/office/powerpoint/2010/main" val="8351383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Answer: Immutability!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Welcome</a:t>
            </a:r>
          </a:p>
          <a:p>
            <a:pPr marL="0" indent="0"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Welcome</a:t>
            </a:r>
          </a:p>
        </p:txBody>
      </p:sp>
    </p:spTree>
    <p:extLst>
      <p:ext uri="{BB962C8B-B14F-4D97-AF65-F5344CB8AC3E}">
        <p14:creationId xmlns:p14="http://schemas.microsoft.com/office/powerpoint/2010/main" val="2173333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indent="-457200"/>
            <a:r>
              <a:rPr lang="en-US" dirty="0"/>
              <a:t>What is output to the terminal when the following code is executed</a:t>
            </a:r>
            <a:r>
              <a:rPr lang="mr-IN" dirty="0"/>
              <a:t>…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("%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s%n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", 	"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Welcome".replace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('e', 'E'));</a:t>
            </a:r>
          </a:p>
          <a:p>
            <a:pPr marL="0" indent="0">
              <a:buNone/>
            </a:pP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("%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s%n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", 	"Welcome".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replaceFirst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("e", "EE"));</a:t>
            </a:r>
          </a:p>
          <a:p>
            <a:pPr marL="0" indent="0">
              <a:buNone/>
            </a:pP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("%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s%n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", 	"Welcome".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replaceAll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("e", "EE"));</a:t>
            </a:r>
          </a:p>
          <a:p>
            <a:pPr marL="0" indent="0">
              <a:buNone/>
            </a:pP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("%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s%n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", 	"Welcome".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replaceFirst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("el", "EE"));</a:t>
            </a:r>
          </a:p>
        </p:txBody>
      </p:sp>
    </p:spTree>
    <p:extLst>
      <p:ext uri="{BB962C8B-B14F-4D97-AF65-F5344CB8AC3E}">
        <p14:creationId xmlns:p14="http://schemas.microsoft.com/office/powerpoint/2010/main" val="19992790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WElcomE</a:t>
            </a:r>
            <a:endParaRPr lang="en-US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WEElcome</a:t>
            </a:r>
            <a:endParaRPr lang="en-US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WEElcomEE</a:t>
            </a:r>
            <a:endParaRPr lang="en-US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WEEcome</a:t>
            </a:r>
            <a:endParaRPr lang="en-US" b="1" dirty="0">
              <a:latin typeface="Consolas" charset="0"/>
              <a:ea typeface="Consolas" charset="0"/>
              <a:cs typeface="Consola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1082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Splitting a String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/>
          <a:lstStyle/>
          <a:p>
            <a:pPr indent="-457200"/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split(delimiter: String): String[]</a:t>
            </a:r>
          </a:p>
          <a:p>
            <a:pPr lvl="1"/>
            <a:r>
              <a:rPr lang="en-US" dirty="0"/>
              <a:t>Returns an array of strings consisting of the substrings split by the delimiter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866" b="1" dirty="0">
                <a:latin typeface="Consolas" charset="0"/>
                <a:ea typeface="Consolas" charset="0"/>
                <a:cs typeface="Consolas" charset="0"/>
              </a:rPr>
              <a:t>for (String s : "Hello </a:t>
            </a:r>
            <a:r>
              <a:rPr lang="en-US" sz="2866" b="1" dirty="0" err="1">
                <a:latin typeface="Consolas" charset="0"/>
                <a:ea typeface="Consolas" charset="0"/>
                <a:cs typeface="Consolas" charset="0"/>
              </a:rPr>
              <a:t>World".split</a:t>
            </a:r>
            <a:r>
              <a:rPr lang="en-US" sz="2866" b="1" dirty="0">
                <a:latin typeface="Consolas" charset="0"/>
                <a:ea typeface="Consolas" charset="0"/>
                <a:cs typeface="Consolas" charset="0"/>
              </a:rPr>
              <a:t>(" ")) {</a:t>
            </a:r>
          </a:p>
          <a:p>
            <a:pPr marL="0" indent="0">
              <a:buNone/>
            </a:pPr>
            <a:r>
              <a:rPr lang="en-US" sz="2866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2866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2866" b="1" dirty="0">
                <a:latin typeface="Consolas" charset="0"/>
                <a:ea typeface="Consolas" charset="0"/>
                <a:cs typeface="Consolas" charset="0"/>
              </a:rPr>
              <a:t>("%</a:t>
            </a:r>
            <a:r>
              <a:rPr lang="en-US" sz="2866" b="1" dirty="0" err="1">
                <a:latin typeface="Consolas" charset="0"/>
                <a:ea typeface="Consolas" charset="0"/>
                <a:cs typeface="Consolas" charset="0"/>
              </a:rPr>
              <a:t>s%n</a:t>
            </a:r>
            <a:r>
              <a:rPr lang="en-US" sz="2866" b="1" dirty="0">
                <a:latin typeface="Consolas" charset="0"/>
                <a:ea typeface="Consolas" charset="0"/>
                <a:cs typeface="Consolas" charset="0"/>
              </a:rPr>
              <a:t>", s);</a:t>
            </a:r>
          </a:p>
          <a:p>
            <a:pPr marL="0" indent="0">
              <a:buNone/>
            </a:pPr>
            <a:r>
              <a:rPr lang="en-US" sz="2866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448328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Regular Expressions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regular expression</a:t>
            </a:r>
            <a:r>
              <a:rPr lang="en-US" dirty="0"/>
              <a:t> is a way of expressing a pattern of characters</a:t>
            </a:r>
          </a:p>
          <a:p>
            <a:pPr lvl="1"/>
            <a:r>
              <a:rPr lang="en-US" dirty="0"/>
              <a:t>Frequently used to test inputs, as well as search/replace string contents</a:t>
            </a:r>
          </a:p>
          <a:p>
            <a:r>
              <a:rPr lang="en-US" dirty="0"/>
              <a:t>They are quite complex and flexible </a:t>
            </a:r>
            <a:r>
              <a:rPr lang="mr-IN" dirty="0"/>
              <a:t>–</a:t>
            </a:r>
            <a:r>
              <a:rPr lang="en-US" dirty="0"/>
              <a:t> you’ll learn plenty about them in later classes</a:t>
            </a:r>
          </a:p>
          <a:p>
            <a:pPr lvl="1"/>
            <a:r>
              <a:rPr lang="en-US" dirty="0"/>
              <a:t>Here’s just a taste</a:t>
            </a:r>
            <a:r>
              <a:rPr lang="mr-IN" dirty="0"/>
              <a:t>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8126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Regex’s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"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abc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"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sz="2400" dirty="0"/>
              <a:t>Only matches "</a:t>
            </a:r>
            <a:r>
              <a:rPr lang="en-US" sz="2400" dirty="0" err="1"/>
              <a:t>abc</a:t>
            </a:r>
            <a:r>
              <a:rPr lang="en-US" sz="2400" dirty="0"/>
              <a:t>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"</a:t>
            </a:r>
            <a:r>
              <a:rPr lang="mr-IN" b="1" dirty="0">
                <a:latin typeface="Consolas" charset="0"/>
                <a:ea typeface="Consolas" charset="0"/>
                <a:cs typeface="Consolas" charset="0"/>
              </a:rPr>
              <a:t>.*</a:t>
            </a:r>
            <a:r>
              <a:rPr lang="mr-IN" b="1" dirty="0" err="1">
                <a:latin typeface="Consolas" charset="0"/>
                <a:ea typeface="Consolas" charset="0"/>
                <a:cs typeface="Consolas" charset="0"/>
              </a:rPr>
              <a:t>abc</a:t>
            </a:r>
            <a:r>
              <a:rPr lang="mr-IN" b="1" dirty="0">
                <a:latin typeface="Consolas" charset="0"/>
                <a:ea typeface="Consolas" charset="0"/>
                <a:cs typeface="Consolas" charset="0"/>
              </a:rPr>
              <a:t>.*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"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sz="2400" b="1" dirty="0">
                <a:latin typeface="Consolas" charset="0"/>
                <a:ea typeface="Consolas" charset="0"/>
                <a:cs typeface="Consolas" charset="0"/>
              </a:rPr>
              <a:t>.</a:t>
            </a:r>
            <a:r>
              <a:rPr lang="en-US" sz="2400" dirty="0"/>
              <a:t> = any character, </a:t>
            </a:r>
            <a:r>
              <a:rPr lang="en-US" sz="2400" b="1" dirty="0">
                <a:latin typeface="Consolas" charset="0"/>
                <a:ea typeface="Consolas" charset="0"/>
                <a:cs typeface="Consolas" charset="0"/>
              </a:rPr>
              <a:t>*</a:t>
            </a:r>
            <a:r>
              <a:rPr lang="en-US" sz="2400" dirty="0"/>
              <a:t>=0 or more times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sz="2400" dirty="0"/>
              <a:t>Contains "</a:t>
            </a:r>
            <a:r>
              <a:rPr lang="en-US" sz="2400" dirty="0" err="1"/>
              <a:t>abc</a:t>
            </a:r>
            <a:r>
              <a:rPr lang="en-US" sz="2400" dirty="0"/>
              <a:t>”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"(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abc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)*"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sz="2400" dirty="0"/>
              <a:t>Either "" or "</a:t>
            </a:r>
            <a:r>
              <a:rPr lang="en-US" sz="2400" dirty="0" err="1"/>
              <a:t>abc</a:t>
            </a:r>
            <a:r>
              <a:rPr lang="en-US" sz="2400" dirty="0"/>
              <a:t>" or "</a:t>
            </a:r>
            <a:r>
              <a:rPr lang="en-US" sz="2400" dirty="0" err="1"/>
              <a:t>abcabc</a:t>
            </a:r>
            <a:r>
              <a:rPr lang="en-US" sz="2400" dirty="0"/>
              <a:t>" or </a:t>
            </a:r>
            <a:r>
              <a:rPr lang="mr-IN" sz="2400" dirty="0"/>
              <a:t>…</a:t>
            </a:r>
            <a:endParaRPr lang="en-US" sz="24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"(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abc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)+"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sz="2400" dirty="0"/>
              <a:t>, </a:t>
            </a:r>
            <a:r>
              <a:rPr lang="en-US" sz="2400" b="1" dirty="0">
                <a:latin typeface="Consolas" charset="0"/>
                <a:ea typeface="Consolas" charset="0"/>
                <a:cs typeface="Consolas" charset="0"/>
              </a:rPr>
              <a:t>+</a:t>
            </a:r>
            <a:r>
              <a:rPr lang="en-US" sz="2400" dirty="0"/>
              <a:t>=1 or more times. Either "</a:t>
            </a:r>
            <a:r>
              <a:rPr lang="en-US" sz="2400" dirty="0" err="1"/>
              <a:t>abc</a:t>
            </a:r>
            <a:r>
              <a:rPr lang="en-US" sz="2400" dirty="0"/>
              <a:t>" or "</a:t>
            </a:r>
            <a:r>
              <a:rPr lang="en-US" sz="2400" dirty="0" err="1"/>
              <a:t>abcabc</a:t>
            </a:r>
            <a:r>
              <a:rPr lang="en-US" sz="2400" dirty="0"/>
              <a:t>" or </a:t>
            </a:r>
            <a:r>
              <a:rPr lang="mr-IN" sz="2400" dirty="0"/>
              <a:t>…</a:t>
            </a:r>
            <a:endParaRPr lang="en-US" sz="24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"[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abc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]"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sz="2400" dirty="0"/>
              <a:t>Either "a" or "b" or "c”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"[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abc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]+"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sz="2400" dirty="0"/>
              <a:t>A string composed of one or more a’s, b’s, and/or c’s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1481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Regular Expression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matches(regex: String): 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boolean</a:t>
            </a:r>
            <a:endParaRPr lang="en-US" b="1" dirty="0">
              <a:latin typeface="Consolas" charset="0"/>
              <a:ea typeface="Consolas" charset="0"/>
              <a:cs typeface="Consolas" charset="0"/>
            </a:endParaRPr>
          </a:p>
          <a:p>
            <a:pPr lvl="1"/>
            <a:r>
              <a:rPr lang="en-US" dirty="0"/>
              <a:t>Returns true if the string matches the regular expression</a:t>
            </a:r>
          </a:p>
          <a:p>
            <a:pPr lvl="1"/>
            <a:endParaRPr lang="en-US" dirty="0"/>
          </a:p>
          <a:p>
            <a:pPr marL="503972" lvl="1" indent="0"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"Java is 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fun".matches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("Java.*"); // true</a:t>
            </a:r>
          </a:p>
          <a:p>
            <a:pPr marL="503972" lvl="1" indent="0"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"Java is 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cool".matches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("Java.*"); // true</a:t>
            </a:r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split</a:t>
            </a:r>
            <a:r>
              <a:rPr lang="en-US" dirty="0"/>
              <a:t>, 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replaceFirst</a:t>
            </a:r>
            <a:r>
              <a:rPr lang="en-US" dirty="0"/>
              <a:t>, and 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replaceAll</a:t>
            </a:r>
            <a:r>
              <a:rPr lang="en-US" dirty="0"/>
              <a:t> methods can also use regular expressions</a:t>
            </a:r>
          </a:p>
        </p:txBody>
      </p:sp>
    </p:spTree>
    <p:extLst>
      <p:ext uri="{BB962C8B-B14F-4D97-AF65-F5344CB8AC3E}">
        <p14:creationId xmlns:p14="http://schemas.microsoft.com/office/powerpoint/2010/main" val="15596842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86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3086" b="1" dirty="0">
                <a:latin typeface="Consolas" charset="0"/>
                <a:ea typeface="Consolas" charset="0"/>
                <a:cs typeface="Consolas" charset="0"/>
              </a:rPr>
              <a:t>(</a:t>
            </a:r>
          </a:p>
          <a:p>
            <a:pPr marL="0" indent="0">
              <a:buNone/>
            </a:pPr>
            <a:r>
              <a:rPr lang="en-US" sz="3086" b="1" dirty="0">
                <a:latin typeface="Consolas" charset="0"/>
                <a:ea typeface="Consolas" charset="0"/>
                <a:cs typeface="Consolas" charset="0"/>
              </a:rPr>
              <a:t>	"</a:t>
            </a:r>
            <a:r>
              <a:rPr lang="en-US" sz="3086" b="1" dirty="0" err="1">
                <a:latin typeface="Consolas" charset="0"/>
                <a:ea typeface="Consolas" charset="0"/>
                <a:cs typeface="Consolas" charset="0"/>
              </a:rPr>
              <a:t>a+b</a:t>
            </a:r>
            <a:r>
              <a:rPr lang="en-US" sz="3086" b="1" dirty="0">
                <a:latin typeface="Consolas" charset="0"/>
                <a:ea typeface="Consolas" charset="0"/>
                <a:cs typeface="Consolas" charset="0"/>
              </a:rPr>
              <a:t>$#</a:t>
            </a:r>
            <a:r>
              <a:rPr lang="en-US" sz="3086" b="1" dirty="0" err="1">
                <a:latin typeface="Consolas" charset="0"/>
                <a:ea typeface="Consolas" charset="0"/>
                <a:cs typeface="Consolas" charset="0"/>
              </a:rPr>
              <a:t>c%n</a:t>
            </a:r>
            <a:r>
              <a:rPr lang="en-US" sz="3086" b="1" dirty="0">
                <a:latin typeface="Consolas" charset="0"/>
                <a:ea typeface="Consolas" charset="0"/>
                <a:cs typeface="Consolas" charset="0"/>
              </a:rPr>
              <a:t>".</a:t>
            </a:r>
            <a:r>
              <a:rPr lang="en-US" sz="3086" b="1" dirty="0" err="1">
                <a:latin typeface="Consolas" charset="0"/>
                <a:ea typeface="Consolas" charset="0"/>
                <a:cs typeface="Consolas" charset="0"/>
              </a:rPr>
              <a:t>replaceAll</a:t>
            </a:r>
            <a:r>
              <a:rPr lang="en-US" sz="3086" b="1" dirty="0">
                <a:latin typeface="Consolas" charset="0"/>
                <a:ea typeface="Consolas" charset="0"/>
                <a:cs typeface="Consolas" charset="0"/>
              </a:rPr>
              <a:t>("[$+#]", "NNN"));</a:t>
            </a:r>
          </a:p>
          <a:p>
            <a:pPr marL="0" indent="0">
              <a:buNone/>
            </a:pPr>
            <a:endParaRPr lang="en-US" sz="3086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endParaRPr lang="en-US" sz="3086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endParaRPr lang="en-US" sz="3086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mr-IN" sz="3086" b="1" dirty="0">
                <a:latin typeface="Consolas" charset="0"/>
                <a:ea typeface="Consolas" charset="0"/>
                <a:cs typeface="Consolas" charset="0"/>
              </a:rPr>
              <a:t>for (String s : "a,b;c".split("[,;]")) {</a:t>
            </a:r>
            <a:endParaRPr lang="en-US" sz="3086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en-US" sz="3086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mr-IN" sz="3086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mr-IN" sz="3086" b="1" dirty="0">
                <a:latin typeface="Consolas" charset="0"/>
                <a:ea typeface="Consolas" charset="0"/>
                <a:cs typeface="Consolas" charset="0"/>
              </a:rPr>
              <a:t>("%</a:t>
            </a:r>
            <a:r>
              <a:rPr lang="mr-IN" sz="3086" b="1" dirty="0" err="1">
                <a:latin typeface="Consolas" charset="0"/>
                <a:ea typeface="Consolas" charset="0"/>
                <a:cs typeface="Consolas" charset="0"/>
              </a:rPr>
              <a:t>s%n</a:t>
            </a:r>
            <a:r>
              <a:rPr lang="mr-IN" sz="3086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mr-IN" sz="3086" b="1" dirty="0" err="1">
                <a:latin typeface="Consolas" charset="0"/>
                <a:ea typeface="Consolas" charset="0"/>
                <a:cs typeface="Consolas" charset="0"/>
              </a:rPr>
              <a:t>s</a:t>
            </a:r>
            <a:r>
              <a:rPr lang="mr-IN" sz="3086" b="1" dirty="0">
                <a:latin typeface="Consolas" charset="0"/>
                <a:ea typeface="Consolas" charset="0"/>
                <a:cs typeface="Consolas" charset="0"/>
              </a:rPr>
              <a:t>);</a:t>
            </a:r>
            <a:endParaRPr lang="en-US" sz="3086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mr-IN" sz="3086" b="1" dirty="0">
                <a:latin typeface="Consolas" charset="0"/>
                <a:ea typeface="Consolas" charset="0"/>
                <a:cs typeface="Consolas" charset="0"/>
              </a:rPr>
              <a:t>}</a:t>
            </a:r>
            <a:endParaRPr lang="en-US" sz="3086" b="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4" name="Rounded Rectangular Callout 3"/>
          <p:cNvSpPr/>
          <p:nvPr/>
        </p:nvSpPr>
        <p:spPr bwMode="auto">
          <a:xfrm>
            <a:off x="4659312" y="2789237"/>
            <a:ext cx="2667000" cy="624873"/>
          </a:xfrm>
          <a:prstGeom prst="wedgeRoundRectCallout">
            <a:avLst>
              <a:gd name="adj1" fmla="val -78221"/>
              <a:gd name="adj2" fmla="val -209223"/>
              <a:gd name="adj3" fmla="val 16667"/>
            </a:avLst>
          </a:prstGeom>
          <a:solidFill>
            <a:schemeClr val="bg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/>
              <a:t>aNNNbNNNNNNc</a:t>
            </a:r>
            <a:endParaRPr lang="en-US" dirty="0"/>
          </a:p>
        </p:txBody>
      </p:sp>
      <p:sp>
        <p:nvSpPr>
          <p:cNvPr id="5" name="Rounded Rectangular Callout 4"/>
          <p:cNvSpPr/>
          <p:nvPr/>
        </p:nvSpPr>
        <p:spPr bwMode="auto">
          <a:xfrm>
            <a:off x="8612096" y="5761037"/>
            <a:ext cx="390618" cy="1265238"/>
          </a:xfrm>
          <a:prstGeom prst="wedgeRoundRectCallout">
            <a:avLst>
              <a:gd name="adj1" fmla="val -1202154"/>
              <a:gd name="adj2" fmla="val -131825"/>
              <a:gd name="adj3" fmla="val 16667"/>
            </a:avLst>
          </a:prstGeom>
          <a:solidFill>
            <a:schemeClr val="bg1"/>
          </a:solidFill>
          <a:ln w="381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a</a:t>
            </a:r>
          </a:p>
          <a:p>
            <a:r>
              <a:rPr lang="en-US" dirty="0"/>
              <a:t>b</a:t>
            </a:r>
          </a:p>
          <a:p>
            <a:r>
              <a:rPr lang="en-US" dirty="0"/>
              <a:t>c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080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Making 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String</a:t>
            </a:r>
            <a:r>
              <a:rPr lang="en-US" dirty="0"/>
              <a:t> class is immutable, and so creating strings incrementally can be very inefficient 	new instances are being created </a:t>
            </a:r>
            <a:br>
              <a:rPr lang="en-US" dirty="0"/>
            </a:br>
            <a:r>
              <a:rPr lang="en-US" dirty="0"/>
              <a:t>and thrown away</a:t>
            </a:r>
          </a:p>
          <a:p>
            <a:r>
              <a:rPr lang="en-US" dirty="0"/>
              <a:t>The 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StringBuilder</a:t>
            </a:r>
            <a:r>
              <a:rPr lang="en-US" dirty="0"/>
              <a:t> class allows you to add/remove/modify contents as you wish</a:t>
            </a:r>
          </a:p>
          <a:p>
            <a:pPr lvl="1"/>
            <a:r>
              <a:rPr lang="en-US" dirty="0"/>
              <a:t>It increases its capacity automatically</a:t>
            </a:r>
          </a:p>
          <a:p>
            <a:pPr lvl="1"/>
            <a:r>
              <a:rPr lang="en-US" dirty="0"/>
              <a:t>Like the 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StringBuffer</a:t>
            </a:r>
            <a:r>
              <a:rPr lang="en-US" dirty="0"/>
              <a:t>, but not synchronized </a:t>
            </a:r>
          </a:p>
          <a:p>
            <a:pPr lvl="2"/>
            <a:r>
              <a:rPr lang="en-US" dirty="0"/>
              <a:t>not good for multi-core, but usually faster</a:t>
            </a:r>
          </a:p>
        </p:txBody>
      </p:sp>
    </p:spTree>
    <p:extLst>
      <p:ext uri="{BB962C8B-B14F-4D97-AF65-F5344CB8AC3E}">
        <p14:creationId xmlns:p14="http://schemas.microsoft.com/office/powerpoint/2010/main" val="1466464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197" b="1" dirty="0" err="1">
                <a:latin typeface="Consolas" charset="0"/>
                <a:ea typeface="Consolas" charset="0"/>
                <a:cs typeface="Consolas" charset="0"/>
              </a:rPr>
              <a:t>StringBuilder</a:t>
            </a:r>
            <a:r>
              <a:rPr lang="en-US" sz="3197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3197" b="1" dirty="0" err="1">
                <a:latin typeface="Consolas" charset="0"/>
                <a:ea typeface="Consolas" charset="0"/>
                <a:cs typeface="Consolas" charset="0"/>
              </a:rPr>
              <a:t>sb</a:t>
            </a:r>
            <a:r>
              <a:rPr lang="en-US" sz="3197" b="1" dirty="0">
                <a:latin typeface="Consolas" charset="0"/>
                <a:ea typeface="Consolas" charset="0"/>
                <a:cs typeface="Consolas" charset="0"/>
              </a:rPr>
              <a:t> = new </a:t>
            </a:r>
            <a:r>
              <a:rPr lang="en-US" sz="3197" b="1" dirty="0" err="1">
                <a:latin typeface="Consolas" charset="0"/>
                <a:ea typeface="Consolas" charset="0"/>
                <a:cs typeface="Consolas" charset="0"/>
              </a:rPr>
              <a:t>StringBuilder</a:t>
            </a:r>
            <a:r>
              <a:rPr lang="en-US" sz="3197" b="1" dirty="0">
                <a:latin typeface="Consolas" charset="0"/>
                <a:ea typeface="Consolas" charset="0"/>
                <a:cs typeface="Consolas" charset="0"/>
              </a:rPr>
              <a:t>();</a:t>
            </a:r>
          </a:p>
          <a:p>
            <a:pPr marL="0" indent="0">
              <a:buNone/>
            </a:pPr>
            <a:r>
              <a:rPr lang="en-US" sz="3197" b="1" dirty="0" err="1">
                <a:latin typeface="Consolas" charset="0"/>
                <a:ea typeface="Consolas" charset="0"/>
                <a:cs typeface="Consolas" charset="0"/>
              </a:rPr>
              <a:t>sb.append</a:t>
            </a:r>
            <a:r>
              <a:rPr lang="en-US" sz="3197" b="1" dirty="0">
                <a:latin typeface="Consolas" charset="0"/>
                <a:ea typeface="Consolas" charset="0"/>
                <a:cs typeface="Consolas" charset="0"/>
              </a:rPr>
              <a:t>("Welcome");</a:t>
            </a:r>
          </a:p>
          <a:p>
            <a:pPr marL="0" indent="0">
              <a:buNone/>
            </a:pPr>
            <a:r>
              <a:rPr lang="en-US" sz="3197" b="1" dirty="0" err="1">
                <a:latin typeface="Consolas" charset="0"/>
                <a:ea typeface="Consolas" charset="0"/>
                <a:cs typeface="Consolas" charset="0"/>
              </a:rPr>
              <a:t>sb.append</a:t>
            </a:r>
            <a:r>
              <a:rPr lang="en-US" sz="3197" b="1" dirty="0">
                <a:latin typeface="Consolas" charset="0"/>
                <a:ea typeface="Consolas" charset="0"/>
                <a:cs typeface="Consolas" charset="0"/>
              </a:rPr>
              <a:t>(' ');</a:t>
            </a:r>
          </a:p>
          <a:p>
            <a:pPr marL="0" indent="0">
              <a:buNone/>
            </a:pPr>
            <a:r>
              <a:rPr lang="en-US" sz="3197" b="1" dirty="0" err="1">
                <a:latin typeface="Consolas" charset="0"/>
                <a:ea typeface="Consolas" charset="0"/>
                <a:cs typeface="Consolas" charset="0"/>
              </a:rPr>
              <a:t>sb.append</a:t>
            </a:r>
            <a:r>
              <a:rPr lang="en-US" sz="3197" b="1" dirty="0">
                <a:latin typeface="Consolas" charset="0"/>
                <a:ea typeface="Consolas" charset="0"/>
                <a:cs typeface="Consolas" charset="0"/>
              </a:rPr>
              <a:t>("to");</a:t>
            </a:r>
          </a:p>
          <a:p>
            <a:pPr marL="0" indent="0">
              <a:buNone/>
            </a:pPr>
            <a:r>
              <a:rPr lang="en-US" sz="3197" b="1" dirty="0" err="1">
                <a:latin typeface="Consolas" charset="0"/>
                <a:ea typeface="Consolas" charset="0"/>
                <a:cs typeface="Consolas" charset="0"/>
              </a:rPr>
              <a:t>sb.append</a:t>
            </a:r>
            <a:r>
              <a:rPr lang="en-US" sz="3197" b="1" dirty="0">
                <a:latin typeface="Consolas" charset="0"/>
                <a:ea typeface="Consolas" charset="0"/>
                <a:cs typeface="Consolas" charset="0"/>
              </a:rPr>
              <a:t>(' ');</a:t>
            </a:r>
          </a:p>
          <a:p>
            <a:pPr marL="0" indent="0">
              <a:buNone/>
            </a:pPr>
            <a:r>
              <a:rPr lang="en-US" sz="3197" b="1" dirty="0" err="1">
                <a:latin typeface="Consolas" charset="0"/>
                <a:ea typeface="Consolas" charset="0"/>
                <a:cs typeface="Consolas" charset="0"/>
              </a:rPr>
              <a:t>sb.append</a:t>
            </a:r>
            <a:r>
              <a:rPr lang="en-US" sz="3197" b="1" dirty="0">
                <a:latin typeface="Consolas" charset="0"/>
                <a:ea typeface="Consolas" charset="0"/>
                <a:cs typeface="Consolas" charset="0"/>
              </a:rPr>
              <a:t>("Java!");</a:t>
            </a:r>
          </a:p>
          <a:p>
            <a:pPr marL="0" indent="0">
              <a:buNone/>
            </a:pPr>
            <a:endParaRPr lang="en-US" sz="3197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en-US" sz="3197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3197" b="1" dirty="0">
                <a:latin typeface="Consolas" charset="0"/>
                <a:ea typeface="Consolas" charset="0"/>
                <a:cs typeface="Consolas" charset="0"/>
              </a:rPr>
              <a:t>("%</a:t>
            </a:r>
            <a:r>
              <a:rPr lang="en-US" sz="3197" b="1" dirty="0" err="1">
                <a:latin typeface="Consolas" charset="0"/>
                <a:ea typeface="Consolas" charset="0"/>
                <a:cs typeface="Consolas" charset="0"/>
              </a:rPr>
              <a:t>s%n</a:t>
            </a:r>
            <a:r>
              <a:rPr lang="en-US" sz="3197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en-US" sz="3197" b="1" dirty="0" err="1">
                <a:latin typeface="Consolas" charset="0"/>
                <a:ea typeface="Consolas" charset="0"/>
                <a:cs typeface="Consolas" charset="0"/>
              </a:rPr>
              <a:t>sb</a:t>
            </a:r>
            <a:r>
              <a:rPr lang="en-US" sz="3197" b="1" dirty="0">
                <a:latin typeface="Consolas" charset="0"/>
                <a:ea typeface="Consolas" charset="0"/>
                <a:cs typeface="Consolas" charset="0"/>
              </a:rPr>
              <a:t>); </a:t>
            </a:r>
          </a:p>
          <a:p>
            <a:pPr marL="0" indent="0">
              <a:buNone/>
            </a:pPr>
            <a:r>
              <a:rPr lang="en-US" sz="3197" b="1" dirty="0">
                <a:latin typeface="Consolas" charset="0"/>
                <a:ea typeface="Consolas" charset="0"/>
                <a:cs typeface="Consolas" charset="0"/>
              </a:rPr>
              <a:t>// Welcome to Java!</a:t>
            </a:r>
          </a:p>
          <a:p>
            <a:pPr marL="0" indent="0">
              <a:buNone/>
            </a:pPr>
            <a:endParaRPr lang="en-US" sz="3197" b="1" dirty="0">
              <a:latin typeface="Consolas" charset="0"/>
              <a:ea typeface="Consolas" charset="0"/>
              <a:cs typeface="Consola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253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5" b="1" dirty="0" err="1">
                <a:latin typeface="Consolas" charset="0"/>
                <a:ea typeface="Consolas" charset="0"/>
                <a:cs typeface="Consolas" charset="0"/>
              </a:rPr>
              <a:t>sb.insert</a:t>
            </a:r>
            <a:r>
              <a:rPr lang="en-US" sz="2205" b="1" dirty="0">
                <a:latin typeface="Consolas" charset="0"/>
                <a:ea typeface="Consolas" charset="0"/>
                <a:cs typeface="Consolas" charset="0"/>
              </a:rPr>
              <a:t>(11, "HTML and "); // Welcome to HTML and Java!</a:t>
            </a:r>
          </a:p>
          <a:p>
            <a:pPr marL="0" indent="0">
              <a:buNone/>
            </a:pPr>
            <a:r>
              <a:rPr lang="mr-IN" sz="2205" b="1" dirty="0" err="1">
                <a:latin typeface="Consolas" charset="0"/>
                <a:ea typeface="Consolas" charset="0"/>
                <a:cs typeface="Consolas" charset="0"/>
              </a:rPr>
              <a:t>sb.delete</a:t>
            </a:r>
            <a:r>
              <a:rPr lang="mr-IN" sz="2205" b="1" dirty="0">
                <a:latin typeface="Consolas" charset="0"/>
                <a:ea typeface="Consolas" charset="0"/>
                <a:cs typeface="Consolas" charset="0"/>
              </a:rPr>
              <a:t>(8, 11);</a:t>
            </a:r>
            <a:r>
              <a:rPr lang="en-US" sz="2205" b="1" dirty="0">
                <a:latin typeface="Consolas" charset="0"/>
                <a:ea typeface="Consolas" charset="0"/>
                <a:cs typeface="Consolas" charset="0"/>
              </a:rPr>
              <a:t> // Welcome HTML and Java!</a:t>
            </a:r>
          </a:p>
          <a:p>
            <a:pPr marL="0" indent="0">
              <a:buNone/>
            </a:pPr>
            <a:r>
              <a:rPr lang="en-US" sz="2205" b="1" dirty="0" err="1">
                <a:latin typeface="Consolas" charset="0"/>
                <a:ea typeface="Consolas" charset="0"/>
                <a:cs typeface="Consolas" charset="0"/>
              </a:rPr>
              <a:t>sb.deleteCharAt</a:t>
            </a:r>
            <a:r>
              <a:rPr lang="en-US" sz="2205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2205" b="1" dirty="0" err="1">
                <a:latin typeface="Consolas" charset="0"/>
                <a:ea typeface="Consolas" charset="0"/>
                <a:cs typeface="Consolas" charset="0"/>
              </a:rPr>
              <a:t>sb.length</a:t>
            </a:r>
            <a:r>
              <a:rPr lang="en-US" sz="2205" b="1" dirty="0">
                <a:latin typeface="Consolas" charset="0"/>
                <a:ea typeface="Consolas" charset="0"/>
                <a:cs typeface="Consolas" charset="0"/>
              </a:rPr>
              <a:t>()-1); // Welcome HTML and Java</a:t>
            </a:r>
          </a:p>
          <a:p>
            <a:pPr marL="0" indent="0">
              <a:buNone/>
            </a:pPr>
            <a:r>
              <a:rPr lang="en-US" sz="2205" b="1" dirty="0" err="1">
                <a:latin typeface="Consolas" charset="0"/>
                <a:ea typeface="Consolas" charset="0"/>
                <a:cs typeface="Consolas" charset="0"/>
              </a:rPr>
              <a:t>sb.reverse</a:t>
            </a:r>
            <a:r>
              <a:rPr lang="en-US" sz="2205" b="1" dirty="0">
                <a:latin typeface="Consolas" charset="0"/>
                <a:ea typeface="Consolas" charset="0"/>
                <a:cs typeface="Consolas" charset="0"/>
              </a:rPr>
              <a:t>(); // </a:t>
            </a:r>
            <a:r>
              <a:rPr lang="en-US" sz="2205" b="1" dirty="0" err="1">
                <a:latin typeface="Consolas" charset="0"/>
                <a:ea typeface="Consolas" charset="0"/>
                <a:cs typeface="Consolas" charset="0"/>
              </a:rPr>
              <a:t>avaJ</a:t>
            </a:r>
            <a:r>
              <a:rPr lang="en-US" sz="2205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2205" b="1" dirty="0" err="1">
                <a:latin typeface="Consolas" charset="0"/>
                <a:ea typeface="Consolas" charset="0"/>
                <a:cs typeface="Consolas" charset="0"/>
              </a:rPr>
              <a:t>dna</a:t>
            </a:r>
            <a:r>
              <a:rPr lang="en-US" sz="2205" b="1" dirty="0">
                <a:latin typeface="Consolas" charset="0"/>
                <a:ea typeface="Consolas" charset="0"/>
                <a:cs typeface="Consolas" charset="0"/>
              </a:rPr>
              <a:t> LMTH </a:t>
            </a:r>
            <a:r>
              <a:rPr lang="en-US" sz="2205" b="1" dirty="0" err="1">
                <a:latin typeface="Consolas" charset="0"/>
                <a:ea typeface="Consolas" charset="0"/>
                <a:cs typeface="Consolas" charset="0"/>
              </a:rPr>
              <a:t>emocleW</a:t>
            </a:r>
            <a:endParaRPr lang="en-US" sz="2205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en-US" sz="2205" b="1" dirty="0" err="1">
                <a:latin typeface="Consolas" charset="0"/>
                <a:ea typeface="Consolas" charset="0"/>
                <a:cs typeface="Consolas" charset="0"/>
              </a:rPr>
              <a:t>sb.reverse</a:t>
            </a:r>
            <a:r>
              <a:rPr lang="en-US" sz="2205" b="1" dirty="0">
                <a:latin typeface="Consolas" charset="0"/>
                <a:ea typeface="Consolas" charset="0"/>
                <a:cs typeface="Consolas" charset="0"/>
              </a:rPr>
              <a:t>().replace(8, 16, "HTML"); // Welcome HTML Java</a:t>
            </a:r>
          </a:p>
          <a:p>
            <a:pPr marL="0" indent="0">
              <a:buNone/>
            </a:pPr>
            <a:r>
              <a:rPr lang="en-US" sz="2205" b="1" dirty="0" err="1">
                <a:latin typeface="Consolas" charset="0"/>
                <a:ea typeface="Consolas" charset="0"/>
                <a:cs typeface="Consolas" charset="0"/>
              </a:rPr>
              <a:t>sb.setCharAt</a:t>
            </a:r>
            <a:r>
              <a:rPr lang="en-US" sz="2205" b="1" dirty="0">
                <a:latin typeface="Consolas" charset="0"/>
                <a:ea typeface="Consolas" charset="0"/>
                <a:cs typeface="Consolas" charset="0"/>
              </a:rPr>
              <a:t>(0, 'w'); // welcome HTML Java</a:t>
            </a:r>
          </a:p>
          <a:p>
            <a:pPr marL="0" indent="0">
              <a:buNone/>
            </a:pPr>
            <a:endParaRPr lang="en-US" sz="2205" b="1" dirty="0">
              <a:latin typeface="Consolas" charset="0"/>
              <a:ea typeface="Consolas" charset="0"/>
              <a:cs typeface="Consola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7668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/>
          <a:lstStyle/>
          <a:p>
            <a:pPr indent="-457200"/>
            <a:r>
              <a:rPr lang="en-US" dirty="0"/>
              <a:t>Write a method that</a:t>
            </a:r>
          </a:p>
          <a:p>
            <a:pPr lvl="1" indent="-457200"/>
            <a:r>
              <a:rPr lang="en-US" dirty="0"/>
              <a:t>takes as a parameter an array of Strings and </a:t>
            </a:r>
          </a:p>
          <a:p>
            <a:pPr lvl="1" indent="-457200"/>
            <a:r>
              <a:rPr lang="en-US" dirty="0"/>
              <a:t>returns all the words concatenated into a single string </a:t>
            </a:r>
          </a:p>
          <a:p>
            <a:pPr lvl="1" indent="-457200"/>
            <a:r>
              <a:rPr lang="en-US" dirty="0"/>
              <a:t>using a 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StringBuilder</a:t>
            </a:r>
            <a:endParaRPr lang="en-US" b="1" dirty="0">
              <a:latin typeface="Consolas" charset="0"/>
              <a:ea typeface="Consolas" charset="0"/>
              <a:cs typeface="Consolas" charset="0"/>
            </a:endParaRPr>
          </a:p>
          <a:p>
            <a:pPr indent="-457200"/>
            <a:r>
              <a:rPr lang="en-US" dirty="0">
                <a:latin typeface="Tahoma" charset="0"/>
                <a:ea typeface="Tahoma" charset="0"/>
                <a:cs typeface="Tahoma" charset="0"/>
              </a:rPr>
              <a:t>What should my method signature look like?</a:t>
            </a:r>
          </a:p>
          <a:p>
            <a:pPr indent="-457200"/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public static String 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makeSentence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(String[] words)</a:t>
            </a:r>
            <a:endParaRPr lang="en-US" dirty="0">
              <a:latin typeface="Tahoma" charset="0"/>
              <a:ea typeface="Tahoma" charset="0"/>
              <a:cs typeface="Tahom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935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Answer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560369"/>
            <a:ext cx="9275925" cy="534366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5" b="1" dirty="0">
                <a:latin typeface="Consolas" charset="0"/>
                <a:ea typeface="Consolas" charset="0"/>
                <a:cs typeface="Consolas" charset="0"/>
              </a:rPr>
              <a:t>public static void main(String[] </a:t>
            </a:r>
            <a:r>
              <a:rPr lang="en-US" sz="2205" b="1" dirty="0" err="1">
                <a:latin typeface="Consolas" charset="0"/>
                <a:ea typeface="Consolas" charset="0"/>
                <a:cs typeface="Consolas" charset="0"/>
              </a:rPr>
              <a:t>args</a:t>
            </a:r>
            <a:r>
              <a:rPr lang="en-US" sz="2205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buNone/>
            </a:pPr>
            <a:r>
              <a:rPr lang="en-US" sz="2205" b="1" dirty="0">
                <a:latin typeface="Consolas" charset="0"/>
                <a:ea typeface="Consolas" charset="0"/>
                <a:cs typeface="Consolas" charset="0"/>
              </a:rPr>
              <a:t>	String[] </a:t>
            </a:r>
            <a:r>
              <a:rPr lang="en-US" sz="2205" b="1" dirty="0" err="1">
                <a:latin typeface="Consolas" charset="0"/>
                <a:ea typeface="Consolas" charset="0"/>
                <a:cs typeface="Consolas" charset="0"/>
              </a:rPr>
              <a:t>myWords</a:t>
            </a:r>
            <a:r>
              <a:rPr lang="en-US" sz="2205" b="1" dirty="0">
                <a:latin typeface="Consolas" charset="0"/>
                <a:ea typeface="Consolas" charset="0"/>
                <a:cs typeface="Consolas" charset="0"/>
              </a:rPr>
              <a:t> = {"</a:t>
            </a:r>
            <a:r>
              <a:rPr lang="en-US" sz="2205" b="1" dirty="0" err="1">
                <a:latin typeface="Consolas" charset="0"/>
                <a:ea typeface="Consolas" charset="0"/>
                <a:cs typeface="Consolas" charset="0"/>
              </a:rPr>
              <a:t>correct","horse","battery","staple</a:t>
            </a:r>
            <a:r>
              <a:rPr lang="en-US" sz="2205" b="1" dirty="0">
                <a:latin typeface="Consolas" charset="0"/>
                <a:ea typeface="Consolas" charset="0"/>
                <a:cs typeface="Consolas" charset="0"/>
              </a:rPr>
              <a:t>"};	</a:t>
            </a:r>
          </a:p>
          <a:p>
            <a:pPr marL="0" indent="0">
              <a:buNone/>
            </a:pPr>
            <a:r>
              <a:rPr lang="en-US" sz="2205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2205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2205" b="1" dirty="0">
                <a:latin typeface="Consolas" charset="0"/>
                <a:ea typeface="Consolas" charset="0"/>
                <a:cs typeface="Consolas" charset="0"/>
              </a:rPr>
              <a:t>("%</a:t>
            </a:r>
            <a:r>
              <a:rPr lang="en-US" sz="2205" b="1" dirty="0" err="1">
                <a:latin typeface="Consolas" charset="0"/>
                <a:ea typeface="Consolas" charset="0"/>
                <a:cs typeface="Consolas" charset="0"/>
              </a:rPr>
              <a:t>s%n</a:t>
            </a:r>
            <a:r>
              <a:rPr lang="en-US" sz="2205" b="1" dirty="0">
                <a:latin typeface="Consolas" charset="0"/>
                <a:ea typeface="Consolas" charset="0"/>
                <a:cs typeface="Consolas" charset="0"/>
              </a:rPr>
              <a:t>",</a:t>
            </a:r>
            <a:r>
              <a:rPr lang="en-US" sz="2205" b="1" dirty="0" err="1">
                <a:latin typeface="Consolas" charset="0"/>
                <a:ea typeface="Consolas" charset="0"/>
                <a:cs typeface="Consolas" charset="0"/>
              </a:rPr>
              <a:t>makeSentence</a:t>
            </a:r>
            <a:r>
              <a:rPr lang="en-US" sz="2205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2205" b="1" dirty="0" err="1">
                <a:latin typeface="Consolas" charset="0"/>
                <a:ea typeface="Consolas" charset="0"/>
                <a:cs typeface="Consolas" charset="0"/>
              </a:rPr>
              <a:t>myWords</a:t>
            </a:r>
            <a:r>
              <a:rPr lang="en-US" sz="2205" b="1" dirty="0">
                <a:latin typeface="Consolas" charset="0"/>
                <a:ea typeface="Consolas" charset="0"/>
                <a:cs typeface="Consolas" charset="0"/>
              </a:rPr>
              <a:t>));</a:t>
            </a:r>
          </a:p>
          <a:p>
            <a:pPr marL="0" indent="0">
              <a:buNone/>
            </a:pPr>
            <a:r>
              <a:rPr lang="en-US" sz="2205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buNone/>
            </a:pPr>
            <a:endParaRPr lang="en-US" sz="2205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en-US" sz="2205" b="1" dirty="0">
                <a:latin typeface="Consolas" charset="0"/>
                <a:ea typeface="Consolas" charset="0"/>
                <a:cs typeface="Consolas" charset="0"/>
              </a:rPr>
              <a:t>public static String </a:t>
            </a:r>
            <a:r>
              <a:rPr lang="en-US" sz="2205" b="1" dirty="0" err="1">
                <a:latin typeface="Consolas" charset="0"/>
                <a:ea typeface="Consolas" charset="0"/>
                <a:cs typeface="Consolas" charset="0"/>
              </a:rPr>
              <a:t>makeSentence</a:t>
            </a:r>
            <a:r>
              <a:rPr lang="en-US" sz="2205" b="1" dirty="0">
                <a:latin typeface="Consolas" charset="0"/>
                <a:ea typeface="Consolas" charset="0"/>
                <a:cs typeface="Consolas" charset="0"/>
              </a:rPr>
              <a:t>(String[] words) {</a:t>
            </a:r>
          </a:p>
          <a:p>
            <a:pPr marL="0" indent="0">
              <a:buNone/>
            </a:pPr>
            <a:r>
              <a:rPr lang="en-US" sz="2205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2205" b="1" dirty="0" err="1">
                <a:latin typeface="Consolas" charset="0"/>
                <a:ea typeface="Consolas" charset="0"/>
                <a:cs typeface="Consolas" charset="0"/>
              </a:rPr>
              <a:t>StringBuilder</a:t>
            </a:r>
            <a:r>
              <a:rPr lang="en-US" sz="2205" b="1" dirty="0">
                <a:latin typeface="Consolas" charset="0"/>
                <a:ea typeface="Consolas" charset="0"/>
                <a:cs typeface="Consolas" charset="0"/>
              </a:rPr>
              <a:t> sentence = new </a:t>
            </a:r>
            <a:r>
              <a:rPr lang="en-US" sz="2205" b="1" dirty="0" err="1">
                <a:latin typeface="Consolas" charset="0"/>
                <a:ea typeface="Consolas" charset="0"/>
                <a:cs typeface="Consolas" charset="0"/>
              </a:rPr>
              <a:t>StringBuilder</a:t>
            </a:r>
            <a:r>
              <a:rPr lang="en-US" sz="2205" b="1" dirty="0">
                <a:latin typeface="Consolas" charset="0"/>
                <a:ea typeface="Consolas" charset="0"/>
                <a:cs typeface="Consolas" charset="0"/>
              </a:rPr>
              <a:t>();</a:t>
            </a:r>
          </a:p>
          <a:p>
            <a:pPr marL="0" indent="0">
              <a:buNone/>
            </a:pPr>
            <a:r>
              <a:rPr lang="en-US" sz="2205" b="1" dirty="0">
                <a:latin typeface="Consolas" charset="0"/>
                <a:ea typeface="Consolas" charset="0"/>
                <a:cs typeface="Consolas" charset="0"/>
              </a:rPr>
              <a:t>	for(String w: words){</a:t>
            </a:r>
          </a:p>
          <a:p>
            <a:pPr marL="0" indent="0">
              <a:buNone/>
            </a:pPr>
            <a:r>
              <a:rPr lang="en-US" sz="2205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2205" b="1" dirty="0" err="1">
                <a:latin typeface="Consolas" charset="0"/>
                <a:ea typeface="Consolas" charset="0"/>
                <a:cs typeface="Consolas" charset="0"/>
              </a:rPr>
              <a:t>sentence.append</a:t>
            </a:r>
            <a:r>
              <a:rPr lang="en-US" sz="2205" b="1" dirty="0">
                <a:latin typeface="Consolas" charset="0"/>
                <a:ea typeface="Consolas" charset="0"/>
                <a:cs typeface="Consolas" charset="0"/>
              </a:rPr>
              <a:t>(w);</a:t>
            </a:r>
          </a:p>
          <a:p>
            <a:pPr marL="0" indent="0">
              <a:buNone/>
            </a:pPr>
            <a:r>
              <a:rPr lang="en-US" sz="2205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buNone/>
            </a:pPr>
            <a:r>
              <a:rPr lang="en-US" sz="2205" b="1" dirty="0">
                <a:latin typeface="Consolas" charset="0"/>
                <a:ea typeface="Consolas" charset="0"/>
                <a:cs typeface="Consolas" charset="0"/>
              </a:rPr>
              <a:t>	return </a:t>
            </a:r>
            <a:r>
              <a:rPr lang="en-US" sz="2205" b="1" dirty="0" err="1">
                <a:latin typeface="Consolas" charset="0"/>
                <a:ea typeface="Consolas" charset="0"/>
                <a:cs typeface="Consolas" charset="0"/>
              </a:rPr>
              <a:t>sentence.toString</a:t>
            </a:r>
            <a:r>
              <a:rPr lang="en-US" sz="2205" b="1" dirty="0">
                <a:latin typeface="Consolas" charset="0"/>
                <a:ea typeface="Consolas" charset="0"/>
                <a:cs typeface="Consolas" charset="0"/>
              </a:rPr>
              <a:t>();</a:t>
            </a:r>
          </a:p>
          <a:p>
            <a:pPr marL="0" indent="0">
              <a:buNone/>
            </a:pPr>
            <a:r>
              <a:rPr lang="en-US" sz="2205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244354" y="4993967"/>
            <a:ext cx="184731" cy="4913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646" dirty="0"/>
          </a:p>
        </p:txBody>
      </p:sp>
    </p:spTree>
    <p:extLst>
      <p:ext uri="{BB962C8B-B14F-4D97-AF65-F5344CB8AC3E}">
        <p14:creationId xmlns:p14="http://schemas.microsoft.com/office/powerpoint/2010/main" val="666665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ArrayList</a:t>
            </a:r>
            <a:r>
              <a:rPr lang="en-US" dirty="0"/>
              <a:t>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Array: used when we wanted to store many values of the same type</a:t>
            </a:r>
          </a:p>
          <a:p>
            <a:r>
              <a:rPr lang="en-US" dirty="0"/>
              <a:t>However, with arrays, we need to know the </a:t>
            </a:r>
            <a:r>
              <a:rPr lang="en-US" u="sng" dirty="0"/>
              <a:t>size</a:t>
            </a:r>
            <a:r>
              <a:rPr lang="en-US" dirty="0"/>
              <a:t> ahead of time, </a:t>
            </a:r>
          </a:p>
          <a:p>
            <a:pPr lvl="1"/>
            <a:r>
              <a:rPr lang="en-US" u="sng" dirty="0"/>
              <a:t>and</a:t>
            </a:r>
            <a:r>
              <a:rPr lang="en-US" dirty="0"/>
              <a:t> can’t adjust it later</a:t>
            </a:r>
          </a:p>
          <a:p>
            <a:r>
              <a:rPr lang="en-US" dirty="0"/>
              <a:t>The 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ArrayList</a:t>
            </a:r>
            <a:r>
              <a:rPr lang="en-US" dirty="0"/>
              <a:t> class contains an array, </a:t>
            </a:r>
            <a:br>
              <a:rPr lang="en-US" dirty="0"/>
            </a:br>
            <a:r>
              <a:rPr lang="en-US" dirty="0"/>
              <a:t>and supports array-like methods, </a:t>
            </a:r>
            <a:br>
              <a:rPr lang="en-US" dirty="0"/>
            </a:br>
            <a:r>
              <a:rPr lang="en-US" dirty="0"/>
              <a:t>but can grow and shrink as necessary</a:t>
            </a:r>
          </a:p>
          <a:p>
            <a:pPr lvl="1"/>
            <a:r>
              <a:rPr lang="en-US" dirty="0"/>
              <a:t>A great example of encapsulating complex behavior within a class</a:t>
            </a:r>
          </a:p>
        </p:txBody>
      </p:sp>
    </p:spTree>
    <p:extLst>
      <p:ext uri="{BB962C8B-B14F-4D97-AF65-F5344CB8AC3E}">
        <p14:creationId xmlns:p14="http://schemas.microsoft.com/office/powerpoint/2010/main" val="1625187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Creating an </a:t>
            </a:r>
            <a:r>
              <a:rPr lang="en-US" dirty="0" err="1"/>
              <a:t>ArrayList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576118" cy="534366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197" b="1" dirty="0" err="1">
                <a:latin typeface="Consolas" charset="0"/>
                <a:ea typeface="Consolas" charset="0"/>
                <a:cs typeface="Consolas" charset="0"/>
              </a:rPr>
              <a:t>ArrayList</a:t>
            </a:r>
            <a:r>
              <a:rPr lang="en-US" sz="3197" b="1" dirty="0">
                <a:latin typeface="Consolas" charset="0"/>
                <a:ea typeface="Consolas" charset="0"/>
                <a:cs typeface="Consolas" charset="0"/>
              </a:rPr>
              <a:t>&lt;Type&gt; a = new </a:t>
            </a:r>
            <a:r>
              <a:rPr lang="en-US" sz="3197" b="1" dirty="0" err="1">
                <a:latin typeface="Consolas" charset="0"/>
                <a:ea typeface="Consolas" charset="0"/>
                <a:cs typeface="Consolas" charset="0"/>
              </a:rPr>
              <a:t>ArrayList</a:t>
            </a:r>
            <a:r>
              <a:rPr lang="en-US" sz="3197" b="1" dirty="0">
                <a:latin typeface="Consolas" charset="0"/>
                <a:ea typeface="Consolas" charset="0"/>
                <a:cs typeface="Consolas" charset="0"/>
              </a:rPr>
              <a:t>&lt;Type&gt;();</a:t>
            </a:r>
            <a:endParaRPr lang="en-US" dirty="0"/>
          </a:p>
          <a:p>
            <a:r>
              <a:rPr lang="en-US" dirty="0"/>
              <a:t>Like an array, when you create an 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ArrayList</a:t>
            </a:r>
            <a:r>
              <a:rPr lang="en-US" dirty="0"/>
              <a:t>, you provide a data type for all elements, </a:t>
            </a:r>
            <a:br>
              <a:rPr lang="en-US" dirty="0"/>
            </a:br>
            <a:r>
              <a:rPr lang="en-US" dirty="0"/>
              <a:t>via the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&lt;Type&gt;</a:t>
            </a:r>
            <a:r>
              <a:rPr lang="en-US" dirty="0"/>
              <a:t>, which </a:t>
            </a:r>
            <a:r>
              <a:rPr lang="en-US" u="sng" dirty="0"/>
              <a:t>must be a class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note: wrapper classes come in handy!</a:t>
            </a:r>
            <a:endParaRPr lang="en-US" u="sng" dirty="0"/>
          </a:p>
          <a:p>
            <a:pPr lvl="1"/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ArrayList</a:t>
            </a:r>
            <a:r>
              <a:rPr lang="en-US" dirty="0"/>
              <a:t> is an example of a class that can be parameterized by a type, known as a </a:t>
            </a:r>
            <a:r>
              <a:rPr lang="en-US" b="1" dirty="0"/>
              <a:t>generic</a:t>
            </a:r>
            <a:r>
              <a:rPr lang="en-US" dirty="0"/>
              <a:t> class</a:t>
            </a:r>
          </a:p>
          <a:p>
            <a:r>
              <a:rPr lang="en-US" dirty="0"/>
              <a:t>Import 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ArrayList</a:t>
            </a:r>
            <a:r>
              <a:rPr lang="en-US" dirty="0"/>
              <a:t> from 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java.util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184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Creating an </a:t>
            </a:r>
            <a:r>
              <a:rPr lang="en-US" dirty="0" err="1"/>
              <a:t>ArrayList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576118" cy="534366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197" b="1" dirty="0" err="1">
                <a:latin typeface="Consolas" charset="0"/>
                <a:ea typeface="Consolas" charset="0"/>
                <a:cs typeface="Consolas" charset="0"/>
              </a:rPr>
              <a:t>ArrayList</a:t>
            </a:r>
            <a:r>
              <a:rPr lang="en-US" sz="3197" b="1" dirty="0">
                <a:latin typeface="Consolas" charset="0"/>
                <a:ea typeface="Consolas" charset="0"/>
                <a:cs typeface="Consolas" charset="0"/>
              </a:rPr>
              <a:t>&lt;Type&gt; a = new </a:t>
            </a:r>
            <a:r>
              <a:rPr lang="en-US" sz="3197" b="1" dirty="0" err="1">
                <a:latin typeface="Consolas" charset="0"/>
                <a:ea typeface="Consolas" charset="0"/>
                <a:cs typeface="Consolas" charset="0"/>
              </a:rPr>
              <a:t>ArrayList</a:t>
            </a:r>
            <a:r>
              <a:rPr lang="en-US" sz="3197" b="1" dirty="0">
                <a:latin typeface="Consolas" charset="0"/>
                <a:ea typeface="Consolas" charset="0"/>
                <a:cs typeface="Consolas" charset="0"/>
              </a:rPr>
              <a:t>&lt;Type&gt;();</a:t>
            </a:r>
            <a:endParaRPr lang="en-US" dirty="0"/>
          </a:p>
          <a:p>
            <a:r>
              <a:rPr lang="en-US" dirty="0"/>
              <a:t>The second type is no longer required:</a:t>
            </a:r>
          </a:p>
          <a:p>
            <a:pPr marL="182880" indent="0">
              <a:buNone/>
            </a:pP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ArrayList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&lt;Type&gt; a = new 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ArrayList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&lt;&gt;();</a:t>
            </a:r>
          </a:p>
          <a:p>
            <a:pPr marL="182880" indent="0">
              <a:buNone/>
            </a:pPr>
            <a:r>
              <a:rPr lang="en-US" dirty="0">
                <a:latin typeface="Tahoma" charset="0"/>
                <a:ea typeface="Tahoma" charset="0"/>
                <a:cs typeface="Tahoma" charset="0"/>
              </a:rPr>
              <a:t>JDK 7+ can </a:t>
            </a:r>
            <a:r>
              <a:rPr lang="en-US" i="1" dirty="0" err="1">
                <a:latin typeface="Tahoma" charset="0"/>
                <a:ea typeface="Tahoma" charset="0"/>
                <a:cs typeface="Tahoma" charset="0"/>
              </a:rPr>
              <a:t>infere</a:t>
            </a:r>
            <a:r>
              <a:rPr lang="en-US" dirty="0">
                <a:latin typeface="Tahoma" charset="0"/>
                <a:ea typeface="Tahoma" charset="0"/>
                <a:cs typeface="Tahoma" charset="0"/>
              </a:rPr>
              <a:t> the concrete type.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800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Creating an Empty 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ArrayList</a:t>
            </a:r>
            <a:endParaRPr lang="en-US" b="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35" b="1" dirty="0" err="1">
                <a:latin typeface="Consolas" charset="0"/>
                <a:ea typeface="Consolas" charset="0"/>
                <a:cs typeface="Consolas" charset="0"/>
              </a:rPr>
              <a:t>ArrayList</a:t>
            </a:r>
            <a:r>
              <a:rPr lang="en-US" sz="2535" b="1" dirty="0">
                <a:latin typeface="Consolas" charset="0"/>
                <a:ea typeface="Consolas" charset="0"/>
                <a:cs typeface="Consolas" charset="0"/>
              </a:rPr>
              <a:t>&lt;Integer&gt; a = new </a:t>
            </a:r>
            <a:r>
              <a:rPr lang="en-US" sz="2535" b="1" dirty="0" err="1">
                <a:latin typeface="Consolas" charset="0"/>
                <a:ea typeface="Consolas" charset="0"/>
                <a:cs typeface="Consolas" charset="0"/>
              </a:rPr>
              <a:t>ArrayList</a:t>
            </a:r>
            <a:r>
              <a:rPr lang="en-US" sz="2535" b="1" dirty="0">
                <a:latin typeface="Consolas" charset="0"/>
                <a:ea typeface="Consolas" charset="0"/>
                <a:cs typeface="Consolas" charset="0"/>
              </a:rPr>
              <a:t>&lt;Integer&gt;();</a:t>
            </a:r>
          </a:p>
          <a:p>
            <a:pPr marL="0" indent="0">
              <a:buNone/>
            </a:pPr>
            <a:r>
              <a:rPr lang="en-US" sz="2535" b="1" dirty="0" err="1">
                <a:latin typeface="Consolas" charset="0"/>
                <a:ea typeface="Consolas" charset="0"/>
                <a:cs typeface="Consolas" charset="0"/>
              </a:rPr>
              <a:t>ArrayList</a:t>
            </a:r>
            <a:r>
              <a:rPr lang="en-US" sz="2535" b="1" dirty="0">
                <a:latin typeface="Consolas" charset="0"/>
                <a:ea typeface="Consolas" charset="0"/>
                <a:cs typeface="Consolas" charset="0"/>
              </a:rPr>
              <a:t>&lt;Double&gt; b = new </a:t>
            </a:r>
            <a:r>
              <a:rPr lang="en-US" sz="2535" b="1" dirty="0" err="1">
                <a:latin typeface="Consolas" charset="0"/>
                <a:ea typeface="Consolas" charset="0"/>
                <a:cs typeface="Consolas" charset="0"/>
              </a:rPr>
              <a:t>ArrayList</a:t>
            </a:r>
            <a:r>
              <a:rPr lang="en-US" sz="2535" b="1" dirty="0">
                <a:latin typeface="Consolas" charset="0"/>
                <a:ea typeface="Consolas" charset="0"/>
                <a:cs typeface="Consolas" charset="0"/>
              </a:rPr>
              <a:t>&lt;Double&gt;();</a:t>
            </a:r>
          </a:p>
          <a:p>
            <a:pPr marL="0" indent="0">
              <a:buNone/>
            </a:pPr>
            <a:r>
              <a:rPr lang="en-US" sz="2535" b="1" dirty="0" err="1">
                <a:latin typeface="Consolas" charset="0"/>
                <a:ea typeface="Consolas" charset="0"/>
                <a:cs typeface="Consolas" charset="0"/>
              </a:rPr>
              <a:t>ArrayList</a:t>
            </a:r>
            <a:r>
              <a:rPr lang="en-US" sz="2535" b="1" dirty="0">
                <a:latin typeface="Consolas" charset="0"/>
                <a:ea typeface="Consolas" charset="0"/>
                <a:cs typeface="Consolas" charset="0"/>
              </a:rPr>
              <a:t>&lt;String&gt; c = new </a:t>
            </a:r>
            <a:r>
              <a:rPr lang="en-US" sz="2535" b="1" dirty="0" err="1">
                <a:latin typeface="Consolas" charset="0"/>
                <a:ea typeface="Consolas" charset="0"/>
                <a:cs typeface="Consolas" charset="0"/>
              </a:rPr>
              <a:t>ArrayList</a:t>
            </a:r>
            <a:r>
              <a:rPr lang="en-US" sz="2535" b="1" dirty="0">
                <a:latin typeface="Consolas" charset="0"/>
                <a:ea typeface="Consolas" charset="0"/>
                <a:cs typeface="Consolas" charset="0"/>
              </a:rPr>
              <a:t>&lt;String&gt;();</a:t>
            </a:r>
          </a:p>
          <a:p>
            <a:pPr marL="0" indent="0">
              <a:buNone/>
            </a:pPr>
            <a:r>
              <a:rPr lang="en-US" sz="2000" dirty="0">
                <a:latin typeface="Consolas" charset="0"/>
                <a:ea typeface="Consolas" charset="0"/>
                <a:cs typeface="Consolas" charset="0"/>
              </a:rPr>
              <a:t>// Note: you can leave off the second &lt;Type&gt; if you wish...</a:t>
            </a:r>
            <a:endParaRPr lang="en-US" sz="2535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en-US" sz="2535" b="1" dirty="0" err="1">
                <a:latin typeface="Consolas" charset="0"/>
                <a:ea typeface="Consolas" charset="0"/>
                <a:cs typeface="Consolas" charset="0"/>
              </a:rPr>
              <a:t>ArrayList</a:t>
            </a:r>
            <a:r>
              <a:rPr lang="en-US" sz="2535" b="1" dirty="0">
                <a:latin typeface="Consolas" charset="0"/>
                <a:ea typeface="Consolas" charset="0"/>
                <a:cs typeface="Consolas" charset="0"/>
              </a:rPr>
              <a:t>&lt;Integer&gt; a = new </a:t>
            </a:r>
            <a:r>
              <a:rPr lang="en-US" sz="2535" b="1" dirty="0" err="1">
                <a:latin typeface="Consolas" charset="0"/>
                <a:ea typeface="Consolas" charset="0"/>
                <a:cs typeface="Consolas" charset="0"/>
              </a:rPr>
              <a:t>ArrayList</a:t>
            </a:r>
            <a:r>
              <a:rPr lang="en-US" sz="2535" b="1" dirty="0">
                <a:latin typeface="Consolas" charset="0"/>
                <a:ea typeface="Consolas" charset="0"/>
                <a:cs typeface="Consolas" charset="0"/>
              </a:rPr>
              <a:t>&lt;&gt;();</a:t>
            </a:r>
          </a:p>
          <a:p>
            <a:pPr marL="0" indent="0">
              <a:buNone/>
            </a:pPr>
            <a:endParaRPr lang="en-US" sz="2535" b="1" dirty="0">
              <a:latin typeface="Consolas" charset="0"/>
              <a:ea typeface="Consolas" charset="0"/>
              <a:cs typeface="Consola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592778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ArrayList</a:t>
            </a:r>
            <a:r>
              <a:rPr lang="en-US" dirty="0"/>
              <a:t> Size vs. Capacity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Once an 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ArrayList</a:t>
            </a:r>
            <a:r>
              <a:rPr lang="en-US" dirty="0"/>
              <a:t> is initialized, it is useful to think of it as encapsulating a partially filled array</a:t>
            </a:r>
          </a:p>
          <a:p>
            <a:r>
              <a:rPr lang="en-US" dirty="0"/>
              <a:t>Two key properties:</a:t>
            </a:r>
          </a:p>
          <a:p>
            <a:pPr lvl="1"/>
            <a:r>
              <a:rPr lang="en-US" b="1" dirty="0"/>
              <a:t>Size</a:t>
            </a:r>
            <a:r>
              <a:rPr lang="en-US" dirty="0"/>
              <a:t>: how many elements are in the list</a:t>
            </a:r>
          </a:p>
          <a:p>
            <a:pPr lvl="2"/>
            <a:r>
              <a:rPr lang="en-US" dirty="0"/>
              <a:t>Default constructor: 0; via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size()</a:t>
            </a:r>
            <a:r>
              <a:rPr lang="en-US" dirty="0"/>
              <a:t> and 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isEmpty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()</a:t>
            </a:r>
          </a:p>
          <a:p>
            <a:pPr lvl="1"/>
            <a:r>
              <a:rPr lang="en-US" b="1" dirty="0"/>
              <a:t>Capacity</a:t>
            </a:r>
            <a:r>
              <a:rPr lang="en-US" dirty="0"/>
              <a:t>: the size of the internal array</a:t>
            </a:r>
          </a:p>
          <a:p>
            <a:pPr lvl="2"/>
            <a:r>
              <a:rPr lang="en-US" dirty="0"/>
              <a:t>Default constructor: 10; not accessible</a:t>
            </a:r>
          </a:p>
        </p:txBody>
      </p:sp>
    </p:spTree>
    <p:extLst>
      <p:ext uri="{BB962C8B-B14F-4D97-AF65-F5344CB8AC3E}">
        <p14:creationId xmlns:p14="http://schemas.microsoft.com/office/powerpoint/2010/main" val="591797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Adding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sz="3600" dirty="0"/>
              <a:t>Add an element to the end of the list via the add method</a:t>
            </a:r>
            <a:endParaRPr lang="en-US" dirty="0"/>
          </a:p>
          <a:p>
            <a:pPr marL="0" indent="0">
              <a:buNone/>
            </a:pP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ArrayList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&lt;Integer&gt; a = new 	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ArrayList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&lt;&gt;();	</a:t>
            </a:r>
          </a:p>
          <a:p>
            <a:pPr marL="0" indent="0">
              <a:buNone/>
            </a:pP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System.out.println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a.size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()); // 0</a:t>
            </a:r>
          </a:p>
          <a:p>
            <a:pPr marL="0" indent="0">
              <a:buNone/>
            </a:pP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a.add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(3);		</a:t>
            </a:r>
          </a:p>
          <a:p>
            <a:pPr marL="0" indent="0">
              <a:buNone/>
            </a:pP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a.add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(1);		</a:t>
            </a:r>
          </a:p>
          <a:p>
            <a:pPr marL="0" indent="0">
              <a:buNone/>
            </a:pP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a.add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(4);		</a:t>
            </a:r>
          </a:p>
          <a:p>
            <a:pPr marL="0" indent="0">
              <a:buNone/>
            </a:pP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System.out.println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a.size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()); // 3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7342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Resizing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Whenever an element is added such that the new size would exceed the capacity of the underlying array, the 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ArrayList</a:t>
            </a:r>
            <a:r>
              <a:rPr lang="en-US" dirty="0"/>
              <a:t> automatically resizes to accommodate, and copies old data</a:t>
            </a:r>
          </a:p>
          <a:p>
            <a:r>
              <a:rPr lang="en-US" dirty="0"/>
              <a:t>Basic idea: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newArray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 = new Type[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newSize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];</a:t>
            </a:r>
          </a:p>
          <a:p>
            <a:pPr marL="0" indent="0"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	for (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=0; 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&lt;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oldSize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; 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++)</a:t>
            </a:r>
          </a:p>
          <a:p>
            <a:pPr marL="0" indent="0"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newArray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[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] = 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listArray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[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];</a:t>
            </a:r>
          </a:p>
          <a:p>
            <a:pPr marL="0" indent="0"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listArray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 = 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newArray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354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Resizing Efficiently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Copying arrays can become computationally expensive</a:t>
            </a:r>
          </a:p>
          <a:p>
            <a:r>
              <a:rPr lang="en-US" dirty="0"/>
              <a:t>If you are about to add many elements, use the 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ensureCapacity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minSize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)</a:t>
            </a:r>
            <a:r>
              <a:rPr lang="en-US" dirty="0"/>
              <a:t> method to have the 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ArrayList</a:t>
            </a:r>
            <a:r>
              <a:rPr lang="en-US" dirty="0"/>
              <a:t> resize to a desired capacity</a:t>
            </a:r>
          </a:p>
          <a:p>
            <a:pPr lvl="1"/>
            <a:r>
              <a:rPr lang="en-US" dirty="0"/>
              <a:t>Note: there is also a constructor that can set the initial capacity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485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Getting/Setting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To access the value of an existing element, use the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get(index)</a:t>
            </a:r>
            <a:r>
              <a:rPr lang="en-US" dirty="0"/>
              <a:t> method</a:t>
            </a:r>
          </a:p>
          <a:p>
            <a:r>
              <a:rPr lang="en-US" dirty="0"/>
              <a:t>To change the value of an existing element, use the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set(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index,value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)</a:t>
            </a:r>
            <a:r>
              <a:rPr lang="en-US" dirty="0"/>
              <a:t> method</a:t>
            </a:r>
          </a:p>
          <a:p>
            <a:r>
              <a:rPr lang="en-US" dirty="0"/>
              <a:t>For both methods, an 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IndexOutOfBoundsException</a:t>
            </a:r>
            <a:r>
              <a:rPr lang="en-US" dirty="0"/>
              <a:t> is thrown if…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(index &lt; 0 || index &gt;= size())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152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mr-IN" sz="2866" b="1" dirty="0">
                <a:latin typeface="Consolas" charset="0"/>
                <a:ea typeface="Consolas" charset="0"/>
                <a:cs typeface="Consolas" charset="0"/>
              </a:rPr>
              <a:t>ArrayList&lt;Character&gt; a = new ArrayList&lt;&gt;();	</a:t>
            </a:r>
            <a:endParaRPr lang="en-US" sz="2866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mr-IN" sz="2866" b="1" dirty="0" err="1">
                <a:latin typeface="Consolas" charset="0"/>
                <a:ea typeface="Consolas" charset="0"/>
                <a:cs typeface="Consolas" charset="0"/>
              </a:rPr>
              <a:t>a.add</a:t>
            </a:r>
            <a:r>
              <a:rPr lang="mr-IN" sz="2866" b="1" dirty="0">
                <a:latin typeface="Consolas" charset="0"/>
                <a:ea typeface="Consolas" charset="0"/>
                <a:cs typeface="Consolas" charset="0"/>
              </a:rPr>
              <a:t>('</a:t>
            </a:r>
            <a:r>
              <a:rPr lang="mr-IN" sz="2866" b="1" dirty="0" err="1">
                <a:latin typeface="Consolas" charset="0"/>
                <a:ea typeface="Consolas" charset="0"/>
                <a:cs typeface="Consolas" charset="0"/>
              </a:rPr>
              <a:t>h</a:t>
            </a:r>
            <a:r>
              <a:rPr lang="mr-IN" sz="2866" b="1" dirty="0">
                <a:latin typeface="Consolas" charset="0"/>
                <a:ea typeface="Consolas" charset="0"/>
                <a:cs typeface="Consolas" charset="0"/>
              </a:rPr>
              <a:t>');</a:t>
            </a:r>
            <a:endParaRPr lang="en-US" sz="2866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mr-IN" sz="2866" b="1" dirty="0" err="1">
                <a:latin typeface="Consolas" charset="0"/>
                <a:ea typeface="Consolas" charset="0"/>
                <a:cs typeface="Consolas" charset="0"/>
              </a:rPr>
              <a:t>a.add</a:t>
            </a:r>
            <a:r>
              <a:rPr lang="mr-IN" sz="2866" b="1" dirty="0">
                <a:latin typeface="Consolas" charset="0"/>
                <a:ea typeface="Consolas" charset="0"/>
                <a:cs typeface="Consolas" charset="0"/>
              </a:rPr>
              <a:t>('</a:t>
            </a:r>
            <a:r>
              <a:rPr lang="mr-IN" sz="2866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mr-IN" sz="2866" b="1" dirty="0">
                <a:latin typeface="Consolas" charset="0"/>
                <a:ea typeface="Consolas" charset="0"/>
                <a:cs typeface="Consolas" charset="0"/>
              </a:rPr>
              <a:t>');</a:t>
            </a:r>
            <a:endParaRPr lang="en-US" sz="2866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mr-IN" sz="2866" b="1" dirty="0" err="1">
                <a:latin typeface="Consolas" charset="0"/>
                <a:ea typeface="Consolas" charset="0"/>
                <a:cs typeface="Consolas" charset="0"/>
              </a:rPr>
              <a:t>a.add</a:t>
            </a:r>
            <a:r>
              <a:rPr lang="mr-IN" sz="2866" b="1" dirty="0">
                <a:latin typeface="Consolas" charset="0"/>
                <a:ea typeface="Consolas" charset="0"/>
                <a:cs typeface="Consolas" charset="0"/>
              </a:rPr>
              <a:t>('</a:t>
            </a:r>
            <a:r>
              <a:rPr lang="mr-IN" sz="2866" b="1" dirty="0" err="1">
                <a:latin typeface="Consolas" charset="0"/>
                <a:ea typeface="Consolas" charset="0"/>
                <a:cs typeface="Consolas" charset="0"/>
              </a:rPr>
              <a:t>j</a:t>
            </a:r>
            <a:r>
              <a:rPr lang="mr-IN" sz="2866" b="1" dirty="0">
                <a:latin typeface="Consolas" charset="0"/>
                <a:ea typeface="Consolas" charset="0"/>
                <a:cs typeface="Consolas" charset="0"/>
              </a:rPr>
              <a:t>');</a:t>
            </a:r>
            <a:endParaRPr lang="en-US" sz="2866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mr-IN" sz="2866" b="1" dirty="0" err="1">
                <a:latin typeface="Consolas" charset="0"/>
                <a:ea typeface="Consolas" charset="0"/>
                <a:cs typeface="Consolas" charset="0"/>
              </a:rPr>
              <a:t>a.set</a:t>
            </a:r>
            <a:r>
              <a:rPr lang="mr-IN" sz="2866" b="1" dirty="0">
                <a:latin typeface="Consolas" charset="0"/>
                <a:ea typeface="Consolas" charset="0"/>
                <a:cs typeface="Consolas" charset="0"/>
              </a:rPr>
              <a:t>(2, '!');</a:t>
            </a:r>
            <a:endParaRPr lang="en-US" sz="2866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mr-IN" sz="2866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mr-IN" sz="2866" b="1" dirty="0">
                <a:latin typeface="Consolas" charset="0"/>
                <a:ea typeface="Consolas" charset="0"/>
                <a:cs typeface="Consolas" charset="0"/>
              </a:rPr>
              <a:t>("%</a:t>
            </a:r>
            <a:r>
              <a:rPr lang="mr-IN" sz="2866" b="1" dirty="0" err="1">
                <a:latin typeface="Consolas" charset="0"/>
                <a:ea typeface="Consolas" charset="0"/>
                <a:cs typeface="Consolas" charset="0"/>
              </a:rPr>
              <a:t>c%c%c%n</a:t>
            </a:r>
            <a:r>
              <a:rPr lang="mr-IN" sz="2866" b="1" dirty="0">
                <a:latin typeface="Consolas" charset="0"/>
                <a:ea typeface="Consolas" charset="0"/>
                <a:cs typeface="Consolas" charset="0"/>
              </a:rPr>
              <a:t>", </a:t>
            </a:r>
            <a:endParaRPr lang="en-US" sz="2866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en-US" sz="2866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mr-IN" sz="2866" b="1" dirty="0" err="1">
                <a:latin typeface="Consolas" charset="0"/>
                <a:ea typeface="Consolas" charset="0"/>
                <a:cs typeface="Consolas" charset="0"/>
              </a:rPr>
              <a:t>a.get</a:t>
            </a:r>
            <a:r>
              <a:rPr lang="mr-IN" sz="2866" b="1" dirty="0">
                <a:latin typeface="Consolas" charset="0"/>
                <a:ea typeface="Consolas" charset="0"/>
                <a:cs typeface="Consolas" charset="0"/>
              </a:rPr>
              <a:t>(0), </a:t>
            </a:r>
            <a:r>
              <a:rPr lang="mr-IN" sz="2866" b="1" dirty="0" err="1">
                <a:latin typeface="Consolas" charset="0"/>
                <a:ea typeface="Consolas" charset="0"/>
                <a:cs typeface="Consolas" charset="0"/>
              </a:rPr>
              <a:t>a.get</a:t>
            </a:r>
            <a:r>
              <a:rPr lang="mr-IN" sz="2866" b="1" dirty="0">
                <a:latin typeface="Consolas" charset="0"/>
                <a:ea typeface="Consolas" charset="0"/>
                <a:cs typeface="Consolas" charset="0"/>
              </a:rPr>
              <a:t>(1), </a:t>
            </a:r>
            <a:r>
              <a:rPr lang="mr-IN" sz="2866" b="1" dirty="0" err="1">
                <a:latin typeface="Consolas" charset="0"/>
                <a:ea typeface="Consolas" charset="0"/>
                <a:cs typeface="Consolas" charset="0"/>
              </a:rPr>
              <a:t>a.get</a:t>
            </a:r>
            <a:r>
              <a:rPr lang="mr-IN" sz="2866" b="1" dirty="0">
                <a:latin typeface="Consolas" charset="0"/>
                <a:ea typeface="Consolas" charset="0"/>
                <a:cs typeface="Consolas" charset="0"/>
              </a:rPr>
              <a:t>(2));</a:t>
            </a:r>
            <a:endParaRPr lang="en-US" sz="2866" b="1" dirty="0">
              <a:latin typeface="Consolas" charset="0"/>
              <a:ea typeface="Consolas" charset="0"/>
              <a:cs typeface="Consola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97119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Removing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You can erase elements from the list via the remove and clear methods</a:t>
            </a:r>
          </a:p>
          <a:p>
            <a:pPr marL="503972" lvl="1" indent="0"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clear()</a:t>
            </a:r>
          </a:p>
          <a:p>
            <a:pPr marL="503972" lvl="1" indent="0"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remove(index)</a:t>
            </a:r>
          </a:p>
          <a:p>
            <a:pPr marL="503972" lvl="1" indent="0"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remove(value)</a:t>
            </a:r>
          </a:p>
          <a:p>
            <a:pPr lvl="2"/>
            <a:r>
              <a:rPr lang="en-US" dirty="0"/>
              <a:t>Only first occurrence; returns true if list changed</a:t>
            </a:r>
          </a:p>
          <a:p>
            <a:r>
              <a:rPr lang="en-US" dirty="0"/>
              <a:t>Note: removal requires copying all elements that </a:t>
            </a:r>
            <a:r>
              <a:rPr lang="en-US" i="1" dirty="0"/>
              <a:t>follow</a:t>
            </a:r>
            <a:r>
              <a:rPr lang="en-US" dirty="0"/>
              <a:t> the removed index, and can thus be slow in large lists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237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Shrinking the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/>
          <a:lstStyle/>
          <a:p>
            <a:pPr indent="-457200"/>
            <a:r>
              <a:rPr lang="en-US" dirty="0"/>
              <a:t>The 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trimtoSize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()</a:t>
            </a:r>
            <a:r>
              <a:rPr lang="en-US" dirty="0"/>
              <a:t> method reduces the capacity of the 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ArrayList</a:t>
            </a:r>
            <a:r>
              <a:rPr lang="en-US" dirty="0"/>
              <a:t> to the current size, thereby saving memory</a:t>
            </a:r>
          </a:p>
          <a:p>
            <a:pPr indent="-457200"/>
            <a:endParaRPr lang="en-US" dirty="0"/>
          </a:p>
          <a:p>
            <a:pPr marL="0" indent="0">
              <a:buNone/>
            </a:pPr>
            <a:r>
              <a:rPr lang="en-US" sz="3307" b="1" dirty="0" err="1">
                <a:latin typeface="Consolas" charset="0"/>
                <a:ea typeface="Consolas" charset="0"/>
                <a:cs typeface="Consolas" charset="0"/>
              </a:rPr>
              <a:t>list.clear</a:t>
            </a: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() // size = 0, capacity = ?</a:t>
            </a:r>
          </a:p>
          <a:p>
            <a:pPr marL="0" indent="0">
              <a:buNone/>
            </a:pPr>
            <a:r>
              <a:rPr lang="en-US" sz="3307" b="1" dirty="0" err="1">
                <a:latin typeface="Consolas" charset="0"/>
                <a:ea typeface="Consolas" charset="0"/>
                <a:cs typeface="Consolas" charset="0"/>
              </a:rPr>
              <a:t>list.trimToSize</a:t>
            </a: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() // capacity = 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4996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80707" y="1341437"/>
            <a:ext cx="9071610" cy="534366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static void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printList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ArrayList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&lt;Character&gt; l) {		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for (Character c : l) {			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("%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c",c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		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		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("%n");	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		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static void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removeAll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ArrayList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&lt;Character&gt; l, Character c) {	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while 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l.remove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(c));	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		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static void main(String[]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args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				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ArrayList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&lt;Character&gt; word = new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ArrayList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&lt;&gt;();		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word.add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('h');		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word.add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('e');		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word.add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('l');		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word.add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('l');		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word.add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('o');				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printList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(word); // hello (size=5, capacity=10)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removeAll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(word, 'l');		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word.trimToSize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();		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printList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(word);	 //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heo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(size=3, capacity=3)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1310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CheckUp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39712" y="1570037"/>
            <a:ext cx="9593458" cy="5334000"/>
          </a:xfrm>
        </p:spPr>
        <p:txBody>
          <a:bodyPr/>
          <a:lstStyle/>
          <a:p>
            <a:r>
              <a:rPr lang="en-US" dirty="0"/>
              <a:t>What is the output?</a:t>
            </a:r>
          </a:p>
          <a:p>
            <a:pPr marL="182880" indent="0">
              <a:lnSpc>
                <a:spcPct val="100000"/>
              </a:lnSpc>
              <a:buNone/>
            </a:pPr>
            <a:r>
              <a:rPr lang="en-US" sz="2800" dirty="0" err="1">
                <a:solidFill>
                  <a:srgbClr val="011993"/>
                </a:solidFill>
                <a:latin typeface="Monaco" charset="0"/>
              </a:rPr>
              <a:t>ArrayList</a:t>
            </a:r>
            <a:r>
              <a:rPr lang="en-US" sz="2800" dirty="0">
                <a:solidFill>
                  <a:srgbClr val="9437FF"/>
                </a:solidFill>
                <a:latin typeface="Monaco" charset="0"/>
              </a:rPr>
              <a:t>&lt;</a:t>
            </a:r>
            <a:r>
              <a:rPr lang="en-US" sz="2800" dirty="0">
                <a:solidFill>
                  <a:srgbClr val="9B704B"/>
                </a:solidFill>
                <a:latin typeface="Monaco" charset="0"/>
              </a:rPr>
              <a:t>Integer</a:t>
            </a:r>
            <a:r>
              <a:rPr lang="en-US" sz="2800" dirty="0">
                <a:solidFill>
                  <a:srgbClr val="9437FF"/>
                </a:solidFill>
                <a:latin typeface="Monaco" charset="0"/>
              </a:rPr>
              <a:t>&gt; </a:t>
            </a:r>
            <a:r>
              <a:rPr lang="en-US" sz="2800" dirty="0">
                <a:solidFill>
                  <a:srgbClr val="011993"/>
                </a:solidFill>
                <a:latin typeface="Monaco" charset="0"/>
              </a:rPr>
              <a:t>list</a:t>
            </a:r>
            <a:r>
              <a:rPr lang="en-US" sz="2800" dirty="0">
                <a:solidFill>
                  <a:srgbClr val="9437FF"/>
                </a:solidFill>
                <a:latin typeface="Monaco" charset="0"/>
              </a:rPr>
              <a:t> = </a:t>
            </a:r>
            <a:r>
              <a:rPr lang="en-US" sz="2800" dirty="0">
                <a:solidFill>
                  <a:srgbClr val="0433FF"/>
                </a:solidFill>
                <a:latin typeface="Monaco" charset="0"/>
              </a:rPr>
              <a:t>new</a:t>
            </a:r>
            <a:r>
              <a:rPr lang="en-US" sz="2800" dirty="0">
                <a:solidFill>
                  <a:srgbClr val="9437FF"/>
                </a:solidFill>
                <a:latin typeface="Monaco" charset="0"/>
              </a:rPr>
              <a:t> </a:t>
            </a:r>
            <a:r>
              <a:rPr lang="en-US" sz="2800" dirty="0" err="1">
                <a:solidFill>
                  <a:srgbClr val="FF40FF"/>
                </a:solidFill>
                <a:latin typeface="Monaco" charset="0"/>
              </a:rPr>
              <a:t>ArrayList</a:t>
            </a:r>
            <a:r>
              <a:rPr lang="en-US" sz="2800" dirty="0">
                <a:solidFill>
                  <a:srgbClr val="9437FF"/>
                </a:solidFill>
                <a:latin typeface="Monaco" charset="0"/>
              </a:rPr>
              <a:t>&lt;&gt;();</a:t>
            </a:r>
          </a:p>
          <a:p>
            <a:pPr marL="182880" indent="0">
              <a:lnSpc>
                <a:spcPct val="100000"/>
              </a:lnSpc>
              <a:buNone/>
            </a:pPr>
            <a:r>
              <a:rPr lang="en-US" sz="2800" dirty="0" err="1">
                <a:solidFill>
                  <a:srgbClr val="011993"/>
                </a:solidFill>
                <a:latin typeface="Monaco" charset="0"/>
              </a:rPr>
              <a:t>list</a:t>
            </a:r>
            <a:r>
              <a:rPr lang="en-US" sz="2800" dirty="0" err="1">
                <a:solidFill>
                  <a:srgbClr val="9437FF"/>
                </a:solidFill>
                <a:latin typeface="Monaco" charset="0"/>
              </a:rPr>
              <a:t>.</a:t>
            </a:r>
            <a:r>
              <a:rPr lang="en-US" sz="2800" dirty="0" err="1">
                <a:solidFill>
                  <a:srgbClr val="FF40FF"/>
                </a:solidFill>
                <a:latin typeface="Monaco" charset="0"/>
              </a:rPr>
              <a:t>add</a:t>
            </a:r>
            <a:r>
              <a:rPr lang="en-US" sz="2800" dirty="0">
                <a:solidFill>
                  <a:srgbClr val="9437FF"/>
                </a:solidFill>
                <a:latin typeface="Monaco" charset="0"/>
              </a:rPr>
              <a:t>(</a:t>
            </a:r>
            <a:r>
              <a:rPr lang="en-US" sz="2800" dirty="0">
                <a:solidFill>
                  <a:srgbClr val="FF9300"/>
                </a:solidFill>
                <a:latin typeface="Monaco" charset="0"/>
              </a:rPr>
              <a:t>1</a:t>
            </a:r>
            <a:r>
              <a:rPr lang="en-US" sz="2800" dirty="0">
                <a:solidFill>
                  <a:srgbClr val="9437FF"/>
                </a:solidFill>
                <a:latin typeface="Monaco" charset="0"/>
              </a:rPr>
              <a:t>);</a:t>
            </a:r>
          </a:p>
          <a:p>
            <a:pPr marL="182880" indent="0">
              <a:lnSpc>
                <a:spcPct val="100000"/>
              </a:lnSpc>
              <a:buNone/>
            </a:pPr>
            <a:r>
              <a:rPr lang="en-US" sz="2800" dirty="0" err="1">
                <a:solidFill>
                  <a:srgbClr val="011993"/>
                </a:solidFill>
                <a:latin typeface="Monaco" charset="0"/>
              </a:rPr>
              <a:t>list</a:t>
            </a:r>
            <a:r>
              <a:rPr lang="en-US" sz="2800" dirty="0" err="1">
                <a:solidFill>
                  <a:srgbClr val="9437FF"/>
                </a:solidFill>
                <a:latin typeface="Monaco" charset="0"/>
              </a:rPr>
              <a:t>.</a:t>
            </a:r>
            <a:r>
              <a:rPr lang="en-US" sz="2800" dirty="0" err="1">
                <a:solidFill>
                  <a:srgbClr val="FF40FF"/>
                </a:solidFill>
                <a:latin typeface="Monaco" charset="0"/>
              </a:rPr>
              <a:t>add</a:t>
            </a:r>
            <a:r>
              <a:rPr lang="en-US" sz="2800" dirty="0">
                <a:solidFill>
                  <a:srgbClr val="9437FF"/>
                </a:solidFill>
                <a:latin typeface="Monaco" charset="0"/>
              </a:rPr>
              <a:t>(</a:t>
            </a:r>
            <a:r>
              <a:rPr lang="en-US" sz="2800" dirty="0">
                <a:solidFill>
                  <a:srgbClr val="FF9300"/>
                </a:solidFill>
                <a:latin typeface="Monaco" charset="0"/>
              </a:rPr>
              <a:t>2</a:t>
            </a:r>
            <a:r>
              <a:rPr lang="en-US" sz="2800" dirty="0">
                <a:solidFill>
                  <a:srgbClr val="9437FF"/>
                </a:solidFill>
                <a:latin typeface="Monaco" charset="0"/>
              </a:rPr>
              <a:t>);</a:t>
            </a:r>
          </a:p>
          <a:p>
            <a:pPr marL="182880" indent="0">
              <a:lnSpc>
                <a:spcPct val="100000"/>
              </a:lnSpc>
              <a:buNone/>
            </a:pPr>
            <a:r>
              <a:rPr lang="en-US" sz="2800" dirty="0" err="1">
                <a:solidFill>
                  <a:srgbClr val="011993"/>
                </a:solidFill>
                <a:latin typeface="Monaco" charset="0"/>
              </a:rPr>
              <a:t>list</a:t>
            </a:r>
            <a:r>
              <a:rPr lang="en-US" sz="2800" dirty="0" err="1">
                <a:solidFill>
                  <a:srgbClr val="9437FF"/>
                </a:solidFill>
                <a:latin typeface="Monaco" charset="0"/>
              </a:rPr>
              <a:t>.</a:t>
            </a:r>
            <a:r>
              <a:rPr lang="en-US" sz="2800" dirty="0" err="1">
                <a:solidFill>
                  <a:srgbClr val="FF40FF"/>
                </a:solidFill>
                <a:latin typeface="Monaco" charset="0"/>
              </a:rPr>
              <a:t>add</a:t>
            </a:r>
            <a:r>
              <a:rPr lang="en-US" sz="2800" dirty="0">
                <a:solidFill>
                  <a:srgbClr val="9437FF"/>
                </a:solidFill>
                <a:latin typeface="Monaco" charset="0"/>
              </a:rPr>
              <a:t>(</a:t>
            </a:r>
            <a:r>
              <a:rPr lang="en-US" sz="2800" dirty="0">
                <a:solidFill>
                  <a:srgbClr val="FF9300"/>
                </a:solidFill>
                <a:latin typeface="Monaco" charset="0"/>
              </a:rPr>
              <a:t>3</a:t>
            </a:r>
            <a:r>
              <a:rPr lang="en-US" sz="2800" dirty="0">
                <a:solidFill>
                  <a:srgbClr val="9437FF"/>
                </a:solidFill>
                <a:latin typeface="Monaco" charset="0"/>
              </a:rPr>
              <a:t>);</a:t>
            </a:r>
          </a:p>
          <a:p>
            <a:pPr marL="182880" indent="0">
              <a:lnSpc>
                <a:spcPct val="100000"/>
              </a:lnSpc>
              <a:buNone/>
            </a:pPr>
            <a:r>
              <a:rPr lang="en-US" sz="2800" dirty="0" err="1">
                <a:solidFill>
                  <a:srgbClr val="011993"/>
                </a:solidFill>
                <a:latin typeface="Monaco" charset="0"/>
              </a:rPr>
              <a:t>list</a:t>
            </a:r>
            <a:r>
              <a:rPr lang="en-US" sz="2800" dirty="0" err="1">
                <a:solidFill>
                  <a:srgbClr val="9437FF"/>
                </a:solidFill>
                <a:latin typeface="Monaco" charset="0"/>
              </a:rPr>
              <a:t>.</a:t>
            </a:r>
            <a:r>
              <a:rPr lang="en-US" sz="2800" dirty="0" err="1">
                <a:solidFill>
                  <a:srgbClr val="FF40FF"/>
                </a:solidFill>
                <a:latin typeface="Monaco" charset="0"/>
              </a:rPr>
              <a:t>remove</a:t>
            </a:r>
            <a:r>
              <a:rPr lang="en-US" sz="2800" dirty="0">
                <a:solidFill>
                  <a:srgbClr val="9437FF"/>
                </a:solidFill>
                <a:latin typeface="Monaco" charset="0"/>
              </a:rPr>
              <a:t>(</a:t>
            </a:r>
            <a:r>
              <a:rPr lang="en-US" sz="2800" dirty="0">
                <a:solidFill>
                  <a:srgbClr val="FF9300"/>
                </a:solidFill>
                <a:latin typeface="Monaco" charset="0"/>
              </a:rPr>
              <a:t>1</a:t>
            </a:r>
            <a:r>
              <a:rPr lang="en-US" sz="2800" dirty="0">
                <a:solidFill>
                  <a:srgbClr val="9437FF"/>
                </a:solidFill>
                <a:latin typeface="Monaco" charset="0"/>
              </a:rPr>
              <a:t>);</a:t>
            </a:r>
            <a:endParaRPr lang="en-US" sz="2800" dirty="0">
              <a:solidFill>
                <a:srgbClr val="FF40FF"/>
              </a:solidFill>
              <a:latin typeface="Monaco" charset="0"/>
            </a:endParaRPr>
          </a:p>
          <a:p>
            <a:pPr marL="182880" indent="0">
              <a:lnSpc>
                <a:spcPct val="100000"/>
              </a:lnSpc>
              <a:buNone/>
            </a:pPr>
            <a:r>
              <a:rPr lang="en-US" sz="2800" dirty="0" err="1">
                <a:solidFill>
                  <a:srgbClr val="011993"/>
                </a:solidFill>
                <a:latin typeface="Monaco" charset="0"/>
              </a:rPr>
              <a:t>System</a:t>
            </a:r>
            <a:r>
              <a:rPr lang="en-US" sz="2800" dirty="0" err="1">
                <a:solidFill>
                  <a:srgbClr val="9437FF"/>
                </a:solidFill>
                <a:latin typeface="Monaco" charset="0"/>
              </a:rPr>
              <a:t>.</a:t>
            </a:r>
            <a:r>
              <a:rPr lang="en-US" sz="2800" dirty="0" err="1">
                <a:solidFill>
                  <a:srgbClr val="941751"/>
                </a:solidFill>
                <a:latin typeface="Monaco" charset="0"/>
              </a:rPr>
              <a:t>out</a:t>
            </a:r>
            <a:r>
              <a:rPr lang="en-US" sz="2800" dirty="0" err="1">
                <a:solidFill>
                  <a:srgbClr val="9437FF"/>
                </a:solidFill>
                <a:latin typeface="Monaco" charset="0"/>
              </a:rPr>
              <a:t>.</a:t>
            </a:r>
            <a:r>
              <a:rPr lang="en-US" sz="2800" dirty="0" err="1">
                <a:solidFill>
                  <a:srgbClr val="FF40FF"/>
                </a:solidFill>
                <a:latin typeface="Monaco" charset="0"/>
              </a:rPr>
              <a:t>println</a:t>
            </a:r>
            <a:r>
              <a:rPr lang="en-US" sz="2800" dirty="0">
                <a:solidFill>
                  <a:srgbClr val="9437FF"/>
                </a:solidFill>
                <a:latin typeface="Monaco" charset="0"/>
              </a:rPr>
              <a:t>(</a:t>
            </a:r>
            <a:r>
              <a:rPr lang="en-US" sz="2800" dirty="0">
                <a:solidFill>
                  <a:srgbClr val="011993"/>
                </a:solidFill>
                <a:latin typeface="Monaco" charset="0"/>
              </a:rPr>
              <a:t>list</a:t>
            </a:r>
            <a:r>
              <a:rPr lang="en-US" sz="2800" dirty="0">
                <a:solidFill>
                  <a:srgbClr val="9437FF"/>
                </a:solidFill>
                <a:latin typeface="Monaco" charset="0"/>
              </a:rPr>
              <a:t>);</a:t>
            </a:r>
            <a:endParaRPr lang="en-US" sz="2800" dirty="0">
              <a:solidFill>
                <a:srgbClr val="011993"/>
              </a:solidFill>
              <a:latin typeface="Monaco" charset="0"/>
            </a:endParaRPr>
          </a:p>
          <a:p>
            <a:pPr marL="18288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2077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CheckUp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What is the output?</a:t>
            </a:r>
          </a:p>
          <a:p>
            <a:pPr marL="182880" indent="0">
              <a:lnSpc>
                <a:spcPct val="100000"/>
              </a:lnSpc>
              <a:buNone/>
            </a:pPr>
            <a:r>
              <a:rPr lang="en-US" sz="2800" dirty="0" err="1">
                <a:solidFill>
                  <a:srgbClr val="011993"/>
                </a:solidFill>
                <a:latin typeface="Monaco" charset="0"/>
              </a:rPr>
              <a:t>list</a:t>
            </a:r>
            <a:r>
              <a:rPr lang="en-US" sz="2800" dirty="0" err="1">
                <a:solidFill>
                  <a:srgbClr val="9437FF"/>
                </a:solidFill>
                <a:latin typeface="Monaco" charset="0"/>
              </a:rPr>
              <a:t>.</a:t>
            </a:r>
            <a:r>
              <a:rPr lang="en-US" sz="2800" dirty="0" err="1">
                <a:solidFill>
                  <a:srgbClr val="FF40FF"/>
                </a:solidFill>
                <a:latin typeface="Monaco" charset="0"/>
              </a:rPr>
              <a:t>remove</a:t>
            </a:r>
            <a:r>
              <a:rPr lang="en-US" sz="2800" dirty="0">
                <a:solidFill>
                  <a:srgbClr val="9437FF"/>
                </a:solidFill>
                <a:latin typeface="Monaco" charset="0"/>
              </a:rPr>
              <a:t>(</a:t>
            </a:r>
            <a:r>
              <a:rPr lang="en-US" sz="2800" dirty="0">
                <a:solidFill>
                  <a:srgbClr val="FF9300"/>
                </a:solidFill>
                <a:latin typeface="Monaco" charset="0"/>
              </a:rPr>
              <a:t>1</a:t>
            </a:r>
            <a:r>
              <a:rPr lang="en-US" sz="2800" dirty="0">
                <a:solidFill>
                  <a:srgbClr val="9437FF"/>
                </a:solidFill>
                <a:latin typeface="Monaco" charset="0"/>
              </a:rPr>
              <a:t>);</a:t>
            </a:r>
            <a:endParaRPr lang="en-US" sz="2800" dirty="0">
              <a:solidFill>
                <a:srgbClr val="FF40FF"/>
              </a:solidFill>
              <a:latin typeface="Monaco" charset="0"/>
            </a:endParaRPr>
          </a:p>
          <a:p>
            <a:pPr marL="182880" indent="0">
              <a:buNone/>
            </a:pPr>
            <a:r>
              <a:rPr lang="en-US" dirty="0"/>
              <a:t>Which method is being called? </a:t>
            </a:r>
            <a:br>
              <a:rPr lang="en-US" dirty="0"/>
            </a:br>
            <a:r>
              <a:rPr lang="en-US" dirty="0"/>
              <a:t>remove(int index) or remove(Object)?</a:t>
            </a:r>
          </a:p>
          <a:p>
            <a:pPr marL="182880" indent="0">
              <a:buNone/>
            </a:pPr>
            <a:r>
              <a:rPr lang="en-US" dirty="0"/>
              <a:t>What if I wanted to remove an int object?</a:t>
            </a:r>
          </a:p>
          <a:p>
            <a:pPr marL="182880" indent="0">
              <a:buNone/>
            </a:pPr>
            <a:r>
              <a:rPr lang="en-US" dirty="0" err="1">
                <a:solidFill>
                  <a:srgbClr val="011993"/>
                </a:solidFill>
                <a:latin typeface="Monaco" charset="0"/>
              </a:rPr>
              <a:t>list</a:t>
            </a:r>
            <a:r>
              <a:rPr lang="en-US" dirty="0" err="1">
                <a:solidFill>
                  <a:srgbClr val="9437FF"/>
                </a:solidFill>
                <a:latin typeface="Monaco" charset="0"/>
              </a:rPr>
              <a:t>.remove</a:t>
            </a:r>
            <a:r>
              <a:rPr lang="en-US" dirty="0">
                <a:solidFill>
                  <a:srgbClr val="9437FF"/>
                </a:solidFill>
                <a:latin typeface="Monaco" charset="0"/>
              </a:rPr>
              <a:t>(</a:t>
            </a:r>
            <a:r>
              <a:rPr lang="en-US" dirty="0">
                <a:solidFill>
                  <a:srgbClr val="0433FF"/>
                </a:solidFill>
                <a:latin typeface="Monaco" charset="0"/>
              </a:rPr>
              <a:t>new</a:t>
            </a:r>
            <a:r>
              <a:rPr lang="en-US" dirty="0">
                <a:solidFill>
                  <a:srgbClr val="9437FF"/>
                </a:solidFill>
                <a:latin typeface="Monaco" charset="0"/>
              </a:rPr>
              <a:t> Integer(</a:t>
            </a:r>
            <a:r>
              <a:rPr lang="en-US" dirty="0">
                <a:solidFill>
                  <a:srgbClr val="FF9300"/>
                </a:solidFill>
                <a:latin typeface="Monaco" charset="0"/>
              </a:rPr>
              <a:t>3</a:t>
            </a:r>
            <a:r>
              <a:rPr lang="en-US" dirty="0">
                <a:solidFill>
                  <a:srgbClr val="9437FF"/>
                </a:solidFill>
                <a:latin typeface="Monaco" charset="0"/>
              </a:rPr>
              <a:t>));</a:t>
            </a:r>
          </a:p>
          <a:p>
            <a:r>
              <a:rPr lang="en-US" dirty="0">
                <a:solidFill>
                  <a:schemeClr val="tx1"/>
                </a:solidFill>
                <a:latin typeface="Tahoma" charset="0"/>
                <a:ea typeface="Tahoma" charset="0"/>
                <a:cs typeface="Tahoma" charset="0"/>
              </a:rPr>
              <a:t>Also: </a:t>
            </a:r>
            <a:r>
              <a:rPr lang="en-US" dirty="0" err="1">
                <a:solidFill>
                  <a:srgbClr val="9437FF"/>
                </a:solidFill>
                <a:latin typeface="Monaco" charset="0"/>
              </a:rPr>
              <a:t>System.</a:t>
            </a:r>
            <a:r>
              <a:rPr lang="en-US" dirty="0" err="1">
                <a:solidFill>
                  <a:srgbClr val="941751"/>
                </a:solidFill>
                <a:latin typeface="Monaco" charset="0"/>
              </a:rPr>
              <a:t>out</a:t>
            </a:r>
            <a:r>
              <a:rPr lang="en-US" dirty="0" err="1">
                <a:solidFill>
                  <a:srgbClr val="9437FF"/>
                </a:solidFill>
                <a:latin typeface="Monaco" charset="0"/>
              </a:rPr>
              <a:t>.</a:t>
            </a:r>
            <a:r>
              <a:rPr lang="en-US" dirty="0" err="1">
                <a:solidFill>
                  <a:srgbClr val="FF40FF"/>
                </a:solidFill>
                <a:latin typeface="Monaco" charset="0"/>
              </a:rPr>
              <a:t>println</a:t>
            </a:r>
            <a:r>
              <a:rPr lang="en-US" dirty="0">
                <a:solidFill>
                  <a:srgbClr val="9437FF"/>
                </a:solidFill>
                <a:latin typeface="Monaco" charset="0"/>
              </a:rPr>
              <a:t>(list);</a:t>
            </a:r>
          </a:p>
          <a:p>
            <a:pPr marL="182880" indent="0">
              <a:buNone/>
            </a:pPr>
            <a:endParaRPr lang="en-US" dirty="0">
              <a:solidFill>
                <a:srgbClr val="9437FF"/>
              </a:solidFill>
              <a:latin typeface="Monaco" charset="0"/>
            </a:endParaRPr>
          </a:p>
          <a:p>
            <a:pPr marL="182880" indent="0">
              <a:buNone/>
            </a:pPr>
            <a:endParaRPr lang="en-US" dirty="0"/>
          </a:p>
          <a:p>
            <a:pPr marL="18288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6352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Take Home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r>
              <a:rPr lang="en-US" dirty="0"/>
              <a:t>Class </a:t>
            </a:r>
            <a:r>
              <a:rPr lang="en-US" b="1" dirty="0"/>
              <a:t>abstraction</a:t>
            </a:r>
            <a:r>
              <a:rPr lang="en-US" dirty="0"/>
              <a:t> means to separate class implementation from the use of the class </a:t>
            </a:r>
            <a:r>
              <a:rPr lang="mr-IN" dirty="0"/>
              <a:t>–</a:t>
            </a:r>
            <a:r>
              <a:rPr lang="en-US" dirty="0"/>
              <a:t> </a:t>
            </a:r>
            <a:r>
              <a:rPr lang="en-US" b="1" dirty="0"/>
              <a:t>encapsulate</a:t>
            </a:r>
            <a:r>
              <a:rPr lang="en-US" dirty="0"/>
              <a:t> functionality and hide unnecessary details from users</a:t>
            </a:r>
          </a:p>
          <a:p>
            <a:r>
              <a:rPr lang="en-US" dirty="0"/>
              <a:t>The wrapper and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String</a:t>
            </a:r>
            <a:r>
              <a:rPr lang="en-US" dirty="0"/>
              <a:t> classes have many useful methods and are all </a:t>
            </a:r>
            <a:r>
              <a:rPr lang="en-US" b="1" dirty="0"/>
              <a:t>immutable</a:t>
            </a:r>
          </a:p>
          <a:p>
            <a:pPr lvl="1"/>
            <a:r>
              <a:rPr lang="en-US" dirty="0"/>
              <a:t>Note: String literals are </a:t>
            </a:r>
            <a:r>
              <a:rPr lang="en-US" b="1" dirty="0"/>
              <a:t>interned</a:t>
            </a:r>
            <a:r>
              <a:rPr lang="en-US" dirty="0"/>
              <a:t> automatically for reasons of efficiency</a:t>
            </a:r>
          </a:p>
          <a:p>
            <a:r>
              <a:rPr lang="en-US" dirty="0"/>
              <a:t>To improve performance, the 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StringBuilder</a:t>
            </a:r>
            <a:r>
              <a:rPr lang="en-US" dirty="0"/>
              <a:t> class should be used when there is a need to modify a string</a:t>
            </a:r>
          </a:p>
          <a:p>
            <a:r>
              <a:rPr lang="en-US" dirty="0"/>
              <a:t>The 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ArrayList</a:t>
            </a:r>
            <a:r>
              <a:rPr lang="en-US" dirty="0"/>
              <a:t> class has useful methods to allow you to grow and shrink an array of elements</a:t>
            </a:r>
          </a:p>
        </p:txBody>
      </p:sp>
    </p:spTree>
    <p:extLst>
      <p:ext uri="{BB962C8B-B14F-4D97-AF65-F5344CB8AC3E}">
        <p14:creationId xmlns:p14="http://schemas.microsoft.com/office/powerpoint/2010/main" val="438035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omp1000 titl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Comic Sans MS"/>
        <a:ea typeface="msmincho"/>
        <a:cs typeface="msmincho"/>
      </a:majorFont>
      <a:minorFont>
        <a:latin typeface="Comic Sans MS"/>
        <a:ea typeface="msmincho"/>
        <a:cs typeface="msmincho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8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effectLst/>
            <a:latin typeface="Bitstream Vera Serif" pitchFamily="1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8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effectLst/>
            <a:latin typeface="Bitstream Vera Serif" pitchFamily="16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omp1050" id="{11D25B1B-902C-4B4C-8A1B-85A2907C13B6}" vid="{F4BC01AD-2D5C-4646-84B3-8A39092DAA06}"/>
    </a:ext>
  </a:extLst>
</a:theme>
</file>

<file path=ppt/theme/theme2.xml><?xml version="1.0" encoding="utf-8"?>
<a:theme xmlns:a="http://schemas.openxmlformats.org/drawingml/2006/main" name="comp1000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Comic Sans MS"/>
        <a:ea typeface="msmincho"/>
        <a:cs typeface="msmincho"/>
      </a:majorFont>
      <a:minorFont>
        <a:latin typeface="Comic Sans MS"/>
        <a:ea typeface="msmincho"/>
        <a:cs typeface="msmincho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8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effectLst/>
            <a:latin typeface="Bitstream Vera Serif" pitchFamily="1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8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effectLst/>
            <a:latin typeface="Bitstream Vera Serif" pitchFamily="16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omp1050" id="{11D25B1B-902C-4B4C-8A1B-85A2907C13B6}" vid="{58E7F4CB-296A-CC41-895D-204CB6F6FDE3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comp1050</Template>
  <TotalTime>14522</TotalTime>
  <Words>3523</Words>
  <Application>Microsoft Office PowerPoint</Application>
  <PresentationFormat>Custom</PresentationFormat>
  <Paragraphs>492</Paragraphs>
  <Slides>58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58</vt:i4>
      </vt:variant>
    </vt:vector>
  </HeadingPairs>
  <TitlesOfParts>
    <vt:vector size="70" baseType="lpstr">
      <vt:lpstr>Arial</vt:lpstr>
      <vt:lpstr>Bitstream Vera Serif</vt:lpstr>
      <vt:lpstr>Comic Sans MS</vt:lpstr>
      <vt:lpstr>Consolas</vt:lpstr>
      <vt:lpstr>Georgia</vt:lpstr>
      <vt:lpstr>Monaco</vt:lpstr>
      <vt:lpstr>Tahoma</vt:lpstr>
      <vt:lpstr>Times New Roman</vt:lpstr>
      <vt:lpstr>Verdana</vt:lpstr>
      <vt:lpstr>Wingdings</vt:lpstr>
      <vt:lpstr>comp1000 title</vt:lpstr>
      <vt:lpstr>comp1000</vt:lpstr>
      <vt:lpstr>Welcome to COMP1050!</vt:lpstr>
      <vt:lpstr>Thinking in Classes </vt:lpstr>
      <vt:lpstr>Abstraction and Encapsulation</vt:lpstr>
      <vt:lpstr>Example</vt:lpstr>
      <vt:lpstr>Wrapper Classes</vt:lpstr>
      <vt:lpstr>General Wrapper Details</vt:lpstr>
      <vt:lpstr>The Integer and Double Classes</vt:lpstr>
      <vt:lpstr>Creating Wrappers</vt:lpstr>
      <vt:lpstr>Exercise</vt:lpstr>
      <vt:lpstr>Answer</vt:lpstr>
      <vt:lpstr>Conversion Methods</vt:lpstr>
      <vt:lpstr>Class Constants</vt:lpstr>
      <vt:lpstr>Comparison</vt:lpstr>
      <vt:lpstr>Exercise</vt:lpstr>
      <vt:lpstr>Answer</vt:lpstr>
      <vt:lpstr>The String Class</vt:lpstr>
      <vt:lpstr>Strings are Immutable</vt:lpstr>
      <vt:lpstr>Trace Code (1)</vt:lpstr>
      <vt:lpstr>Trace Code (2)</vt:lpstr>
      <vt:lpstr>Interned Strings</vt:lpstr>
      <vt:lpstr>Example</vt:lpstr>
      <vt:lpstr>Trace Code (1)</vt:lpstr>
      <vt:lpstr>Trace Code (2)</vt:lpstr>
      <vt:lpstr>Trace Code (3)</vt:lpstr>
      <vt:lpstr>String Interning</vt:lpstr>
      <vt:lpstr>Checkup</vt:lpstr>
      <vt:lpstr>Answer</vt:lpstr>
      <vt:lpstr>String Replacement</vt:lpstr>
      <vt:lpstr>Exercise</vt:lpstr>
      <vt:lpstr>Answer: Immutability!</vt:lpstr>
      <vt:lpstr>Exercise</vt:lpstr>
      <vt:lpstr>Answer</vt:lpstr>
      <vt:lpstr>Splitting a String</vt:lpstr>
      <vt:lpstr>Regular Expressions</vt:lpstr>
      <vt:lpstr>Example Regex’s</vt:lpstr>
      <vt:lpstr>Regular Expression Methods</vt:lpstr>
      <vt:lpstr>Examples</vt:lpstr>
      <vt:lpstr>Making Strings</vt:lpstr>
      <vt:lpstr>Example (1)</vt:lpstr>
      <vt:lpstr>Example (2)</vt:lpstr>
      <vt:lpstr>Exercise</vt:lpstr>
      <vt:lpstr>Answer</vt:lpstr>
      <vt:lpstr>The ArrayList Class</vt:lpstr>
      <vt:lpstr>Creating an ArrayList</vt:lpstr>
      <vt:lpstr>Creating an ArrayList</vt:lpstr>
      <vt:lpstr>Creating an Empty ArrayList</vt:lpstr>
      <vt:lpstr>ArrayList Size vs. Capacity</vt:lpstr>
      <vt:lpstr>Adding Elements</vt:lpstr>
      <vt:lpstr>Resizing Behavior</vt:lpstr>
      <vt:lpstr>Resizing Efficiently</vt:lpstr>
      <vt:lpstr>Getting/Setting Elements</vt:lpstr>
      <vt:lpstr>Example</vt:lpstr>
      <vt:lpstr>Removing Elements</vt:lpstr>
      <vt:lpstr>Shrinking the List</vt:lpstr>
      <vt:lpstr>Example</vt:lpstr>
      <vt:lpstr>CheckUp</vt:lpstr>
      <vt:lpstr>CheckUp</vt:lpstr>
      <vt:lpstr>Take Home Points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WIT COMP1050</dc:title>
  <dc:creator>Wiseman, Charles</dc:creator>
  <cp:lastModifiedBy>Folajimi, Yetunde</cp:lastModifiedBy>
  <cp:revision>16</cp:revision>
  <cp:lastPrinted>1601-01-01T00:00:00Z</cp:lastPrinted>
  <dcterms:created xsi:type="dcterms:W3CDTF">2017-09-08T01:15:12Z</dcterms:created>
  <dcterms:modified xsi:type="dcterms:W3CDTF">2025-10-16T13:13:53Z</dcterms:modified>
</cp:coreProperties>
</file>