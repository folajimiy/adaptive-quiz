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 id="2147483648" r:id="rId2"/>
  </p:sldMasterIdLst>
  <p:notesMasterIdLst>
    <p:notesMasterId r:id="rId25"/>
  </p:notesMasterIdLst>
  <p:handoutMasterIdLst>
    <p:handoutMasterId r:id="rId26"/>
  </p:handoutMasterIdLst>
  <p:sldIdLst>
    <p:sldId id="258" r:id="rId3"/>
    <p:sldId id="395" r:id="rId4"/>
    <p:sldId id="309" r:id="rId5"/>
    <p:sldId id="310" r:id="rId6"/>
    <p:sldId id="311" r:id="rId7"/>
    <p:sldId id="312" r:id="rId8"/>
    <p:sldId id="313" r:id="rId9"/>
    <p:sldId id="314" r:id="rId10"/>
    <p:sldId id="315" r:id="rId11"/>
    <p:sldId id="316" r:id="rId12"/>
    <p:sldId id="317" r:id="rId13"/>
    <p:sldId id="318" r:id="rId14"/>
    <p:sldId id="319" r:id="rId15"/>
    <p:sldId id="320" r:id="rId16"/>
    <p:sldId id="322" r:id="rId17"/>
    <p:sldId id="323" r:id="rId18"/>
    <p:sldId id="325" r:id="rId19"/>
    <p:sldId id="324" r:id="rId20"/>
    <p:sldId id="326" r:id="rId21"/>
    <p:sldId id="327" r:id="rId22"/>
    <p:sldId id="328" r:id="rId23"/>
    <p:sldId id="329" r:id="rId24"/>
  </p:sldIdLst>
  <p:sldSz cx="10080625" cy="7559675"/>
  <p:notesSz cx="7772400" cy="10058400"/>
  <p:defaultTextStyle>
    <a:defPPr>
      <a:defRPr lang="en-US"/>
    </a:defPPr>
    <a:lvl1pPr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1pPr>
    <a:lvl2pPr marL="742950" indent="-285750"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2pPr>
    <a:lvl3pPr marL="1143000" indent="-228600"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3pPr>
    <a:lvl4pPr marL="1600200" indent="-228600"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4pPr>
    <a:lvl5pPr marL="2057400" indent="-228600"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5pPr>
    <a:lvl6pPr marL="2286000" algn="l" defTabSz="914400" rtl="0" eaLnBrk="1" latinLnBrk="0" hangingPunct="1">
      <a:defRPr sz="2400" kern="1200">
        <a:solidFill>
          <a:schemeClr val="tx1"/>
        </a:solidFill>
        <a:latin typeface="Bitstream Vera Serif" pitchFamily="16" charset="0"/>
        <a:ea typeface="+mn-ea"/>
        <a:cs typeface="+mn-cs"/>
      </a:defRPr>
    </a:lvl6pPr>
    <a:lvl7pPr marL="2743200" algn="l" defTabSz="914400" rtl="0" eaLnBrk="1" latinLnBrk="0" hangingPunct="1">
      <a:defRPr sz="2400" kern="1200">
        <a:solidFill>
          <a:schemeClr val="tx1"/>
        </a:solidFill>
        <a:latin typeface="Bitstream Vera Serif" pitchFamily="16" charset="0"/>
        <a:ea typeface="+mn-ea"/>
        <a:cs typeface="+mn-cs"/>
      </a:defRPr>
    </a:lvl7pPr>
    <a:lvl8pPr marL="3200400" algn="l" defTabSz="914400" rtl="0" eaLnBrk="1" latinLnBrk="0" hangingPunct="1">
      <a:defRPr sz="2400" kern="1200">
        <a:solidFill>
          <a:schemeClr val="tx1"/>
        </a:solidFill>
        <a:latin typeface="Bitstream Vera Serif" pitchFamily="16" charset="0"/>
        <a:ea typeface="+mn-ea"/>
        <a:cs typeface="+mn-cs"/>
      </a:defRPr>
    </a:lvl8pPr>
    <a:lvl9pPr marL="3657600" algn="l" defTabSz="914400" rtl="0" eaLnBrk="1" latinLnBrk="0" hangingPunct="1">
      <a:defRPr sz="2400" kern="1200">
        <a:solidFill>
          <a:schemeClr val="tx1"/>
        </a:solidFill>
        <a:latin typeface="Bitstream Vera Serif" pitchFamily="1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20000"/>
    <a:srgbClr val="640000"/>
    <a:srgbClr val="928F00"/>
    <a:srgbClr val="E3DE00"/>
    <a:srgbClr val="C9C400"/>
    <a:srgbClr val="FFFF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70" autoAdjust="0"/>
    <p:restoredTop sz="87622" autoAdjust="0"/>
  </p:normalViewPr>
  <p:slideViewPr>
    <p:cSldViewPr>
      <p:cViewPr varScale="1">
        <p:scale>
          <a:sx n="77" d="100"/>
          <a:sy n="77" d="100"/>
        </p:scale>
        <p:origin x="1636" y="280"/>
      </p:cViewPr>
      <p:guideLst>
        <p:guide orient="horz" pos="2160"/>
        <p:guide pos="2880"/>
      </p:guideLst>
    </p:cSldViewPr>
  </p:slideViewPr>
  <p:outlineViewPr>
    <p:cViewPr varScale="1">
      <p:scale>
        <a:sx n="170" d="200"/>
        <a:sy n="170" d="2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79" d="100"/>
          <a:sy n="79" d="100"/>
        </p:scale>
        <p:origin x="379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lajimi, Yetunde" userId="3a54126c-7470-4734-afae-d4449bb90691" providerId="ADAL" clId="{38C29E98-3ED2-4050-854D-8541D2E8FFE8}"/>
    <pc:docChg chg="undo custSel addSld delSld">
      <pc:chgData name="Folajimi, Yetunde" userId="3a54126c-7470-4734-afae-d4449bb90691" providerId="ADAL" clId="{38C29E98-3ED2-4050-854D-8541D2E8FFE8}" dt="2024-11-03T04:38:07.578" v="9" actId="47"/>
      <pc:docMkLst>
        <pc:docMk/>
      </pc:docMkLst>
      <pc:sldChg chg="add del">
        <pc:chgData name="Folajimi, Yetunde" userId="3a54126c-7470-4734-afae-d4449bb90691" providerId="ADAL" clId="{38C29E98-3ED2-4050-854D-8541D2E8FFE8}" dt="2024-11-01T14:57:06.938" v="2" actId="47"/>
        <pc:sldMkLst>
          <pc:docMk/>
          <pc:sldMk cId="989878791" sldId="299"/>
        </pc:sldMkLst>
      </pc:sldChg>
      <pc:sldChg chg="add del">
        <pc:chgData name="Folajimi, Yetunde" userId="3a54126c-7470-4734-afae-d4449bb90691" providerId="ADAL" clId="{38C29E98-3ED2-4050-854D-8541D2E8FFE8}" dt="2024-11-01T14:57:13.752" v="3" actId="47"/>
        <pc:sldMkLst>
          <pc:docMk/>
          <pc:sldMk cId="337027028" sldId="300"/>
        </pc:sldMkLst>
      </pc:sldChg>
      <pc:sldChg chg="add del">
        <pc:chgData name="Folajimi, Yetunde" userId="3a54126c-7470-4734-afae-d4449bb90691" providerId="ADAL" clId="{38C29E98-3ED2-4050-854D-8541D2E8FFE8}" dt="2024-11-01T14:57:20.590" v="5" actId="47"/>
        <pc:sldMkLst>
          <pc:docMk/>
          <pc:sldMk cId="172602892" sldId="302"/>
        </pc:sldMkLst>
      </pc:sldChg>
      <pc:sldChg chg="add del">
        <pc:chgData name="Folajimi, Yetunde" userId="3a54126c-7470-4734-afae-d4449bb90691" providerId="ADAL" clId="{38C29E98-3ED2-4050-854D-8541D2E8FFE8}" dt="2024-11-01T14:57:53.167" v="6" actId="2696"/>
        <pc:sldMkLst>
          <pc:docMk/>
          <pc:sldMk cId="1833882394" sldId="303"/>
        </pc:sldMkLst>
      </pc:sldChg>
      <pc:sldChg chg="add del">
        <pc:chgData name="Folajimi, Yetunde" userId="3a54126c-7470-4734-afae-d4449bb90691" providerId="ADAL" clId="{38C29E98-3ED2-4050-854D-8541D2E8FFE8}" dt="2024-11-01T14:57:53.167" v="6" actId="2696"/>
        <pc:sldMkLst>
          <pc:docMk/>
          <pc:sldMk cId="1376094214" sldId="304"/>
        </pc:sldMkLst>
      </pc:sldChg>
      <pc:sldChg chg="add del">
        <pc:chgData name="Folajimi, Yetunde" userId="3a54126c-7470-4734-afae-d4449bb90691" providerId="ADAL" clId="{38C29E98-3ED2-4050-854D-8541D2E8FFE8}" dt="2024-11-01T14:57:53.167" v="6" actId="2696"/>
        <pc:sldMkLst>
          <pc:docMk/>
          <pc:sldMk cId="1764060155" sldId="305"/>
        </pc:sldMkLst>
      </pc:sldChg>
      <pc:sldChg chg="add del">
        <pc:chgData name="Folajimi, Yetunde" userId="3a54126c-7470-4734-afae-d4449bb90691" providerId="ADAL" clId="{38C29E98-3ED2-4050-854D-8541D2E8FFE8}" dt="2024-11-01T14:57:53.167" v="6" actId="2696"/>
        <pc:sldMkLst>
          <pc:docMk/>
          <pc:sldMk cId="399794603" sldId="306"/>
        </pc:sldMkLst>
      </pc:sldChg>
      <pc:sldChg chg="add del">
        <pc:chgData name="Folajimi, Yetunde" userId="3a54126c-7470-4734-afae-d4449bb90691" providerId="ADAL" clId="{38C29E98-3ED2-4050-854D-8541D2E8FFE8}" dt="2024-11-01T14:57:53.167" v="6" actId="2696"/>
        <pc:sldMkLst>
          <pc:docMk/>
          <pc:sldMk cId="2019044805" sldId="307"/>
        </pc:sldMkLst>
      </pc:sldChg>
      <pc:sldChg chg="add del">
        <pc:chgData name="Folajimi, Yetunde" userId="3a54126c-7470-4734-afae-d4449bb90691" providerId="ADAL" clId="{38C29E98-3ED2-4050-854D-8541D2E8FFE8}" dt="2024-11-01T14:57:53.167" v="6" actId="2696"/>
        <pc:sldMkLst>
          <pc:docMk/>
          <pc:sldMk cId="1696931388" sldId="308"/>
        </pc:sldMkLst>
      </pc:sldChg>
      <pc:sldChg chg="add del">
        <pc:chgData name="Folajimi, Yetunde" userId="3a54126c-7470-4734-afae-d4449bb90691" providerId="ADAL" clId="{38C29E98-3ED2-4050-854D-8541D2E8FFE8}" dt="2024-11-03T04:38:07.578" v="9" actId="47"/>
        <pc:sldMkLst>
          <pc:docMk/>
          <pc:sldMk cId="340068730" sldId="321"/>
        </pc:sldMkLst>
      </pc:sldChg>
      <pc:sldChg chg="add del">
        <pc:chgData name="Folajimi, Yetunde" userId="3a54126c-7470-4734-afae-d4449bb90691" providerId="ADAL" clId="{38C29E98-3ED2-4050-854D-8541D2E8FFE8}" dt="2024-11-01T14:57:18.207" v="4" actId="47"/>
        <pc:sldMkLst>
          <pc:docMk/>
          <pc:sldMk cId="1940589359" sldId="330"/>
        </pc:sldMkLst>
      </pc:sldChg>
    </pc:docChg>
  </pc:docChgLst>
  <pc:docChgLst>
    <pc:chgData name="Folajimi, Yetunde" userId="3a54126c-7470-4734-afae-d4449bb90691" providerId="ADAL" clId="{637B5781-9137-4FDE-8FC4-5640EB845183}"/>
    <pc:docChg chg="undo custSel addSld delSld modSld">
      <pc:chgData name="Folajimi, Yetunde" userId="3a54126c-7470-4734-afae-d4449bb90691" providerId="ADAL" clId="{637B5781-9137-4FDE-8FC4-5640EB845183}" dt="2021-04-09T11:30:14.955" v="38" actId="47"/>
      <pc:docMkLst>
        <pc:docMk/>
      </pc:docMkLst>
      <pc:sldChg chg="add del">
        <pc:chgData name="Folajimi, Yetunde" userId="3a54126c-7470-4734-afae-d4449bb90691" providerId="ADAL" clId="{637B5781-9137-4FDE-8FC4-5640EB845183}" dt="2021-04-09T11:30:12.825" v="36" actId="47"/>
        <pc:sldMkLst>
          <pc:docMk/>
          <pc:sldMk cId="989878791" sldId="299"/>
        </pc:sldMkLst>
      </pc:sldChg>
      <pc:sldChg chg="add del">
        <pc:chgData name="Folajimi, Yetunde" userId="3a54126c-7470-4734-afae-d4449bb90691" providerId="ADAL" clId="{637B5781-9137-4FDE-8FC4-5640EB845183}" dt="2021-04-09T11:30:14.955" v="38" actId="47"/>
        <pc:sldMkLst>
          <pc:docMk/>
          <pc:sldMk cId="337027028" sldId="300"/>
        </pc:sldMkLst>
      </pc:sldChg>
      <pc:sldChg chg="add del">
        <pc:chgData name="Folajimi, Yetunde" userId="3a54126c-7470-4734-afae-d4449bb90691" providerId="ADAL" clId="{637B5781-9137-4FDE-8FC4-5640EB845183}" dt="2021-04-09T11:30:14.239" v="37"/>
        <pc:sldMkLst>
          <pc:docMk/>
          <pc:sldMk cId="2125391283" sldId="301"/>
        </pc:sldMkLst>
      </pc:sldChg>
      <pc:sldChg chg="add del">
        <pc:chgData name="Folajimi, Yetunde" userId="3a54126c-7470-4734-afae-d4449bb90691" providerId="ADAL" clId="{637B5781-9137-4FDE-8FC4-5640EB845183}" dt="2021-04-09T11:30:14.955" v="38" actId="47"/>
        <pc:sldMkLst>
          <pc:docMk/>
          <pc:sldMk cId="172602892" sldId="302"/>
        </pc:sldMkLst>
      </pc:sldChg>
      <pc:sldChg chg="add del">
        <pc:chgData name="Folajimi, Yetunde" userId="3a54126c-7470-4734-afae-d4449bb90691" providerId="ADAL" clId="{637B5781-9137-4FDE-8FC4-5640EB845183}" dt="2021-04-09T11:30:14.239" v="37"/>
        <pc:sldMkLst>
          <pc:docMk/>
          <pc:sldMk cId="208309183" sldId="302"/>
        </pc:sldMkLst>
      </pc:sldChg>
      <pc:sldChg chg="add del">
        <pc:chgData name="Folajimi, Yetunde" userId="3a54126c-7470-4734-afae-d4449bb90691" providerId="ADAL" clId="{637B5781-9137-4FDE-8FC4-5640EB845183}" dt="2021-04-09T11:30:14.239" v="37"/>
        <pc:sldMkLst>
          <pc:docMk/>
          <pc:sldMk cId="654094071" sldId="303"/>
        </pc:sldMkLst>
      </pc:sldChg>
      <pc:sldChg chg="add del">
        <pc:chgData name="Folajimi, Yetunde" userId="3a54126c-7470-4734-afae-d4449bb90691" providerId="ADAL" clId="{637B5781-9137-4FDE-8FC4-5640EB845183}" dt="2021-04-09T11:30:14.955" v="38" actId="47"/>
        <pc:sldMkLst>
          <pc:docMk/>
          <pc:sldMk cId="1833882394" sldId="303"/>
        </pc:sldMkLst>
      </pc:sldChg>
      <pc:sldChg chg="add del">
        <pc:chgData name="Folajimi, Yetunde" userId="3a54126c-7470-4734-afae-d4449bb90691" providerId="ADAL" clId="{637B5781-9137-4FDE-8FC4-5640EB845183}" dt="2021-04-09T11:30:14.239" v="37"/>
        <pc:sldMkLst>
          <pc:docMk/>
          <pc:sldMk cId="390262304" sldId="304"/>
        </pc:sldMkLst>
      </pc:sldChg>
      <pc:sldChg chg="add del">
        <pc:chgData name="Folajimi, Yetunde" userId="3a54126c-7470-4734-afae-d4449bb90691" providerId="ADAL" clId="{637B5781-9137-4FDE-8FC4-5640EB845183}" dt="2021-04-09T11:30:14.955" v="38" actId="47"/>
        <pc:sldMkLst>
          <pc:docMk/>
          <pc:sldMk cId="1376094214" sldId="304"/>
        </pc:sldMkLst>
      </pc:sldChg>
      <pc:sldChg chg="add del">
        <pc:chgData name="Folajimi, Yetunde" userId="3a54126c-7470-4734-afae-d4449bb90691" providerId="ADAL" clId="{637B5781-9137-4FDE-8FC4-5640EB845183}" dt="2021-04-09T11:30:14.239" v="37"/>
        <pc:sldMkLst>
          <pc:docMk/>
          <pc:sldMk cId="723485390" sldId="305"/>
        </pc:sldMkLst>
      </pc:sldChg>
      <pc:sldChg chg="add del">
        <pc:chgData name="Folajimi, Yetunde" userId="3a54126c-7470-4734-afae-d4449bb90691" providerId="ADAL" clId="{637B5781-9137-4FDE-8FC4-5640EB845183}" dt="2021-04-09T11:30:14.955" v="38" actId="47"/>
        <pc:sldMkLst>
          <pc:docMk/>
          <pc:sldMk cId="1764060155" sldId="305"/>
        </pc:sldMkLst>
      </pc:sldChg>
      <pc:sldChg chg="add del">
        <pc:chgData name="Folajimi, Yetunde" userId="3a54126c-7470-4734-afae-d4449bb90691" providerId="ADAL" clId="{637B5781-9137-4FDE-8FC4-5640EB845183}" dt="2021-04-09T11:30:14.955" v="38" actId="47"/>
        <pc:sldMkLst>
          <pc:docMk/>
          <pc:sldMk cId="399794603" sldId="306"/>
        </pc:sldMkLst>
      </pc:sldChg>
      <pc:sldChg chg="add del">
        <pc:chgData name="Folajimi, Yetunde" userId="3a54126c-7470-4734-afae-d4449bb90691" providerId="ADAL" clId="{637B5781-9137-4FDE-8FC4-5640EB845183}" dt="2021-04-09T11:30:14.239" v="37"/>
        <pc:sldMkLst>
          <pc:docMk/>
          <pc:sldMk cId="566540416" sldId="306"/>
        </pc:sldMkLst>
      </pc:sldChg>
      <pc:sldChg chg="add del">
        <pc:chgData name="Folajimi, Yetunde" userId="3a54126c-7470-4734-afae-d4449bb90691" providerId="ADAL" clId="{637B5781-9137-4FDE-8FC4-5640EB845183}" dt="2021-04-09T11:30:14.955" v="38" actId="47"/>
        <pc:sldMkLst>
          <pc:docMk/>
          <pc:sldMk cId="2019044805" sldId="307"/>
        </pc:sldMkLst>
      </pc:sldChg>
      <pc:sldChg chg="add del">
        <pc:chgData name="Folajimi, Yetunde" userId="3a54126c-7470-4734-afae-d4449bb90691" providerId="ADAL" clId="{637B5781-9137-4FDE-8FC4-5640EB845183}" dt="2021-04-09T11:30:14.239" v="37"/>
        <pc:sldMkLst>
          <pc:docMk/>
          <pc:sldMk cId="2049764561" sldId="307"/>
        </pc:sldMkLst>
      </pc:sldChg>
      <pc:sldChg chg="add del">
        <pc:chgData name="Folajimi, Yetunde" userId="3a54126c-7470-4734-afae-d4449bb90691" providerId="ADAL" clId="{637B5781-9137-4FDE-8FC4-5640EB845183}" dt="2021-04-09T11:30:14.239" v="37"/>
        <pc:sldMkLst>
          <pc:docMk/>
          <pc:sldMk cId="460311553" sldId="308"/>
        </pc:sldMkLst>
      </pc:sldChg>
      <pc:sldChg chg="add del">
        <pc:chgData name="Folajimi, Yetunde" userId="3a54126c-7470-4734-afae-d4449bb90691" providerId="ADAL" clId="{637B5781-9137-4FDE-8FC4-5640EB845183}" dt="2021-04-09T11:30:14.955" v="38" actId="47"/>
        <pc:sldMkLst>
          <pc:docMk/>
          <pc:sldMk cId="1696931388" sldId="308"/>
        </pc:sldMkLst>
      </pc:sldChg>
      <pc:sldChg chg="add del">
        <pc:chgData name="Folajimi, Yetunde" userId="3a54126c-7470-4734-afae-d4449bb90691" providerId="ADAL" clId="{637B5781-9137-4FDE-8FC4-5640EB845183}" dt="2021-04-09T11:30:14.239" v="37"/>
        <pc:sldMkLst>
          <pc:docMk/>
          <pc:sldMk cId="1220174777" sldId="309"/>
        </pc:sldMkLst>
      </pc:sldChg>
      <pc:sldChg chg="add del">
        <pc:chgData name="Folajimi, Yetunde" userId="3a54126c-7470-4734-afae-d4449bb90691" providerId="ADAL" clId="{637B5781-9137-4FDE-8FC4-5640EB845183}" dt="2021-04-09T11:30:14.955" v="38" actId="47"/>
        <pc:sldMkLst>
          <pc:docMk/>
          <pc:sldMk cId="1743005956" sldId="309"/>
        </pc:sldMkLst>
      </pc:sldChg>
      <pc:sldChg chg="add del">
        <pc:chgData name="Folajimi, Yetunde" userId="3a54126c-7470-4734-afae-d4449bb90691" providerId="ADAL" clId="{637B5781-9137-4FDE-8FC4-5640EB845183}" dt="2021-04-09T11:30:14.955" v="38" actId="47"/>
        <pc:sldMkLst>
          <pc:docMk/>
          <pc:sldMk cId="876673765" sldId="310"/>
        </pc:sldMkLst>
      </pc:sldChg>
      <pc:sldChg chg="add del">
        <pc:chgData name="Folajimi, Yetunde" userId="3a54126c-7470-4734-afae-d4449bb90691" providerId="ADAL" clId="{637B5781-9137-4FDE-8FC4-5640EB845183}" dt="2021-04-09T11:30:14.239" v="37"/>
        <pc:sldMkLst>
          <pc:docMk/>
          <pc:sldMk cId="1156131836" sldId="310"/>
        </pc:sldMkLst>
      </pc:sldChg>
      <pc:sldChg chg="add del">
        <pc:chgData name="Folajimi, Yetunde" userId="3a54126c-7470-4734-afae-d4449bb90691" providerId="ADAL" clId="{637B5781-9137-4FDE-8FC4-5640EB845183}" dt="2021-04-09T11:30:14.955" v="38" actId="47"/>
        <pc:sldMkLst>
          <pc:docMk/>
          <pc:sldMk cId="370666288" sldId="311"/>
        </pc:sldMkLst>
      </pc:sldChg>
      <pc:sldChg chg="add del">
        <pc:chgData name="Folajimi, Yetunde" userId="3a54126c-7470-4734-afae-d4449bb90691" providerId="ADAL" clId="{637B5781-9137-4FDE-8FC4-5640EB845183}" dt="2021-04-09T11:30:14.239" v="37"/>
        <pc:sldMkLst>
          <pc:docMk/>
          <pc:sldMk cId="675729596" sldId="311"/>
        </pc:sldMkLst>
      </pc:sldChg>
      <pc:sldChg chg="add del">
        <pc:chgData name="Folajimi, Yetunde" userId="3a54126c-7470-4734-afae-d4449bb90691" providerId="ADAL" clId="{637B5781-9137-4FDE-8FC4-5640EB845183}" dt="2021-04-09T11:30:14.239" v="37"/>
        <pc:sldMkLst>
          <pc:docMk/>
          <pc:sldMk cId="1093794636" sldId="312"/>
        </pc:sldMkLst>
      </pc:sldChg>
      <pc:sldChg chg="add del">
        <pc:chgData name="Folajimi, Yetunde" userId="3a54126c-7470-4734-afae-d4449bb90691" providerId="ADAL" clId="{637B5781-9137-4FDE-8FC4-5640EB845183}" dt="2021-04-09T11:30:14.955" v="38" actId="47"/>
        <pc:sldMkLst>
          <pc:docMk/>
          <pc:sldMk cId="2085726116" sldId="312"/>
        </pc:sldMkLst>
      </pc:sldChg>
      <pc:sldChg chg="add del">
        <pc:chgData name="Folajimi, Yetunde" userId="3a54126c-7470-4734-afae-d4449bb90691" providerId="ADAL" clId="{637B5781-9137-4FDE-8FC4-5640EB845183}" dt="2021-04-09T11:30:14.239" v="37"/>
        <pc:sldMkLst>
          <pc:docMk/>
          <pc:sldMk cId="946428932" sldId="313"/>
        </pc:sldMkLst>
      </pc:sldChg>
      <pc:sldChg chg="add del">
        <pc:chgData name="Folajimi, Yetunde" userId="3a54126c-7470-4734-afae-d4449bb90691" providerId="ADAL" clId="{637B5781-9137-4FDE-8FC4-5640EB845183}" dt="2021-04-09T11:30:14.955" v="38" actId="47"/>
        <pc:sldMkLst>
          <pc:docMk/>
          <pc:sldMk cId="1423261631" sldId="313"/>
        </pc:sldMkLst>
      </pc:sldChg>
      <pc:sldChg chg="add del">
        <pc:chgData name="Folajimi, Yetunde" userId="3a54126c-7470-4734-afae-d4449bb90691" providerId="ADAL" clId="{637B5781-9137-4FDE-8FC4-5640EB845183}" dt="2021-04-09T11:30:14.239" v="37"/>
        <pc:sldMkLst>
          <pc:docMk/>
          <pc:sldMk cId="219686795" sldId="314"/>
        </pc:sldMkLst>
      </pc:sldChg>
      <pc:sldChg chg="add del">
        <pc:chgData name="Folajimi, Yetunde" userId="3a54126c-7470-4734-afae-d4449bb90691" providerId="ADAL" clId="{637B5781-9137-4FDE-8FC4-5640EB845183}" dt="2021-04-09T11:30:14.955" v="38" actId="47"/>
        <pc:sldMkLst>
          <pc:docMk/>
          <pc:sldMk cId="2085371931" sldId="314"/>
        </pc:sldMkLst>
      </pc:sldChg>
      <pc:sldChg chg="add del">
        <pc:chgData name="Folajimi, Yetunde" userId="3a54126c-7470-4734-afae-d4449bb90691" providerId="ADAL" clId="{637B5781-9137-4FDE-8FC4-5640EB845183}" dt="2021-04-09T11:30:14.239" v="37"/>
        <pc:sldMkLst>
          <pc:docMk/>
          <pc:sldMk cId="751574372" sldId="315"/>
        </pc:sldMkLst>
      </pc:sldChg>
      <pc:sldChg chg="add del">
        <pc:chgData name="Folajimi, Yetunde" userId="3a54126c-7470-4734-afae-d4449bb90691" providerId="ADAL" clId="{637B5781-9137-4FDE-8FC4-5640EB845183}" dt="2021-04-09T11:30:14.955" v="38" actId="47"/>
        <pc:sldMkLst>
          <pc:docMk/>
          <pc:sldMk cId="1912925277" sldId="315"/>
        </pc:sldMkLst>
      </pc:sldChg>
      <pc:sldChg chg="add del">
        <pc:chgData name="Folajimi, Yetunde" userId="3a54126c-7470-4734-afae-d4449bb90691" providerId="ADAL" clId="{637B5781-9137-4FDE-8FC4-5640EB845183}" dt="2021-04-09T11:30:14.239" v="37"/>
        <pc:sldMkLst>
          <pc:docMk/>
          <pc:sldMk cId="211658550" sldId="316"/>
        </pc:sldMkLst>
      </pc:sldChg>
      <pc:sldChg chg="add del">
        <pc:chgData name="Folajimi, Yetunde" userId="3a54126c-7470-4734-afae-d4449bb90691" providerId="ADAL" clId="{637B5781-9137-4FDE-8FC4-5640EB845183}" dt="2021-04-09T11:30:14.955" v="38" actId="47"/>
        <pc:sldMkLst>
          <pc:docMk/>
          <pc:sldMk cId="557451302" sldId="316"/>
        </pc:sldMkLst>
      </pc:sldChg>
      <pc:sldChg chg="add del">
        <pc:chgData name="Folajimi, Yetunde" userId="3a54126c-7470-4734-afae-d4449bb90691" providerId="ADAL" clId="{637B5781-9137-4FDE-8FC4-5640EB845183}" dt="2021-04-09T11:30:14.239" v="37"/>
        <pc:sldMkLst>
          <pc:docMk/>
          <pc:sldMk cId="1112330418" sldId="317"/>
        </pc:sldMkLst>
      </pc:sldChg>
      <pc:sldChg chg="add del">
        <pc:chgData name="Folajimi, Yetunde" userId="3a54126c-7470-4734-afae-d4449bb90691" providerId="ADAL" clId="{637B5781-9137-4FDE-8FC4-5640EB845183}" dt="2021-04-09T11:30:14.955" v="38" actId="47"/>
        <pc:sldMkLst>
          <pc:docMk/>
          <pc:sldMk cId="1760364500" sldId="317"/>
        </pc:sldMkLst>
      </pc:sldChg>
      <pc:sldChg chg="add del">
        <pc:chgData name="Folajimi, Yetunde" userId="3a54126c-7470-4734-afae-d4449bb90691" providerId="ADAL" clId="{637B5781-9137-4FDE-8FC4-5640EB845183}" dt="2021-04-09T11:30:14.955" v="38" actId="47"/>
        <pc:sldMkLst>
          <pc:docMk/>
          <pc:sldMk cId="563946781" sldId="318"/>
        </pc:sldMkLst>
      </pc:sldChg>
      <pc:sldChg chg="add del">
        <pc:chgData name="Folajimi, Yetunde" userId="3a54126c-7470-4734-afae-d4449bb90691" providerId="ADAL" clId="{637B5781-9137-4FDE-8FC4-5640EB845183}" dt="2021-04-09T11:30:14.239" v="37"/>
        <pc:sldMkLst>
          <pc:docMk/>
          <pc:sldMk cId="1092188191" sldId="318"/>
        </pc:sldMkLst>
      </pc:sldChg>
      <pc:sldChg chg="add del">
        <pc:chgData name="Folajimi, Yetunde" userId="3a54126c-7470-4734-afae-d4449bb90691" providerId="ADAL" clId="{637B5781-9137-4FDE-8FC4-5640EB845183}" dt="2021-04-09T11:30:14.955" v="38" actId="47"/>
        <pc:sldMkLst>
          <pc:docMk/>
          <pc:sldMk cId="1408214056" sldId="319"/>
        </pc:sldMkLst>
      </pc:sldChg>
      <pc:sldChg chg="add del">
        <pc:chgData name="Folajimi, Yetunde" userId="3a54126c-7470-4734-afae-d4449bb90691" providerId="ADAL" clId="{637B5781-9137-4FDE-8FC4-5640EB845183}" dt="2021-04-09T11:30:14.239" v="37"/>
        <pc:sldMkLst>
          <pc:docMk/>
          <pc:sldMk cId="1864195228" sldId="319"/>
        </pc:sldMkLst>
      </pc:sldChg>
      <pc:sldChg chg="add del">
        <pc:chgData name="Folajimi, Yetunde" userId="3a54126c-7470-4734-afae-d4449bb90691" providerId="ADAL" clId="{637B5781-9137-4FDE-8FC4-5640EB845183}" dt="2021-04-09T11:30:14.955" v="38" actId="47"/>
        <pc:sldMkLst>
          <pc:docMk/>
          <pc:sldMk cId="436365605" sldId="320"/>
        </pc:sldMkLst>
      </pc:sldChg>
      <pc:sldChg chg="add del">
        <pc:chgData name="Folajimi, Yetunde" userId="3a54126c-7470-4734-afae-d4449bb90691" providerId="ADAL" clId="{637B5781-9137-4FDE-8FC4-5640EB845183}" dt="2021-04-09T11:30:14.239" v="37"/>
        <pc:sldMkLst>
          <pc:docMk/>
          <pc:sldMk cId="1890270913" sldId="320"/>
        </pc:sldMkLst>
      </pc:sldChg>
      <pc:sldChg chg="add del">
        <pc:chgData name="Folajimi, Yetunde" userId="3a54126c-7470-4734-afae-d4449bb90691" providerId="ADAL" clId="{637B5781-9137-4FDE-8FC4-5640EB845183}" dt="2021-04-09T11:30:14.955" v="38" actId="47"/>
        <pc:sldMkLst>
          <pc:docMk/>
          <pc:sldMk cId="340068730" sldId="321"/>
        </pc:sldMkLst>
      </pc:sldChg>
      <pc:sldChg chg="add del">
        <pc:chgData name="Folajimi, Yetunde" userId="3a54126c-7470-4734-afae-d4449bb90691" providerId="ADAL" clId="{637B5781-9137-4FDE-8FC4-5640EB845183}" dt="2021-04-09T11:30:14.239" v="37"/>
        <pc:sldMkLst>
          <pc:docMk/>
          <pc:sldMk cId="2057644720" sldId="321"/>
        </pc:sldMkLst>
      </pc:sldChg>
      <pc:sldChg chg="add del">
        <pc:chgData name="Folajimi, Yetunde" userId="3a54126c-7470-4734-afae-d4449bb90691" providerId="ADAL" clId="{637B5781-9137-4FDE-8FC4-5640EB845183}" dt="2021-04-09T11:30:14.239" v="37"/>
        <pc:sldMkLst>
          <pc:docMk/>
          <pc:sldMk cId="543881635" sldId="322"/>
        </pc:sldMkLst>
      </pc:sldChg>
      <pc:sldChg chg="add del">
        <pc:chgData name="Folajimi, Yetunde" userId="3a54126c-7470-4734-afae-d4449bb90691" providerId="ADAL" clId="{637B5781-9137-4FDE-8FC4-5640EB845183}" dt="2021-04-09T11:30:14.955" v="38" actId="47"/>
        <pc:sldMkLst>
          <pc:docMk/>
          <pc:sldMk cId="1081160443" sldId="322"/>
        </pc:sldMkLst>
      </pc:sldChg>
      <pc:sldChg chg="add del modNotesTx">
        <pc:chgData name="Folajimi, Yetunde" userId="3a54126c-7470-4734-afae-d4449bb90691" providerId="ADAL" clId="{637B5781-9137-4FDE-8FC4-5640EB845183}" dt="2021-04-09T11:30:14.955" v="38" actId="47"/>
        <pc:sldMkLst>
          <pc:docMk/>
          <pc:sldMk cId="1204428234" sldId="323"/>
        </pc:sldMkLst>
      </pc:sldChg>
      <pc:sldChg chg="add del">
        <pc:chgData name="Folajimi, Yetunde" userId="3a54126c-7470-4734-afae-d4449bb90691" providerId="ADAL" clId="{637B5781-9137-4FDE-8FC4-5640EB845183}" dt="2021-04-09T11:30:14.239" v="37"/>
        <pc:sldMkLst>
          <pc:docMk/>
          <pc:sldMk cId="1328237813" sldId="323"/>
        </pc:sldMkLst>
      </pc:sldChg>
      <pc:sldChg chg="add del">
        <pc:chgData name="Folajimi, Yetunde" userId="3a54126c-7470-4734-afae-d4449bb90691" providerId="ADAL" clId="{637B5781-9137-4FDE-8FC4-5640EB845183}" dt="2021-04-09T11:30:14.239" v="37"/>
        <pc:sldMkLst>
          <pc:docMk/>
          <pc:sldMk cId="600412526" sldId="324"/>
        </pc:sldMkLst>
      </pc:sldChg>
      <pc:sldChg chg="addSp modSp add del mod">
        <pc:chgData name="Folajimi, Yetunde" userId="3a54126c-7470-4734-afae-d4449bb90691" providerId="ADAL" clId="{637B5781-9137-4FDE-8FC4-5640EB845183}" dt="2021-04-09T11:30:14.955" v="38" actId="47"/>
        <pc:sldMkLst>
          <pc:docMk/>
          <pc:sldMk cId="644472216" sldId="324"/>
        </pc:sldMkLst>
      </pc:sldChg>
      <pc:sldChg chg="add del">
        <pc:chgData name="Folajimi, Yetunde" userId="3a54126c-7470-4734-afae-d4449bb90691" providerId="ADAL" clId="{637B5781-9137-4FDE-8FC4-5640EB845183}" dt="2021-04-09T11:30:14.239" v="37"/>
        <pc:sldMkLst>
          <pc:docMk/>
          <pc:sldMk cId="107667229" sldId="325"/>
        </pc:sldMkLst>
      </pc:sldChg>
      <pc:sldChg chg="modSp add del mod">
        <pc:chgData name="Folajimi, Yetunde" userId="3a54126c-7470-4734-afae-d4449bb90691" providerId="ADAL" clId="{637B5781-9137-4FDE-8FC4-5640EB845183}" dt="2021-04-09T11:30:14.955" v="38" actId="47"/>
        <pc:sldMkLst>
          <pc:docMk/>
          <pc:sldMk cId="1884502491" sldId="325"/>
        </pc:sldMkLst>
      </pc:sldChg>
      <pc:sldChg chg="add del">
        <pc:chgData name="Folajimi, Yetunde" userId="3a54126c-7470-4734-afae-d4449bb90691" providerId="ADAL" clId="{637B5781-9137-4FDE-8FC4-5640EB845183}" dt="2021-04-09T11:30:14.239" v="37"/>
        <pc:sldMkLst>
          <pc:docMk/>
          <pc:sldMk cId="1381887029" sldId="326"/>
        </pc:sldMkLst>
      </pc:sldChg>
      <pc:sldChg chg="add del">
        <pc:chgData name="Folajimi, Yetunde" userId="3a54126c-7470-4734-afae-d4449bb90691" providerId="ADAL" clId="{637B5781-9137-4FDE-8FC4-5640EB845183}" dt="2021-04-09T11:30:14.955" v="38" actId="47"/>
        <pc:sldMkLst>
          <pc:docMk/>
          <pc:sldMk cId="1744540281" sldId="326"/>
        </pc:sldMkLst>
      </pc:sldChg>
      <pc:sldChg chg="add del">
        <pc:chgData name="Folajimi, Yetunde" userId="3a54126c-7470-4734-afae-d4449bb90691" providerId="ADAL" clId="{637B5781-9137-4FDE-8FC4-5640EB845183}" dt="2021-04-09T11:30:14.239" v="37"/>
        <pc:sldMkLst>
          <pc:docMk/>
          <pc:sldMk cId="339654098" sldId="327"/>
        </pc:sldMkLst>
      </pc:sldChg>
      <pc:sldChg chg="add del">
        <pc:chgData name="Folajimi, Yetunde" userId="3a54126c-7470-4734-afae-d4449bb90691" providerId="ADAL" clId="{637B5781-9137-4FDE-8FC4-5640EB845183}" dt="2021-04-09T11:30:14.955" v="38" actId="47"/>
        <pc:sldMkLst>
          <pc:docMk/>
          <pc:sldMk cId="894270276" sldId="327"/>
        </pc:sldMkLst>
      </pc:sldChg>
      <pc:sldChg chg="add del">
        <pc:chgData name="Folajimi, Yetunde" userId="3a54126c-7470-4734-afae-d4449bb90691" providerId="ADAL" clId="{637B5781-9137-4FDE-8FC4-5640EB845183}" dt="2021-04-09T11:30:14.239" v="37"/>
        <pc:sldMkLst>
          <pc:docMk/>
          <pc:sldMk cId="554891360" sldId="328"/>
        </pc:sldMkLst>
      </pc:sldChg>
      <pc:sldChg chg="add del">
        <pc:chgData name="Folajimi, Yetunde" userId="3a54126c-7470-4734-afae-d4449bb90691" providerId="ADAL" clId="{637B5781-9137-4FDE-8FC4-5640EB845183}" dt="2021-04-09T11:30:14.955" v="38" actId="47"/>
        <pc:sldMkLst>
          <pc:docMk/>
          <pc:sldMk cId="1909967026" sldId="328"/>
        </pc:sldMkLst>
      </pc:sldChg>
      <pc:sldChg chg="add del">
        <pc:chgData name="Folajimi, Yetunde" userId="3a54126c-7470-4734-afae-d4449bb90691" providerId="ADAL" clId="{637B5781-9137-4FDE-8FC4-5640EB845183}" dt="2021-04-09T11:30:14.955" v="38" actId="47"/>
        <pc:sldMkLst>
          <pc:docMk/>
          <pc:sldMk cId="230250626" sldId="329"/>
        </pc:sldMkLst>
      </pc:sldChg>
      <pc:sldChg chg="add del">
        <pc:chgData name="Folajimi, Yetunde" userId="3a54126c-7470-4734-afae-d4449bb90691" providerId="ADAL" clId="{637B5781-9137-4FDE-8FC4-5640EB845183}" dt="2021-04-09T11:30:14.239" v="37"/>
        <pc:sldMkLst>
          <pc:docMk/>
          <pc:sldMk cId="1685092246" sldId="329"/>
        </pc:sldMkLst>
      </pc:sldChg>
      <pc:sldChg chg="add del">
        <pc:chgData name="Folajimi, Yetunde" userId="3a54126c-7470-4734-afae-d4449bb90691" providerId="ADAL" clId="{637B5781-9137-4FDE-8FC4-5640EB845183}" dt="2021-04-09T11:30:14.239" v="37"/>
        <pc:sldMkLst>
          <pc:docMk/>
          <pc:sldMk cId="331041886" sldId="330"/>
        </pc:sldMkLst>
      </pc:sldChg>
      <pc:sldChg chg="add del">
        <pc:chgData name="Folajimi, Yetunde" userId="3a54126c-7470-4734-afae-d4449bb90691" providerId="ADAL" clId="{637B5781-9137-4FDE-8FC4-5640EB845183}" dt="2021-04-09T11:30:14.955" v="38" actId="47"/>
        <pc:sldMkLst>
          <pc:docMk/>
          <pc:sldMk cId="1940589359" sldId="330"/>
        </pc:sldMkLst>
      </pc:sldChg>
      <pc:sldChg chg="add del">
        <pc:chgData name="Folajimi, Yetunde" userId="3a54126c-7470-4734-afae-d4449bb90691" providerId="ADAL" clId="{637B5781-9137-4FDE-8FC4-5640EB845183}" dt="2021-04-09T11:30:14.239" v="37"/>
        <pc:sldMkLst>
          <pc:docMk/>
          <pc:sldMk cId="1838332272" sldId="331"/>
        </pc:sldMkLst>
      </pc:sldChg>
      <pc:sldChg chg="addSp delSp modSp mod">
        <pc:chgData name="Folajimi, Yetunde" userId="3a54126c-7470-4734-afae-d4449bb90691" providerId="ADAL" clId="{637B5781-9137-4FDE-8FC4-5640EB845183}" dt="2021-04-09T11:30:12.499" v="35" actId="21"/>
        <pc:sldMkLst>
          <pc:docMk/>
          <pc:sldMk cId="2144636512" sldId="395"/>
        </pc:sldMkLst>
      </pc:sldChg>
      <pc:sldChg chg="add del">
        <pc:chgData name="Folajimi, Yetunde" userId="3a54126c-7470-4734-afae-d4449bb90691" providerId="ADAL" clId="{637B5781-9137-4FDE-8FC4-5640EB845183}" dt="2021-04-09T11:30:14.239" v="37"/>
        <pc:sldMkLst>
          <pc:docMk/>
          <pc:sldMk cId="2099479008" sldId="396"/>
        </pc:sldMkLst>
      </pc:sldChg>
      <pc:sldChg chg="add del">
        <pc:chgData name="Folajimi, Yetunde" userId="3a54126c-7470-4734-afae-d4449bb90691" providerId="ADAL" clId="{637B5781-9137-4FDE-8FC4-5640EB845183}" dt="2021-04-09T11:30:14.239" v="37"/>
        <pc:sldMkLst>
          <pc:docMk/>
          <pc:sldMk cId="639883599" sldId="397"/>
        </pc:sldMkLst>
      </pc:sldChg>
      <pc:sldChg chg="add del">
        <pc:chgData name="Folajimi, Yetunde" userId="3a54126c-7470-4734-afae-d4449bb90691" providerId="ADAL" clId="{637B5781-9137-4FDE-8FC4-5640EB845183}" dt="2021-04-09T11:30:14.239" v="37"/>
        <pc:sldMkLst>
          <pc:docMk/>
          <pc:sldMk cId="604621320" sldId="398"/>
        </pc:sldMkLst>
      </pc:sldChg>
      <pc:sldMasterChg chg="addSldLayout delSldLayout">
        <pc:chgData name="Folajimi, Yetunde" userId="3a54126c-7470-4734-afae-d4449bb90691" providerId="ADAL" clId="{637B5781-9137-4FDE-8FC4-5640EB845183}" dt="2021-04-09T11:30:14.955" v="38" actId="47"/>
        <pc:sldMasterMkLst>
          <pc:docMk/>
          <pc:sldMasterMk cId="0" sldId="2147483648"/>
        </pc:sldMasterMkLst>
        <pc:sldLayoutChg chg="add del">
          <pc:chgData name="Folajimi, Yetunde" userId="3a54126c-7470-4734-afae-d4449bb90691" providerId="ADAL" clId="{637B5781-9137-4FDE-8FC4-5640EB845183}" dt="2021-04-09T11:30:14.955" v="38" actId="47"/>
          <pc:sldLayoutMkLst>
            <pc:docMk/>
            <pc:sldMasterMk cId="0" sldId="2147483648"/>
            <pc:sldLayoutMk cId="2490958100" sldId="2147483657"/>
          </pc:sldLayoutMkLst>
        </pc:sldLayoutChg>
        <pc:sldLayoutChg chg="add del">
          <pc:chgData name="Folajimi, Yetunde" userId="3a54126c-7470-4734-afae-d4449bb90691" providerId="ADAL" clId="{637B5781-9137-4FDE-8FC4-5640EB845183}" dt="2021-04-09T11:30:14.955" v="38" actId="47"/>
          <pc:sldLayoutMkLst>
            <pc:docMk/>
            <pc:sldMasterMk cId="0" sldId="2147483648"/>
            <pc:sldLayoutMk cId="2178328700" sldId="2147483658"/>
          </pc:sldLayoutMkLst>
        </pc:sldLayoutChg>
      </pc:sldMasterChg>
    </pc:docChg>
  </pc:docChgLst>
  <pc:docChgLst>
    <pc:chgData name="Folajimi, Yetunde" userId="3a54126c-7470-4734-afae-d4449bb90691" providerId="ADAL" clId="{5581317C-A72D-4A38-A24A-3EC8BA1ECC5C}"/>
    <pc:docChg chg="addSld modSld">
      <pc:chgData name="Folajimi, Yetunde" userId="3a54126c-7470-4734-afae-d4449bb90691" providerId="ADAL" clId="{5581317C-A72D-4A38-A24A-3EC8BA1ECC5C}" dt="2024-11-10T18:05:31.165" v="1" actId="680"/>
      <pc:docMkLst>
        <pc:docMk/>
      </pc:docMkLst>
      <pc:sldChg chg="modSp mod">
        <pc:chgData name="Folajimi, Yetunde" userId="3a54126c-7470-4734-afae-d4449bb90691" providerId="ADAL" clId="{5581317C-A72D-4A38-A24A-3EC8BA1ECC5C}" dt="2024-11-08T15:42:42.187" v="0" actId="20577"/>
        <pc:sldMkLst>
          <pc:docMk/>
          <pc:sldMk cId="1884502491" sldId="325"/>
        </pc:sldMkLst>
      </pc:sldChg>
      <pc:sldChg chg="new">
        <pc:chgData name="Folajimi, Yetunde" userId="3a54126c-7470-4734-afae-d4449bb90691" providerId="ADAL" clId="{5581317C-A72D-4A38-A24A-3EC8BA1ECC5C}" dt="2024-11-10T18:05:31.165" v="1" actId="680"/>
        <pc:sldMkLst>
          <pc:docMk/>
          <pc:sldMk cId="2652507312" sldId="396"/>
        </pc:sldMkLst>
      </pc:sldChg>
    </pc:docChg>
  </pc:docChgLst>
  <pc:docChgLst>
    <pc:chgData name="Folajimi, Yetunde" userId="3a54126c-7470-4734-afae-d4449bb90691" providerId="ADAL" clId="{683E84D7-88AA-48FD-B629-BB1E36B996A8}"/>
    <pc:docChg chg="undo custSel modSld">
      <pc:chgData name="Folajimi, Yetunde" userId="3a54126c-7470-4734-afae-d4449bb90691" providerId="ADAL" clId="{683E84D7-88AA-48FD-B629-BB1E36B996A8}" dt="2022-04-05T12:32:41.932" v="260"/>
      <pc:docMkLst>
        <pc:docMk/>
      </pc:docMkLst>
      <pc:sldChg chg="modSp mod">
        <pc:chgData name="Folajimi, Yetunde" userId="3a54126c-7470-4734-afae-d4449bb90691" providerId="ADAL" clId="{683E84D7-88AA-48FD-B629-BB1E36B996A8}" dt="2022-04-01T13:46:25.362" v="258" actId="20577"/>
        <pc:sldMkLst>
          <pc:docMk/>
          <pc:sldMk cId="557451302" sldId="316"/>
        </pc:sldMkLst>
      </pc:sldChg>
      <pc:sldChg chg="modSp mod">
        <pc:chgData name="Folajimi, Yetunde" userId="3a54126c-7470-4734-afae-d4449bb90691" providerId="ADAL" clId="{683E84D7-88AA-48FD-B629-BB1E36B996A8}" dt="2022-04-05T12:32:41.932" v="260"/>
        <pc:sldMkLst>
          <pc:docMk/>
          <pc:sldMk cId="1744540281" sldId="326"/>
        </pc:sldMkLst>
      </pc:sldChg>
    </pc:docChg>
  </pc:docChgLst>
  <pc:docChgLst>
    <pc:chgData name="Folajimi, Yetunde" userId="3a54126c-7470-4734-afae-d4449bb90691" providerId="ADAL" clId="{7652C32B-8C0A-409C-A30C-869AA72DF4AF}"/>
    <pc:docChg chg="delSld">
      <pc:chgData name="Folajimi, Yetunde" userId="3a54126c-7470-4734-afae-d4449bb90691" providerId="ADAL" clId="{7652C32B-8C0A-409C-A30C-869AA72DF4AF}" dt="2025-09-04T13:58:40.908" v="0" actId="47"/>
      <pc:docMkLst>
        <pc:docMk/>
      </pc:docMkLst>
      <pc:sldChg chg="del">
        <pc:chgData name="Folajimi, Yetunde" userId="3a54126c-7470-4734-afae-d4449bb90691" providerId="ADAL" clId="{7652C32B-8C0A-409C-A30C-869AA72DF4AF}" dt="2025-09-04T13:58:40.908" v="0" actId="47"/>
        <pc:sldMkLst>
          <pc:docMk/>
          <pc:sldMk cId="2652507312" sldId="39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4999001-6FB9-451D-BC92-54FE6D24AE68}"/>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F4E11D-4A75-4AFA-8F8F-D59A698F9693}"/>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C66DB8E5-2024-41CF-BD11-EC857590B0F8}" type="datetimeFigureOut">
              <a:rPr lang="en-US" smtClean="0"/>
              <a:t>9/4/2025</a:t>
            </a:fld>
            <a:endParaRPr lang="en-US"/>
          </a:p>
        </p:txBody>
      </p:sp>
      <p:sp>
        <p:nvSpPr>
          <p:cNvPr id="4" name="Footer Placeholder 3">
            <a:extLst>
              <a:ext uri="{FF2B5EF4-FFF2-40B4-BE49-F238E27FC236}">
                <a16:creationId xmlns:a16="http://schemas.microsoft.com/office/drawing/2014/main" id="{D324C8F7-AE85-43CA-A356-0B72EE4FD3A4}"/>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4B7EBF5-74BE-48DD-9EBA-AEC71887E75F}"/>
              </a:ext>
            </a:extLst>
          </p:cNvPr>
          <p:cNvSpPr>
            <a:spLocks noGrp="1"/>
          </p:cNvSpPr>
          <p:nvPr>
            <p:ph type="sldNum" sz="quarter" idx="3"/>
          </p:nvPr>
        </p:nvSpPr>
        <p:spPr>
          <a:xfrm>
            <a:off x="4402138" y="9553575"/>
            <a:ext cx="3368675" cy="504825"/>
          </a:xfrm>
          <a:prstGeom prst="rect">
            <a:avLst/>
          </a:prstGeom>
        </p:spPr>
        <p:txBody>
          <a:bodyPr vert="horz" lIns="91440" tIns="45720" rIns="91440" bIns="45720" rtlCol="0" anchor="b"/>
          <a:lstStyle>
            <a:lvl1pPr algn="r">
              <a:defRPr sz="1200"/>
            </a:lvl1pPr>
          </a:lstStyle>
          <a:p>
            <a:fld id="{2DA22A9C-E20E-479E-B913-3AB3798D33D6}" type="slidenum">
              <a:rPr lang="en-US" smtClean="0"/>
              <a:t>‹#›</a:t>
            </a:fld>
            <a:endParaRPr lang="en-US"/>
          </a:p>
        </p:txBody>
      </p:sp>
    </p:spTree>
    <p:extLst>
      <p:ext uri="{BB962C8B-B14F-4D97-AF65-F5344CB8AC3E}">
        <p14:creationId xmlns:p14="http://schemas.microsoft.com/office/powerpoint/2010/main" val="15198261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p:cNvSpPr>
          <p:nvPr>
            <p:ph type="sldImg"/>
          </p:nvPr>
        </p:nvSpPr>
        <p:spPr bwMode="auto">
          <a:xfrm>
            <a:off x="1587500" y="1006475"/>
            <a:ext cx="4594225" cy="344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0" name="Rectangle 2"/>
          <p:cNvSpPr>
            <a:spLocks noGrp="1" noChangeArrowheads="1"/>
          </p:cNvSpPr>
          <p:nvPr>
            <p:ph type="body"/>
          </p:nvPr>
        </p:nvSpPr>
        <p:spPr bwMode="auto">
          <a:xfrm>
            <a:off x="1185863" y="4787900"/>
            <a:ext cx="5405437" cy="3824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3971403428"/>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eeksforgeeks.org/default-methods-java/"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geeksforgeeks.org/default-methods-java/"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lang="en-US" dirty="0"/>
              <a:t>WIT COMP1050 Computer Science II Course Material by Wentworth</a:t>
            </a:r>
            <a:r>
              <a:rPr lang="en-US" baseline="0" dirty="0"/>
              <a:t> Institute of Technology</a:t>
            </a:r>
            <a:r>
              <a:rPr lang="en-US" dirty="0"/>
              <a:t> (http://www.wit.edu/computer-science) is licensed under a Creative Commons Attribution-</a:t>
            </a:r>
            <a:r>
              <a:rPr lang="en-US" dirty="0" err="1"/>
              <a:t>NonCommercial</a:t>
            </a:r>
            <a:r>
              <a:rPr lang="en-US" dirty="0"/>
              <a:t> 4.0 International License (http://creativecommons.org/licenses/by-nc/4.0/).</a:t>
            </a:r>
            <a:r>
              <a:rPr lang="en-US" sz="1200" b="0" i="0" kern="1200" dirty="0">
                <a:solidFill>
                  <a:srgbClr val="000000"/>
                </a:solidFill>
                <a:effectLst/>
                <a:latin typeface="Times New Roman" pitchFamily="16" charset="0"/>
                <a:ea typeface="+mn-ea"/>
                <a:cs typeface="+mn-cs"/>
              </a:rPr>
              <a:t> </a:t>
            </a:r>
            <a:endParaRPr lang="en-US" dirty="0"/>
          </a:p>
        </p:txBody>
      </p:sp>
    </p:spTree>
    <p:extLst>
      <p:ext uri="{BB962C8B-B14F-4D97-AF65-F5344CB8AC3E}">
        <p14:creationId xmlns:p14="http://schemas.microsoft.com/office/powerpoint/2010/main" val="4250301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Object-oriented programming (OOP) is a computer programming model that organizes software design around data, or objects, rather than functions and logic. An object can be defined as a data field that has unique attributes and behavior.</a:t>
            </a:r>
          </a:p>
          <a:p>
            <a:endParaRPr lang="en-US" dirty="0"/>
          </a:p>
          <a:p>
            <a:r>
              <a:rPr lang="en-US" dirty="0"/>
              <a:t>OOP focuses on the objects that developers want to manipulate rather than the logic required to manipulate them. This approach to programming is well-suited for programs that are large, complex and actively updated or maintained.</a:t>
            </a:r>
          </a:p>
          <a:p>
            <a:endParaRPr lang="en-US" dirty="0"/>
          </a:p>
          <a:p>
            <a:r>
              <a:rPr lang="en-US" dirty="0"/>
              <a:t>The organization of an object-oriented program also makes the method beneficial to collaborative development, where projects are divided into groups.</a:t>
            </a:r>
          </a:p>
          <a:p>
            <a:endParaRPr lang="en-US" dirty="0"/>
          </a:p>
          <a:p>
            <a:r>
              <a:rPr lang="en-US" dirty="0"/>
              <a:t>Additional benefits of OOP include code reusability, scalability and efficiency. Even when using microservices, developers should continue to apply the principles of OOP.</a:t>
            </a:r>
          </a:p>
          <a:p>
            <a:endParaRPr lang="en-US" dirty="0"/>
          </a:p>
          <a:p>
            <a:r>
              <a:rPr lang="en-US" dirty="0"/>
              <a:t>The first step in OOP is to collect all of the objects a programmer wants to manipulate and identify how they relate to each other -- an exercise often known as data modeling.</a:t>
            </a:r>
          </a:p>
          <a:p>
            <a:endParaRPr lang="en-US" dirty="0"/>
          </a:p>
          <a:p>
            <a:r>
              <a:rPr lang="en-US" dirty="0"/>
              <a:t>Examples of an object can range from physical entities, such as a human being who is described by properties like name and address, down to small computer programs, such as widgets.</a:t>
            </a:r>
          </a:p>
          <a:p>
            <a:endParaRPr lang="en-US" dirty="0"/>
          </a:p>
          <a:p>
            <a:r>
              <a:rPr lang="en-US" dirty="0"/>
              <a:t>Once an object is known, it is labeled with a class of objects that defines the kind of data it contains and any logic sequences that can manipulate it. Each distinct logic sequence is known as a method. Objects can communicate with well-defined interfaces called messages.</a:t>
            </a:r>
          </a:p>
          <a:p>
            <a:endParaRPr lang="en-US" dirty="0"/>
          </a:p>
          <a:p>
            <a:endParaRPr lang="en-US" dirty="0"/>
          </a:p>
          <a:p>
            <a:endParaRPr lang="en-US" dirty="0"/>
          </a:p>
        </p:txBody>
      </p:sp>
    </p:spTree>
    <p:extLst>
      <p:ext uri="{BB962C8B-B14F-4D97-AF65-F5344CB8AC3E}">
        <p14:creationId xmlns:p14="http://schemas.microsoft.com/office/powerpoint/2010/main" val="4159537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Segoe UI" panose="020B0502040204020203" pitchFamily="34" charset="0"/>
              </a:rPr>
              <a:t>Notes on Interfaces:</a:t>
            </a:r>
          </a:p>
          <a:p>
            <a:pPr algn="l">
              <a:buFont typeface="Arial" panose="020B0604020202020204" pitchFamily="34" charset="0"/>
              <a:buChar char="•"/>
            </a:pPr>
            <a:r>
              <a:rPr lang="en-US" b="0" i="0" dirty="0">
                <a:solidFill>
                  <a:srgbClr val="000000"/>
                </a:solidFill>
                <a:effectLst/>
                <a:latin typeface="Verdana" panose="020B0604030504040204" pitchFamily="34" charset="0"/>
              </a:rPr>
              <a:t>Like </a:t>
            </a:r>
            <a:r>
              <a:rPr lang="en-US" b="1" i="0" dirty="0">
                <a:solidFill>
                  <a:srgbClr val="000000"/>
                </a:solidFill>
                <a:effectLst/>
                <a:latin typeface="Verdana" panose="020B0604030504040204" pitchFamily="34" charset="0"/>
              </a:rPr>
              <a:t>abstract classes</a:t>
            </a:r>
            <a:r>
              <a:rPr lang="en-US" b="0" i="0" dirty="0">
                <a:solidFill>
                  <a:srgbClr val="000000"/>
                </a:solidFill>
                <a:effectLst/>
                <a:latin typeface="Verdana" panose="020B0604030504040204" pitchFamily="34" charset="0"/>
              </a:rPr>
              <a:t>, interfaces </a:t>
            </a:r>
            <a:r>
              <a:rPr lang="en-US" b="1" i="0" dirty="0">
                <a:solidFill>
                  <a:srgbClr val="000000"/>
                </a:solidFill>
                <a:effectLst/>
                <a:latin typeface="Verdana" panose="020B0604030504040204" pitchFamily="34" charset="0"/>
              </a:rPr>
              <a:t>cannot</a:t>
            </a:r>
            <a:r>
              <a:rPr lang="en-US" b="0" i="0" dirty="0">
                <a:solidFill>
                  <a:srgbClr val="000000"/>
                </a:solidFill>
                <a:effectLst/>
                <a:latin typeface="Verdana" panose="020B0604030504040204" pitchFamily="34" charset="0"/>
              </a:rPr>
              <a:t> be used to create objects (in the example above, it is not possible to create an "Animal" object in the </a:t>
            </a:r>
            <a:r>
              <a:rPr lang="en-US" b="0" i="0" dirty="0" err="1">
                <a:solidFill>
                  <a:srgbClr val="000000"/>
                </a:solidFill>
                <a:effectLst/>
                <a:latin typeface="Verdana" panose="020B0604030504040204" pitchFamily="34" charset="0"/>
              </a:rPr>
              <a:t>MyMainClass</a:t>
            </a:r>
            <a:r>
              <a:rPr lang="en-US" b="0" i="0" dirty="0">
                <a:solidFill>
                  <a:srgbClr val="000000"/>
                </a:solidFill>
                <a:effectLst/>
                <a:latin typeface="Verdana" panose="020B0604030504040204" pitchFamily="34" charset="0"/>
              </a:rPr>
              <a:t>)</a:t>
            </a:r>
          </a:p>
          <a:p>
            <a:pPr algn="l">
              <a:buFont typeface="Arial" panose="020B0604020202020204" pitchFamily="34" charset="0"/>
              <a:buChar char="•"/>
            </a:pPr>
            <a:r>
              <a:rPr lang="en-US" b="0" i="0" dirty="0">
                <a:solidFill>
                  <a:srgbClr val="000000"/>
                </a:solidFill>
                <a:effectLst/>
                <a:latin typeface="Verdana" panose="020B0604030504040204" pitchFamily="34" charset="0"/>
              </a:rPr>
              <a:t>Interface methods do not have a body - the body is provided by the "implement" class</a:t>
            </a:r>
          </a:p>
          <a:p>
            <a:pPr algn="l">
              <a:buFont typeface="Arial" panose="020B0604020202020204" pitchFamily="34" charset="0"/>
              <a:buChar char="•"/>
            </a:pPr>
            <a:r>
              <a:rPr lang="en-US" b="0" i="0" dirty="0">
                <a:solidFill>
                  <a:srgbClr val="000000"/>
                </a:solidFill>
                <a:effectLst/>
                <a:latin typeface="Verdana" panose="020B0604030504040204" pitchFamily="34" charset="0"/>
              </a:rPr>
              <a:t>On implementation of an interface, you must override all of its methods</a:t>
            </a:r>
          </a:p>
          <a:p>
            <a:pPr algn="l">
              <a:buFont typeface="Arial" panose="020B0604020202020204" pitchFamily="34" charset="0"/>
              <a:buChar char="•"/>
            </a:pPr>
            <a:r>
              <a:rPr lang="en-US" b="0" i="0" dirty="0">
                <a:solidFill>
                  <a:srgbClr val="000000"/>
                </a:solidFill>
                <a:effectLst/>
                <a:latin typeface="Verdana" panose="020B0604030504040204" pitchFamily="34" charset="0"/>
              </a:rPr>
              <a:t>Interface methods are by default abstract and public</a:t>
            </a:r>
          </a:p>
          <a:p>
            <a:pPr algn="l">
              <a:buFont typeface="Arial" panose="020B0604020202020204" pitchFamily="34" charset="0"/>
              <a:buChar char="•"/>
            </a:pPr>
            <a:r>
              <a:rPr lang="en-US" b="0" i="0" dirty="0">
                <a:solidFill>
                  <a:srgbClr val="000000"/>
                </a:solidFill>
                <a:effectLst/>
                <a:latin typeface="Verdana" panose="020B0604030504040204" pitchFamily="34" charset="0"/>
              </a:rPr>
              <a:t>Interface attributes are by default public, static and final</a:t>
            </a:r>
          </a:p>
          <a:p>
            <a:pPr algn="l">
              <a:buFont typeface="Arial" panose="020B0604020202020204" pitchFamily="34" charset="0"/>
              <a:buChar char="•"/>
            </a:pPr>
            <a:r>
              <a:rPr lang="en-US" b="0" i="0" dirty="0">
                <a:solidFill>
                  <a:srgbClr val="000000"/>
                </a:solidFill>
                <a:effectLst/>
                <a:latin typeface="Verdana" panose="020B0604030504040204" pitchFamily="34" charset="0"/>
              </a:rPr>
              <a:t>An interface cannot contain a constructor (as it cannot be used to create objects)</a:t>
            </a:r>
          </a:p>
          <a:p>
            <a:pPr algn="l"/>
            <a:r>
              <a:rPr lang="en-US" b="0" i="0" dirty="0">
                <a:solidFill>
                  <a:srgbClr val="000000"/>
                </a:solidFill>
                <a:effectLst/>
                <a:latin typeface="Segoe UI" panose="020B0502040204020203" pitchFamily="34" charset="0"/>
              </a:rPr>
              <a:t>Why And When To Use Interfaces?</a:t>
            </a:r>
          </a:p>
          <a:p>
            <a:pPr algn="l"/>
            <a:r>
              <a:rPr lang="en-US" b="0" i="0" dirty="0">
                <a:solidFill>
                  <a:srgbClr val="000000"/>
                </a:solidFill>
                <a:effectLst/>
                <a:latin typeface="Verdana" panose="020B0604030504040204" pitchFamily="34" charset="0"/>
              </a:rPr>
              <a:t>1) To achieve security - hide certain details and only show the important details of an object (interface).</a:t>
            </a:r>
          </a:p>
          <a:p>
            <a:pPr algn="l"/>
            <a:r>
              <a:rPr lang="en-US" b="0" i="0" dirty="0">
                <a:solidFill>
                  <a:srgbClr val="000000"/>
                </a:solidFill>
                <a:effectLst/>
                <a:latin typeface="Verdana" panose="020B0604030504040204" pitchFamily="34" charset="0"/>
              </a:rPr>
              <a:t>2) Java does not support "multiple inheritance" (a class can only inherit from one superclass). However, it can be achieved with interfaces, because the class can </a:t>
            </a:r>
            <a:r>
              <a:rPr lang="en-US" b="1" i="0" dirty="0">
                <a:solidFill>
                  <a:srgbClr val="000000"/>
                </a:solidFill>
                <a:effectLst/>
                <a:latin typeface="Verdana" panose="020B0604030504040204" pitchFamily="34" charset="0"/>
              </a:rPr>
              <a:t>implement</a:t>
            </a:r>
            <a:r>
              <a:rPr lang="en-US" b="0" i="0" dirty="0">
                <a:solidFill>
                  <a:srgbClr val="000000"/>
                </a:solidFill>
                <a:effectLst/>
                <a:latin typeface="Verdana" panose="020B0604030504040204" pitchFamily="34" charset="0"/>
              </a:rPr>
              <a:t> multiple interfaces. </a:t>
            </a:r>
            <a:r>
              <a:rPr lang="en-US" b="1" i="0" dirty="0">
                <a:solidFill>
                  <a:srgbClr val="000000"/>
                </a:solidFill>
                <a:effectLst/>
                <a:latin typeface="Verdana" panose="020B0604030504040204" pitchFamily="34" charset="0"/>
              </a:rPr>
              <a:t>Note:</a:t>
            </a:r>
            <a:r>
              <a:rPr lang="en-US" b="0" i="0" dirty="0">
                <a:solidFill>
                  <a:srgbClr val="000000"/>
                </a:solidFill>
                <a:effectLst/>
                <a:latin typeface="Verdana" panose="020B0604030504040204" pitchFamily="34" charset="0"/>
              </a:rPr>
              <a:t> To implement multiple interfaces, separate them with a comma </a:t>
            </a:r>
          </a:p>
          <a:p>
            <a:endParaRPr lang="en-US" dirty="0"/>
          </a:p>
          <a:p>
            <a:pPr algn="l" fontAlgn="base"/>
            <a:r>
              <a:rPr lang="en-US" b="1" i="0" dirty="0">
                <a:effectLst/>
                <a:latin typeface="var(--font-din)"/>
              </a:rPr>
              <a:t>Static Methods</a:t>
            </a:r>
            <a:r>
              <a:rPr lang="en-US" b="0" i="0" dirty="0">
                <a:effectLst/>
                <a:latin typeface="var(--font-din)"/>
              </a:rPr>
              <a:t> in </a:t>
            </a:r>
            <a:r>
              <a:rPr lang="en-US" b="1" i="0" dirty="0">
                <a:effectLst/>
                <a:latin typeface="var(--font-din)"/>
              </a:rPr>
              <a:t>Interface </a:t>
            </a:r>
            <a:r>
              <a:rPr lang="en-US" b="0" i="0" dirty="0">
                <a:effectLst/>
                <a:latin typeface="var(--font-din)"/>
              </a:rPr>
              <a:t>are those methods, which are defined in the interface with the keyword static. Unlike other methods in Interface, these static methods contain the complete definition of the function and since the definition is complete and the method is static, therefore these methods cannot be overridden or changed in the implementation class.</a:t>
            </a:r>
          </a:p>
          <a:p>
            <a:pPr algn="l" fontAlgn="base"/>
            <a:r>
              <a:rPr lang="en-US" b="0" i="0" dirty="0">
                <a:effectLst/>
                <a:latin typeface="var(--font-din)"/>
              </a:rPr>
              <a:t>Similar to </a:t>
            </a:r>
            <a:r>
              <a:rPr lang="en-US" b="0" i="0" u="none" strike="noStrike" dirty="0">
                <a:solidFill>
                  <a:srgbClr val="EC4E20"/>
                </a:solidFill>
                <a:effectLst/>
                <a:latin typeface="var(--font-din)"/>
                <a:hlinkClick r:id="rId3"/>
              </a:rPr>
              <a:t>Default Method in Interface</a:t>
            </a:r>
            <a:r>
              <a:rPr lang="en-US" b="0" i="0" dirty="0">
                <a:effectLst/>
                <a:latin typeface="var(--font-din)"/>
              </a:rPr>
              <a:t>, the static method in an interface can be defined in the interface, but cannot be overridden in Implementation Classes. To use a static method, Interface name should be instantiated with it, as it is a part of the Interface only.</a:t>
            </a:r>
          </a:p>
          <a:p>
            <a:endParaRPr lang="en-US" dirty="0"/>
          </a:p>
          <a:p>
            <a:endParaRPr lang="en-US" dirty="0"/>
          </a:p>
          <a:p>
            <a:r>
              <a:rPr lang="en-US" b="0" i="0" dirty="0">
                <a:effectLst/>
                <a:latin typeface="urw-din"/>
              </a:rPr>
              <a:t>Before Java 8, interfaces could have only abstract methods. The implementation of these methods has to be provided in a separate class. So, if a new method is to be added in an interface, then its implementation code has to be provided in the class implementing the same interface. To overcome this issue, Java 8 has introduced the concept of default methods which allow the interfaces to have methods with implementation without affecting the classes that implement the interface.</a:t>
            </a:r>
            <a:endParaRPr lang="en-US" dirty="0"/>
          </a:p>
        </p:txBody>
      </p:sp>
    </p:spTree>
    <p:extLst>
      <p:ext uri="{BB962C8B-B14F-4D97-AF65-F5344CB8AC3E}">
        <p14:creationId xmlns:p14="http://schemas.microsoft.com/office/powerpoint/2010/main" val="1183065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Segoe UI" panose="020B0502040204020203" pitchFamily="34" charset="0"/>
              </a:rPr>
              <a:t>Notes on Interfaces:</a:t>
            </a:r>
          </a:p>
          <a:p>
            <a:pPr algn="l">
              <a:buFont typeface="Arial" panose="020B0604020202020204" pitchFamily="34" charset="0"/>
              <a:buChar char="•"/>
            </a:pPr>
            <a:r>
              <a:rPr lang="en-US" b="0" i="0" dirty="0">
                <a:solidFill>
                  <a:srgbClr val="000000"/>
                </a:solidFill>
                <a:effectLst/>
                <a:latin typeface="Verdana" panose="020B0604030504040204" pitchFamily="34" charset="0"/>
              </a:rPr>
              <a:t>Like </a:t>
            </a:r>
            <a:r>
              <a:rPr lang="en-US" b="1" i="0" dirty="0">
                <a:solidFill>
                  <a:srgbClr val="000000"/>
                </a:solidFill>
                <a:effectLst/>
                <a:latin typeface="Verdana" panose="020B0604030504040204" pitchFamily="34" charset="0"/>
              </a:rPr>
              <a:t>abstract classes</a:t>
            </a:r>
            <a:r>
              <a:rPr lang="en-US" b="0" i="0" dirty="0">
                <a:solidFill>
                  <a:srgbClr val="000000"/>
                </a:solidFill>
                <a:effectLst/>
                <a:latin typeface="Verdana" panose="020B0604030504040204" pitchFamily="34" charset="0"/>
              </a:rPr>
              <a:t>, interfaces </a:t>
            </a:r>
            <a:r>
              <a:rPr lang="en-US" b="1" i="0" dirty="0">
                <a:solidFill>
                  <a:srgbClr val="000000"/>
                </a:solidFill>
                <a:effectLst/>
                <a:latin typeface="Verdana" panose="020B0604030504040204" pitchFamily="34" charset="0"/>
              </a:rPr>
              <a:t>cannot</a:t>
            </a:r>
            <a:r>
              <a:rPr lang="en-US" b="0" i="0" dirty="0">
                <a:solidFill>
                  <a:srgbClr val="000000"/>
                </a:solidFill>
                <a:effectLst/>
                <a:latin typeface="Verdana" panose="020B0604030504040204" pitchFamily="34" charset="0"/>
              </a:rPr>
              <a:t> be used to create objects (in the example above, it is not possible to create an "Animal" object in the </a:t>
            </a:r>
            <a:r>
              <a:rPr lang="en-US" b="0" i="0" dirty="0" err="1">
                <a:solidFill>
                  <a:srgbClr val="000000"/>
                </a:solidFill>
                <a:effectLst/>
                <a:latin typeface="Verdana" panose="020B0604030504040204" pitchFamily="34" charset="0"/>
              </a:rPr>
              <a:t>MyMainClass</a:t>
            </a:r>
            <a:r>
              <a:rPr lang="en-US" b="0" i="0" dirty="0">
                <a:solidFill>
                  <a:srgbClr val="000000"/>
                </a:solidFill>
                <a:effectLst/>
                <a:latin typeface="Verdana" panose="020B0604030504040204" pitchFamily="34" charset="0"/>
              </a:rPr>
              <a:t>)</a:t>
            </a:r>
          </a:p>
          <a:p>
            <a:pPr algn="l">
              <a:buFont typeface="Arial" panose="020B0604020202020204" pitchFamily="34" charset="0"/>
              <a:buChar char="•"/>
            </a:pPr>
            <a:r>
              <a:rPr lang="en-US" b="0" i="0" dirty="0">
                <a:solidFill>
                  <a:srgbClr val="000000"/>
                </a:solidFill>
                <a:effectLst/>
                <a:latin typeface="Verdana" panose="020B0604030504040204" pitchFamily="34" charset="0"/>
              </a:rPr>
              <a:t>Interface methods do not have a body - the body is provided by the "implement" class</a:t>
            </a:r>
          </a:p>
          <a:p>
            <a:pPr algn="l">
              <a:buFont typeface="Arial" panose="020B0604020202020204" pitchFamily="34" charset="0"/>
              <a:buChar char="•"/>
            </a:pPr>
            <a:r>
              <a:rPr lang="en-US" b="0" i="0" dirty="0">
                <a:solidFill>
                  <a:srgbClr val="000000"/>
                </a:solidFill>
                <a:effectLst/>
                <a:latin typeface="Verdana" panose="020B0604030504040204" pitchFamily="34" charset="0"/>
              </a:rPr>
              <a:t>On implementation of an interface, you must override all of its methods</a:t>
            </a:r>
          </a:p>
          <a:p>
            <a:pPr algn="l">
              <a:buFont typeface="Arial" panose="020B0604020202020204" pitchFamily="34" charset="0"/>
              <a:buChar char="•"/>
            </a:pPr>
            <a:r>
              <a:rPr lang="en-US" b="0" i="0" dirty="0">
                <a:solidFill>
                  <a:srgbClr val="000000"/>
                </a:solidFill>
                <a:effectLst/>
                <a:latin typeface="Verdana" panose="020B0604030504040204" pitchFamily="34" charset="0"/>
              </a:rPr>
              <a:t>Interface methods are by default abstract and public</a:t>
            </a:r>
          </a:p>
          <a:p>
            <a:pPr algn="l">
              <a:buFont typeface="Arial" panose="020B0604020202020204" pitchFamily="34" charset="0"/>
              <a:buChar char="•"/>
            </a:pPr>
            <a:r>
              <a:rPr lang="en-US" b="0" i="0" dirty="0">
                <a:solidFill>
                  <a:srgbClr val="000000"/>
                </a:solidFill>
                <a:effectLst/>
                <a:latin typeface="Verdana" panose="020B0604030504040204" pitchFamily="34" charset="0"/>
              </a:rPr>
              <a:t>Interface attributes are by default public, static and final</a:t>
            </a:r>
          </a:p>
          <a:p>
            <a:pPr algn="l">
              <a:buFont typeface="Arial" panose="020B0604020202020204" pitchFamily="34" charset="0"/>
              <a:buChar char="•"/>
            </a:pPr>
            <a:r>
              <a:rPr lang="en-US" b="0" i="0" dirty="0">
                <a:solidFill>
                  <a:srgbClr val="000000"/>
                </a:solidFill>
                <a:effectLst/>
                <a:latin typeface="Verdana" panose="020B0604030504040204" pitchFamily="34" charset="0"/>
              </a:rPr>
              <a:t>An interface cannot contain a constructor (as it cannot be used to create objects)</a:t>
            </a:r>
          </a:p>
          <a:p>
            <a:pPr algn="l"/>
            <a:r>
              <a:rPr lang="en-US" b="0" i="0" dirty="0">
                <a:solidFill>
                  <a:srgbClr val="000000"/>
                </a:solidFill>
                <a:effectLst/>
                <a:latin typeface="Segoe UI" panose="020B0502040204020203" pitchFamily="34" charset="0"/>
              </a:rPr>
              <a:t>Why And When To Use Interfaces?</a:t>
            </a:r>
          </a:p>
          <a:p>
            <a:pPr algn="l"/>
            <a:r>
              <a:rPr lang="en-US" b="0" i="0" dirty="0">
                <a:solidFill>
                  <a:srgbClr val="000000"/>
                </a:solidFill>
                <a:effectLst/>
                <a:latin typeface="Verdana" panose="020B0604030504040204" pitchFamily="34" charset="0"/>
              </a:rPr>
              <a:t>1) To achieve security - hide certain details and only show the important details of an object (interface).</a:t>
            </a:r>
          </a:p>
          <a:p>
            <a:pPr algn="l"/>
            <a:r>
              <a:rPr lang="en-US" b="0" i="0" dirty="0">
                <a:solidFill>
                  <a:srgbClr val="000000"/>
                </a:solidFill>
                <a:effectLst/>
                <a:latin typeface="Verdana" panose="020B0604030504040204" pitchFamily="34" charset="0"/>
              </a:rPr>
              <a:t>2) Java does not support "multiple inheritance" (a class can only inherit from one superclass). However, it can be achieved with interfaces, because the class can </a:t>
            </a:r>
            <a:r>
              <a:rPr lang="en-US" b="1" i="0" dirty="0">
                <a:solidFill>
                  <a:srgbClr val="000000"/>
                </a:solidFill>
                <a:effectLst/>
                <a:latin typeface="Verdana" panose="020B0604030504040204" pitchFamily="34" charset="0"/>
              </a:rPr>
              <a:t>implement</a:t>
            </a:r>
            <a:r>
              <a:rPr lang="en-US" b="0" i="0" dirty="0">
                <a:solidFill>
                  <a:srgbClr val="000000"/>
                </a:solidFill>
                <a:effectLst/>
                <a:latin typeface="Verdana" panose="020B0604030504040204" pitchFamily="34" charset="0"/>
              </a:rPr>
              <a:t> multiple interfaces. </a:t>
            </a:r>
            <a:r>
              <a:rPr lang="en-US" b="1" i="0" dirty="0">
                <a:solidFill>
                  <a:srgbClr val="000000"/>
                </a:solidFill>
                <a:effectLst/>
                <a:latin typeface="Verdana" panose="020B0604030504040204" pitchFamily="34" charset="0"/>
              </a:rPr>
              <a:t>Note:</a:t>
            </a:r>
            <a:r>
              <a:rPr lang="en-US" b="0" i="0" dirty="0">
                <a:solidFill>
                  <a:srgbClr val="000000"/>
                </a:solidFill>
                <a:effectLst/>
                <a:latin typeface="Verdana" panose="020B0604030504040204" pitchFamily="34" charset="0"/>
              </a:rPr>
              <a:t> To implement multiple interfaces, separate them with a comma </a:t>
            </a:r>
          </a:p>
          <a:p>
            <a:endParaRPr lang="en-US" dirty="0"/>
          </a:p>
          <a:p>
            <a:pPr algn="l" fontAlgn="base"/>
            <a:r>
              <a:rPr lang="en-US" b="1" i="0" dirty="0">
                <a:effectLst/>
                <a:latin typeface="var(--font-din)"/>
              </a:rPr>
              <a:t>Static Methods</a:t>
            </a:r>
            <a:r>
              <a:rPr lang="en-US" b="0" i="0" dirty="0">
                <a:effectLst/>
                <a:latin typeface="var(--font-din)"/>
              </a:rPr>
              <a:t> in </a:t>
            </a:r>
            <a:r>
              <a:rPr lang="en-US" b="1" i="0" dirty="0">
                <a:effectLst/>
                <a:latin typeface="var(--font-din)"/>
              </a:rPr>
              <a:t>Interface </a:t>
            </a:r>
            <a:r>
              <a:rPr lang="en-US" b="0" i="0" dirty="0">
                <a:effectLst/>
                <a:latin typeface="var(--font-din)"/>
              </a:rPr>
              <a:t>are those methods, which are defined in the interface with the keyword static. Unlike other methods in Interface, these static methods contain the complete definition of the function and since the definition is complete and the method is static, therefore these methods cannot be overridden or changed in the implementation class.</a:t>
            </a:r>
          </a:p>
          <a:p>
            <a:pPr algn="l" fontAlgn="base"/>
            <a:r>
              <a:rPr lang="en-US" b="0" i="0" dirty="0">
                <a:effectLst/>
                <a:latin typeface="var(--font-din)"/>
              </a:rPr>
              <a:t>Similar to </a:t>
            </a:r>
            <a:r>
              <a:rPr lang="en-US" b="0" i="0" u="none" strike="noStrike" dirty="0">
                <a:solidFill>
                  <a:srgbClr val="EC4E20"/>
                </a:solidFill>
                <a:effectLst/>
                <a:latin typeface="var(--font-din)"/>
                <a:hlinkClick r:id="rId3"/>
              </a:rPr>
              <a:t>Default Method in Interface</a:t>
            </a:r>
            <a:r>
              <a:rPr lang="en-US" b="0" i="0" dirty="0">
                <a:effectLst/>
                <a:latin typeface="var(--font-din)"/>
              </a:rPr>
              <a:t>, the static method in an interface can be defined in the interface, but cannot be overridden in Implementation Classes. To use a static method, Interface name should be instantiated with it, as it is a part of the Interface only.</a:t>
            </a:r>
          </a:p>
          <a:p>
            <a:endParaRPr lang="en-US" dirty="0"/>
          </a:p>
          <a:p>
            <a:endParaRPr lang="en-US" dirty="0"/>
          </a:p>
          <a:p>
            <a:r>
              <a:rPr lang="en-US" b="0" i="0" dirty="0">
                <a:effectLst/>
                <a:latin typeface="urw-din"/>
              </a:rPr>
              <a:t>Before Java 8, interfaces could have only abstract methods. The implementation of these methods has to be provided in a separate class. So, if a new method is to be added in an interface, then its implementation code has to be provided in the class implementing the same interface. To overcome this issue, Java 8 has introduced the concept of default methods which allow the interfaces to have methods with implementation without affecting the classes that implement the interface.</a:t>
            </a:r>
            <a:endParaRPr lang="en-US" dirty="0"/>
          </a:p>
        </p:txBody>
      </p:sp>
    </p:spTree>
    <p:extLst>
      <p:ext uri="{BB962C8B-B14F-4D97-AF65-F5344CB8AC3E}">
        <p14:creationId xmlns:p14="http://schemas.microsoft.com/office/powerpoint/2010/main" val="3167805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6274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georgia" panose="02040502050405020303" pitchFamily="18" charset="0"/>
              </a:rPr>
              <a:t>Predicates in Java are implemented with interfaces. </a:t>
            </a:r>
            <a:r>
              <a:rPr lang="en-US" dirty="0"/>
              <a:t>Predicate&lt;T&gt;</a:t>
            </a:r>
            <a:r>
              <a:rPr lang="en-US" b="0" i="0" dirty="0">
                <a:solidFill>
                  <a:srgbClr val="000000"/>
                </a:solidFill>
                <a:effectLst/>
                <a:latin typeface="georgia" panose="02040502050405020303" pitchFamily="18" charset="0"/>
              </a:rPr>
              <a:t> is a generic functional interface representing a single argument function that returns a </a:t>
            </a:r>
            <a:r>
              <a:rPr lang="en-US" b="0" i="0" dirty="0" err="1">
                <a:solidFill>
                  <a:srgbClr val="000000"/>
                </a:solidFill>
                <a:effectLst/>
                <a:latin typeface="georgia" panose="02040502050405020303" pitchFamily="18" charset="0"/>
              </a:rPr>
              <a:t>boolean</a:t>
            </a:r>
            <a:r>
              <a:rPr lang="en-US" b="0" i="0" dirty="0">
                <a:solidFill>
                  <a:srgbClr val="000000"/>
                </a:solidFill>
                <a:effectLst/>
                <a:latin typeface="georgia" panose="02040502050405020303" pitchFamily="18" charset="0"/>
              </a:rPr>
              <a:t> value. It is located in the </a:t>
            </a:r>
            <a:r>
              <a:rPr lang="en-US" dirty="0" err="1"/>
              <a:t>java.util.function</a:t>
            </a:r>
            <a:r>
              <a:rPr lang="en-US" b="0" i="0" dirty="0">
                <a:solidFill>
                  <a:srgbClr val="000000"/>
                </a:solidFill>
                <a:effectLst/>
                <a:latin typeface="georgia" panose="02040502050405020303" pitchFamily="18" charset="0"/>
              </a:rPr>
              <a:t> package. It contains a </a:t>
            </a:r>
            <a:r>
              <a:rPr lang="en-US" dirty="0"/>
              <a:t>test(T t)</a:t>
            </a:r>
            <a:r>
              <a:rPr lang="en-US" b="0" i="0" dirty="0">
                <a:solidFill>
                  <a:srgbClr val="000000"/>
                </a:solidFill>
                <a:effectLst/>
                <a:latin typeface="georgia" panose="02040502050405020303" pitchFamily="18" charset="0"/>
              </a:rPr>
              <a:t> method that evaluates the predicate on the given argument.</a:t>
            </a:r>
          </a:p>
          <a:p>
            <a:endParaRPr lang="en-US" dirty="0"/>
          </a:p>
          <a:p>
            <a:r>
              <a:rPr lang="en-US" b="0" i="0" dirty="0">
                <a:solidFill>
                  <a:srgbClr val="000000"/>
                </a:solidFill>
                <a:effectLst/>
                <a:latin typeface="Arial" panose="020B0604020202020204" pitchFamily="34" charset="0"/>
              </a:rPr>
              <a:t>A </a:t>
            </a:r>
            <a:r>
              <a:rPr lang="en-US" b="1" i="0" dirty="0">
                <a:solidFill>
                  <a:srgbClr val="000000"/>
                </a:solidFill>
                <a:effectLst/>
                <a:latin typeface="Arial" panose="020B0604020202020204" pitchFamily="34" charset="0"/>
              </a:rPr>
              <a:t>Predicate&lt;T&gt;</a:t>
            </a:r>
            <a:r>
              <a:rPr lang="en-US" b="0" i="0" dirty="0">
                <a:solidFill>
                  <a:srgbClr val="000000"/>
                </a:solidFill>
                <a:effectLst/>
                <a:latin typeface="Arial" panose="020B0604020202020204" pitchFamily="34" charset="0"/>
              </a:rPr>
              <a:t> interface defined in </a:t>
            </a:r>
            <a:r>
              <a:rPr lang="en-US" b="1" i="0" dirty="0" err="1">
                <a:solidFill>
                  <a:srgbClr val="000000"/>
                </a:solidFill>
                <a:effectLst/>
                <a:latin typeface="Arial" panose="020B0604020202020204" pitchFamily="34" charset="0"/>
              </a:rPr>
              <a:t>java.util.function</a:t>
            </a:r>
            <a:r>
              <a:rPr lang="en-US" b="0" i="0" dirty="0">
                <a:solidFill>
                  <a:srgbClr val="000000"/>
                </a:solidFill>
                <a:effectLst/>
                <a:latin typeface="Arial" panose="020B0604020202020204" pitchFamily="34" charset="0"/>
              </a:rPr>
              <a:t> package. It represents a </a:t>
            </a:r>
            <a:r>
              <a:rPr lang="en-US" b="1" i="0" dirty="0" err="1">
                <a:solidFill>
                  <a:srgbClr val="000000"/>
                </a:solidFill>
                <a:effectLst/>
                <a:latin typeface="Arial" panose="020B0604020202020204" pitchFamily="34" charset="0"/>
              </a:rPr>
              <a:t>boolean</a:t>
            </a:r>
            <a:r>
              <a:rPr lang="en-US" b="1" i="0" dirty="0">
                <a:solidFill>
                  <a:srgbClr val="000000"/>
                </a:solidFill>
                <a:effectLst/>
                <a:latin typeface="Arial" panose="020B0604020202020204" pitchFamily="34" charset="0"/>
              </a:rPr>
              <a:t>-valued </a:t>
            </a:r>
            <a:r>
              <a:rPr lang="en-US" b="0" i="0" dirty="0">
                <a:solidFill>
                  <a:srgbClr val="000000"/>
                </a:solidFill>
                <a:effectLst/>
                <a:latin typeface="Arial" panose="020B0604020202020204" pitchFamily="34" charset="0"/>
              </a:rPr>
              <a:t>function with </a:t>
            </a:r>
            <a:r>
              <a:rPr lang="en-US" b="1" i="0" dirty="0">
                <a:solidFill>
                  <a:srgbClr val="000000"/>
                </a:solidFill>
                <a:effectLst/>
                <a:latin typeface="Arial" panose="020B0604020202020204" pitchFamily="34" charset="0"/>
              </a:rPr>
              <a:t>one </a:t>
            </a:r>
            <a:r>
              <a:rPr lang="en-US" b="0" i="0" dirty="0">
                <a:solidFill>
                  <a:srgbClr val="000000"/>
                </a:solidFill>
                <a:effectLst/>
                <a:latin typeface="Arial" panose="020B0604020202020204" pitchFamily="34" charset="0"/>
              </a:rPr>
              <a:t>argument. It is kind of a </a:t>
            </a:r>
            <a:r>
              <a:rPr lang="en-US" b="1" i="0" dirty="0">
                <a:solidFill>
                  <a:srgbClr val="000000"/>
                </a:solidFill>
                <a:effectLst/>
                <a:latin typeface="Arial" panose="020B0604020202020204" pitchFamily="34" charset="0"/>
              </a:rPr>
              <a:t>functional </a:t>
            </a:r>
            <a:r>
              <a:rPr lang="en-US" b="0" i="0" dirty="0">
                <a:solidFill>
                  <a:srgbClr val="000000"/>
                </a:solidFill>
                <a:effectLst/>
                <a:latin typeface="Arial" panose="020B0604020202020204" pitchFamily="34" charset="0"/>
              </a:rPr>
              <a:t>interface whose functional method is the </a:t>
            </a:r>
            <a:r>
              <a:rPr lang="en-US" b="1" i="0" dirty="0">
                <a:solidFill>
                  <a:srgbClr val="000000"/>
                </a:solidFill>
                <a:effectLst/>
                <a:latin typeface="Arial" panose="020B0604020202020204" pitchFamily="34" charset="0"/>
              </a:rPr>
              <a:t>test(). </a:t>
            </a:r>
          </a:p>
          <a:p>
            <a:endParaRPr lang="en-US" b="1" i="0" dirty="0">
              <a:solidFill>
                <a:srgbClr val="000000"/>
              </a:solidFill>
              <a:effectLst/>
              <a:latin typeface="Arial" panose="020B0604020202020204" pitchFamily="34" charset="0"/>
            </a:endParaRPr>
          </a:p>
          <a:p>
            <a:r>
              <a:rPr lang="en-US" b="1" i="0" dirty="0" err="1">
                <a:solidFill>
                  <a:srgbClr val="000000"/>
                </a:solidFill>
                <a:effectLst/>
                <a:latin typeface="Arial" panose="020B0604020202020204" pitchFamily="34" charset="0"/>
              </a:rPr>
              <a:t>BiPredicate</a:t>
            </a:r>
            <a:r>
              <a:rPr lang="en-US" b="1" i="0" dirty="0">
                <a:solidFill>
                  <a:srgbClr val="000000"/>
                </a:solidFill>
                <a:effectLst/>
                <a:latin typeface="Arial" panose="020B0604020202020204" pitchFamily="34" charset="0"/>
              </a:rPr>
              <a:t>&lt;T, U&gt; </a:t>
            </a:r>
            <a:r>
              <a:rPr lang="en-US" b="0" i="0" dirty="0">
                <a:solidFill>
                  <a:srgbClr val="000000"/>
                </a:solidFill>
                <a:effectLst/>
                <a:latin typeface="Arial" panose="020B0604020202020204" pitchFamily="34" charset="0"/>
              </a:rPr>
              <a:t>interface is similar to the </a:t>
            </a:r>
            <a:r>
              <a:rPr lang="en-US" b="1" i="0" dirty="0">
                <a:solidFill>
                  <a:srgbClr val="000000"/>
                </a:solidFill>
                <a:effectLst/>
                <a:latin typeface="Arial" panose="020B0604020202020204" pitchFamily="34" charset="0"/>
              </a:rPr>
              <a:t>Predicate&lt;T&gt;</a:t>
            </a:r>
            <a:r>
              <a:rPr lang="en-US" b="0" i="0" dirty="0">
                <a:solidFill>
                  <a:srgbClr val="000000"/>
                </a:solidFill>
                <a:effectLst/>
                <a:latin typeface="Arial" panose="020B0604020202020204" pitchFamily="34" charset="0"/>
              </a:rPr>
              <a:t> interface with </a:t>
            </a:r>
            <a:r>
              <a:rPr lang="en-US" b="1" i="0" dirty="0">
                <a:solidFill>
                  <a:srgbClr val="000000"/>
                </a:solidFill>
                <a:effectLst/>
                <a:latin typeface="Arial" panose="020B0604020202020204" pitchFamily="34" charset="0"/>
              </a:rPr>
              <a:t>two </a:t>
            </a:r>
            <a:r>
              <a:rPr lang="en-US" b="0" i="0" dirty="0">
                <a:solidFill>
                  <a:srgbClr val="000000"/>
                </a:solidFill>
                <a:effectLst/>
                <a:latin typeface="Arial" panose="020B0604020202020204" pitchFamily="34" charset="0"/>
              </a:rPr>
              <a:t>arguments. It can be used as an </a:t>
            </a:r>
            <a:r>
              <a:rPr lang="en-US" b="1" i="0" dirty="0">
                <a:solidFill>
                  <a:srgbClr val="000000"/>
                </a:solidFill>
                <a:effectLst/>
                <a:latin typeface="Arial" panose="020B0604020202020204" pitchFamily="34" charset="0"/>
              </a:rPr>
              <a:t>assignment target </a:t>
            </a:r>
            <a:r>
              <a:rPr lang="en-US" b="0" i="0" dirty="0">
                <a:solidFill>
                  <a:srgbClr val="000000"/>
                </a:solidFill>
                <a:effectLst/>
                <a:latin typeface="Arial" panose="020B0604020202020204" pitchFamily="34" charset="0"/>
              </a:rPr>
              <a:t>for a </a:t>
            </a:r>
            <a:r>
              <a:rPr lang="en-US" b="1" i="0" dirty="0">
                <a:solidFill>
                  <a:srgbClr val="000000"/>
                </a:solidFill>
                <a:effectLst/>
                <a:latin typeface="Arial" panose="020B0604020202020204" pitchFamily="34" charset="0"/>
              </a:rPr>
              <a:t>lambda expression</a:t>
            </a:r>
            <a:r>
              <a:rPr lang="en-US" b="0" i="0" dirty="0">
                <a:solidFill>
                  <a:srgbClr val="000000"/>
                </a:solidFill>
                <a:effectLst/>
                <a:latin typeface="Arial" panose="020B0604020202020204" pitchFamily="34" charset="0"/>
              </a:rPr>
              <a:t>.</a:t>
            </a:r>
            <a:endParaRPr lang="en-US" dirty="0"/>
          </a:p>
        </p:txBody>
      </p:sp>
    </p:spTree>
    <p:extLst>
      <p:ext uri="{BB962C8B-B14F-4D97-AF65-F5344CB8AC3E}">
        <p14:creationId xmlns:p14="http://schemas.microsoft.com/office/powerpoint/2010/main" val="1918851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Verdana" panose="020B0604030504040204" pitchFamily="34" charset="0"/>
              </a:rPr>
              <a:t>A lambda expression is a short block of code which takes in parameters and returns a value. Lambda expressions are similar to methods, but they do not need a name and they can be implemented right in the body of a method.</a:t>
            </a:r>
          </a:p>
          <a:p>
            <a:pPr algn="l"/>
            <a:r>
              <a:rPr lang="en-US" b="0" i="0" dirty="0">
                <a:solidFill>
                  <a:srgbClr val="000000"/>
                </a:solidFill>
                <a:effectLst/>
                <a:latin typeface="Segoe UI" panose="020B0502040204020203" pitchFamily="34" charset="0"/>
              </a:rPr>
              <a:t>Syntax</a:t>
            </a:r>
          </a:p>
          <a:p>
            <a:pPr algn="l"/>
            <a:r>
              <a:rPr lang="en-US" b="0" i="0" dirty="0">
                <a:solidFill>
                  <a:srgbClr val="000000"/>
                </a:solidFill>
                <a:effectLst/>
                <a:latin typeface="Verdana" panose="020B0604030504040204" pitchFamily="34" charset="0"/>
              </a:rPr>
              <a:t>The simplest lambda expression contains a single parameter and an expression:</a:t>
            </a:r>
          </a:p>
          <a:p>
            <a:pPr algn="l"/>
            <a:r>
              <a:rPr lang="en-US" b="0" i="1" dirty="0">
                <a:solidFill>
                  <a:srgbClr val="000000"/>
                </a:solidFill>
                <a:effectLst/>
                <a:latin typeface="Verdana" panose="020B0604030504040204" pitchFamily="34" charset="0"/>
              </a:rPr>
              <a:t>parameter</a:t>
            </a:r>
            <a:r>
              <a:rPr lang="en-US" b="0" i="0" dirty="0">
                <a:solidFill>
                  <a:srgbClr val="000000"/>
                </a:solidFill>
                <a:effectLst/>
                <a:latin typeface="Verdana" panose="020B0604030504040204" pitchFamily="34" charset="0"/>
              </a:rPr>
              <a:t> </a:t>
            </a:r>
            <a:r>
              <a:rPr lang="en-US" b="0" i="0" dirty="0">
                <a:solidFill>
                  <a:srgbClr val="9A6E3A"/>
                </a:solidFill>
                <a:effectLst/>
                <a:latin typeface="Verdana" panose="020B0604030504040204" pitchFamily="34" charset="0"/>
              </a:rPr>
              <a:t>-&gt;</a:t>
            </a:r>
            <a:r>
              <a:rPr lang="en-US" b="0" i="0" dirty="0">
                <a:solidFill>
                  <a:srgbClr val="000000"/>
                </a:solidFill>
                <a:effectLst/>
                <a:latin typeface="Verdana" panose="020B0604030504040204" pitchFamily="34" charset="0"/>
              </a:rPr>
              <a:t> </a:t>
            </a:r>
            <a:r>
              <a:rPr lang="en-US" b="0" i="1" dirty="0">
                <a:solidFill>
                  <a:srgbClr val="000000"/>
                </a:solidFill>
                <a:effectLst/>
                <a:latin typeface="Verdana" panose="020B0604030504040204" pitchFamily="34" charset="0"/>
              </a:rPr>
              <a:t>expression</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To use more than one parameter, wrap them in parentheses:</a:t>
            </a:r>
          </a:p>
          <a:p>
            <a:pPr algn="l"/>
            <a:r>
              <a:rPr lang="en-US" b="0" i="1" dirty="0">
                <a:solidFill>
                  <a:srgbClr val="999999"/>
                </a:solidFill>
                <a:effectLst/>
                <a:latin typeface="Verdana" panose="020B0604030504040204" pitchFamily="34" charset="0"/>
              </a:rPr>
              <a:t>(</a:t>
            </a:r>
            <a:r>
              <a:rPr lang="en-US" b="0" i="1" dirty="0">
                <a:solidFill>
                  <a:srgbClr val="000000"/>
                </a:solidFill>
                <a:effectLst/>
                <a:latin typeface="Verdana" panose="020B0604030504040204" pitchFamily="34" charset="0"/>
              </a:rPr>
              <a:t>parameter1</a:t>
            </a:r>
            <a:r>
              <a:rPr lang="en-US" b="0" i="1" dirty="0">
                <a:solidFill>
                  <a:srgbClr val="999999"/>
                </a:solidFill>
                <a:effectLst/>
                <a:latin typeface="Verdana" panose="020B0604030504040204" pitchFamily="34" charset="0"/>
              </a:rPr>
              <a:t>,</a:t>
            </a:r>
            <a:r>
              <a:rPr lang="en-US" b="0" i="1" dirty="0">
                <a:solidFill>
                  <a:srgbClr val="000000"/>
                </a:solidFill>
                <a:effectLst/>
                <a:latin typeface="Verdana" panose="020B0604030504040204" pitchFamily="34" charset="0"/>
              </a:rPr>
              <a:t> parameter2</a:t>
            </a:r>
            <a:r>
              <a:rPr lang="en-US" b="0" i="1" dirty="0">
                <a:solidFill>
                  <a:srgbClr val="999999"/>
                </a:solidFill>
                <a:effectLst/>
                <a:latin typeface="Verdana" panose="020B0604030504040204" pitchFamily="34" charset="0"/>
              </a:rPr>
              <a:t>)</a:t>
            </a:r>
            <a:r>
              <a:rPr lang="en-US" b="0" i="0" dirty="0">
                <a:solidFill>
                  <a:srgbClr val="000000"/>
                </a:solidFill>
                <a:effectLst/>
                <a:latin typeface="Verdana" panose="020B0604030504040204" pitchFamily="34" charset="0"/>
              </a:rPr>
              <a:t> </a:t>
            </a:r>
            <a:r>
              <a:rPr lang="en-US" b="0" i="0" dirty="0">
                <a:solidFill>
                  <a:srgbClr val="9A6E3A"/>
                </a:solidFill>
                <a:effectLst/>
                <a:latin typeface="Verdana" panose="020B0604030504040204" pitchFamily="34" charset="0"/>
              </a:rPr>
              <a:t>-&gt;</a:t>
            </a:r>
            <a:r>
              <a:rPr lang="en-US" b="0" i="0" dirty="0">
                <a:solidFill>
                  <a:srgbClr val="000000"/>
                </a:solidFill>
                <a:effectLst/>
                <a:latin typeface="Verdana" panose="020B0604030504040204" pitchFamily="34" charset="0"/>
              </a:rPr>
              <a:t> </a:t>
            </a:r>
            <a:r>
              <a:rPr lang="en-US" b="0" i="1" dirty="0">
                <a:solidFill>
                  <a:srgbClr val="000000"/>
                </a:solidFill>
                <a:effectLst/>
                <a:latin typeface="Verdana" panose="020B0604030504040204" pitchFamily="34" charset="0"/>
              </a:rPr>
              <a:t>expression</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Expressions are limited. They have to immediately return a value, and they cannot contain variables, assignments or statements such as if or for. In order to do more complex operations, a code block can be used with curly braces. If the lambda expression needs to return a value, then the code block should have a return statement.</a:t>
            </a:r>
          </a:p>
          <a:p>
            <a:pPr algn="l"/>
            <a:r>
              <a:rPr lang="en-US" b="0" i="1" dirty="0">
                <a:solidFill>
                  <a:srgbClr val="999999"/>
                </a:solidFill>
                <a:effectLst/>
                <a:latin typeface="Verdana" panose="020B0604030504040204" pitchFamily="34" charset="0"/>
              </a:rPr>
              <a:t>(</a:t>
            </a:r>
            <a:r>
              <a:rPr lang="en-US" b="0" i="1" dirty="0">
                <a:solidFill>
                  <a:srgbClr val="000000"/>
                </a:solidFill>
                <a:effectLst/>
                <a:latin typeface="Verdana" panose="020B0604030504040204" pitchFamily="34" charset="0"/>
              </a:rPr>
              <a:t>parameter1</a:t>
            </a:r>
            <a:r>
              <a:rPr lang="en-US" b="0" i="1" dirty="0">
                <a:solidFill>
                  <a:srgbClr val="999999"/>
                </a:solidFill>
                <a:effectLst/>
                <a:latin typeface="Verdana" panose="020B0604030504040204" pitchFamily="34" charset="0"/>
              </a:rPr>
              <a:t>,</a:t>
            </a:r>
            <a:r>
              <a:rPr lang="en-US" b="0" i="1" dirty="0">
                <a:solidFill>
                  <a:srgbClr val="000000"/>
                </a:solidFill>
                <a:effectLst/>
                <a:latin typeface="Verdana" panose="020B0604030504040204" pitchFamily="34" charset="0"/>
              </a:rPr>
              <a:t> parameter2</a:t>
            </a:r>
            <a:r>
              <a:rPr lang="en-US" b="0" i="1" dirty="0">
                <a:solidFill>
                  <a:srgbClr val="999999"/>
                </a:solidFill>
                <a:effectLst/>
                <a:latin typeface="Verdana" panose="020B0604030504040204" pitchFamily="34" charset="0"/>
              </a:rPr>
              <a:t>)</a:t>
            </a:r>
            <a:r>
              <a:rPr lang="en-US" b="0" i="0" dirty="0">
                <a:solidFill>
                  <a:srgbClr val="000000"/>
                </a:solidFill>
                <a:effectLst/>
                <a:latin typeface="Verdana" panose="020B0604030504040204" pitchFamily="34" charset="0"/>
              </a:rPr>
              <a:t> </a:t>
            </a:r>
            <a:r>
              <a:rPr lang="en-US" b="0" i="0" dirty="0">
                <a:solidFill>
                  <a:srgbClr val="9A6E3A"/>
                </a:solidFill>
                <a:effectLst/>
                <a:latin typeface="Verdana" panose="020B0604030504040204" pitchFamily="34" charset="0"/>
              </a:rPr>
              <a:t>-&gt;</a:t>
            </a:r>
            <a:r>
              <a:rPr lang="en-US" b="0" i="0" dirty="0">
                <a:solidFill>
                  <a:srgbClr val="000000"/>
                </a:solidFill>
                <a:effectLst/>
                <a:latin typeface="Verdana" panose="020B0604030504040204" pitchFamily="34" charset="0"/>
              </a:rPr>
              <a:t> </a:t>
            </a:r>
            <a:r>
              <a:rPr lang="en-US" b="0" i="0" dirty="0">
                <a:solidFill>
                  <a:srgbClr val="999999"/>
                </a:solidFill>
                <a:effectLst/>
                <a:latin typeface="Verdana" panose="020B0604030504040204" pitchFamily="34" charset="0"/>
              </a:rPr>
              <a:t>{</a:t>
            </a:r>
            <a:r>
              <a:rPr lang="en-US" b="0" i="0" dirty="0">
                <a:solidFill>
                  <a:srgbClr val="000000"/>
                </a:solidFill>
                <a:effectLst/>
                <a:latin typeface="Verdana" panose="020B0604030504040204" pitchFamily="34" charset="0"/>
              </a:rPr>
              <a:t> </a:t>
            </a:r>
            <a:r>
              <a:rPr lang="en-US" b="0" i="1" dirty="0">
                <a:solidFill>
                  <a:srgbClr val="000000"/>
                </a:solidFill>
                <a:effectLst/>
                <a:latin typeface="Verdana" panose="020B0604030504040204" pitchFamily="34" charset="0"/>
              </a:rPr>
              <a:t>code block</a:t>
            </a:r>
            <a:r>
              <a:rPr lang="en-US" b="0" i="0" dirty="0">
                <a:solidFill>
                  <a:srgbClr val="000000"/>
                </a:solidFill>
                <a:effectLst/>
                <a:latin typeface="Verdana" panose="020B0604030504040204" pitchFamily="34" charset="0"/>
              </a:rPr>
              <a:t> </a:t>
            </a:r>
            <a:r>
              <a:rPr lang="en-US" b="0" i="0" dirty="0">
                <a:solidFill>
                  <a:srgbClr val="999999"/>
                </a:solidFill>
                <a:effectLst/>
                <a:latin typeface="Verdana" panose="020B0604030504040204" pitchFamily="34" charset="0"/>
              </a:rPr>
              <a:t>}</a:t>
            </a:r>
            <a:endParaRPr lang="en-US" b="0" i="0" dirty="0">
              <a:solidFill>
                <a:srgbClr val="000000"/>
              </a:solidFill>
              <a:effectLst/>
              <a:latin typeface="Verdana" panose="020B0604030504040204" pitchFamily="34" charset="0"/>
            </a:endParaRPr>
          </a:p>
          <a:p>
            <a:endParaRPr lang="en-US" dirty="0"/>
          </a:p>
        </p:txBody>
      </p:sp>
    </p:spTree>
    <p:extLst>
      <p:ext uri="{BB962C8B-B14F-4D97-AF65-F5344CB8AC3E}">
        <p14:creationId xmlns:p14="http://schemas.microsoft.com/office/powerpoint/2010/main" val="239520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Segoe UI" panose="020B0502040204020203" pitchFamily="34" charset="0"/>
              </a:rPr>
              <a:t>Java Lambda Expressions</a:t>
            </a:r>
          </a:p>
          <a:p>
            <a:pPr algn="l"/>
            <a:r>
              <a:rPr lang="en-US" b="0" i="0" dirty="0">
                <a:solidFill>
                  <a:srgbClr val="000000"/>
                </a:solidFill>
                <a:effectLst/>
                <a:latin typeface="Verdana" panose="020B0604030504040204" pitchFamily="34" charset="0"/>
              </a:rPr>
              <a:t>Lambda Expressions were added in Java 8.</a:t>
            </a:r>
          </a:p>
          <a:p>
            <a:pPr algn="l"/>
            <a:r>
              <a:rPr lang="en-US" b="0" i="0" dirty="0">
                <a:solidFill>
                  <a:srgbClr val="000000"/>
                </a:solidFill>
                <a:effectLst/>
                <a:latin typeface="Verdana" panose="020B0604030504040204" pitchFamily="34" charset="0"/>
              </a:rPr>
              <a:t>A lambda expression is a short block of code which takes in parameters and returns a value. Lambda expressions are similar to methods, but they do not need a name and they can be implemented right in the body of a method.</a:t>
            </a:r>
          </a:p>
          <a:p>
            <a:pPr algn="l"/>
            <a:r>
              <a:rPr lang="en-US" b="0" i="0" dirty="0">
                <a:solidFill>
                  <a:srgbClr val="000000"/>
                </a:solidFill>
                <a:effectLst/>
                <a:latin typeface="Segoe UI" panose="020B0502040204020203" pitchFamily="34" charset="0"/>
              </a:rPr>
              <a:t>Syntax</a:t>
            </a:r>
          </a:p>
          <a:p>
            <a:pPr algn="l"/>
            <a:r>
              <a:rPr lang="en-US" b="0" i="0" dirty="0">
                <a:solidFill>
                  <a:srgbClr val="000000"/>
                </a:solidFill>
                <a:effectLst/>
                <a:latin typeface="Verdana" panose="020B0604030504040204" pitchFamily="34" charset="0"/>
              </a:rPr>
              <a:t>The simplest lambda expression contains a single parameter and an expression:</a:t>
            </a:r>
          </a:p>
          <a:p>
            <a:pPr algn="l"/>
            <a:r>
              <a:rPr lang="en-US" b="1" i="1" dirty="0">
                <a:solidFill>
                  <a:srgbClr val="000000"/>
                </a:solidFill>
                <a:effectLst/>
                <a:latin typeface="Verdana" panose="020B0604030504040204" pitchFamily="34" charset="0"/>
              </a:rPr>
              <a:t>parameter</a:t>
            </a:r>
            <a:r>
              <a:rPr lang="en-US" b="1" i="0" dirty="0">
                <a:solidFill>
                  <a:srgbClr val="000000"/>
                </a:solidFill>
                <a:effectLst/>
                <a:latin typeface="Verdana" panose="020B0604030504040204" pitchFamily="34" charset="0"/>
              </a:rPr>
              <a:t> </a:t>
            </a:r>
            <a:r>
              <a:rPr lang="en-US" b="1" i="0" dirty="0">
                <a:solidFill>
                  <a:srgbClr val="9A6E3A"/>
                </a:solidFill>
                <a:effectLst/>
                <a:latin typeface="Verdana" panose="020B0604030504040204" pitchFamily="34" charset="0"/>
              </a:rPr>
              <a:t>-&gt;</a:t>
            </a:r>
            <a:r>
              <a:rPr lang="en-US" b="1" i="0" dirty="0">
                <a:solidFill>
                  <a:srgbClr val="000000"/>
                </a:solidFill>
                <a:effectLst/>
                <a:latin typeface="Verdana" panose="020B0604030504040204" pitchFamily="34" charset="0"/>
              </a:rPr>
              <a:t> </a:t>
            </a:r>
            <a:r>
              <a:rPr lang="en-US" b="1" i="1" dirty="0">
                <a:solidFill>
                  <a:srgbClr val="000000"/>
                </a:solidFill>
                <a:effectLst/>
                <a:latin typeface="Verdana" panose="020B0604030504040204" pitchFamily="34" charset="0"/>
              </a:rPr>
              <a:t>expression</a:t>
            </a:r>
            <a:endParaRPr lang="en-US" b="1"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To use more than one parameter, wrap them in parentheses:</a:t>
            </a:r>
          </a:p>
          <a:p>
            <a:pPr algn="l"/>
            <a:r>
              <a:rPr lang="en-US" b="1" i="1" dirty="0">
                <a:solidFill>
                  <a:srgbClr val="999999"/>
                </a:solidFill>
                <a:effectLst/>
                <a:latin typeface="Verdana" panose="020B0604030504040204" pitchFamily="34" charset="0"/>
              </a:rPr>
              <a:t>(</a:t>
            </a:r>
            <a:r>
              <a:rPr lang="en-US" b="1" i="1" dirty="0">
                <a:solidFill>
                  <a:srgbClr val="000000"/>
                </a:solidFill>
                <a:effectLst/>
                <a:latin typeface="Verdana" panose="020B0604030504040204" pitchFamily="34" charset="0"/>
              </a:rPr>
              <a:t>parameter1</a:t>
            </a:r>
            <a:r>
              <a:rPr lang="en-US" b="1" i="1" dirty="0">
                <a:solidFill>
                  <a:srgbClr val="999999"/>
                </a:solidFill>
                <a:effectLst/>
                <a:latin typeface="Verdana" panose="020B0604030504040204" pitchFamily="34" charset="0"/>
              </a:rPr>
              <a:t>,</a:t>
            </a:r>
            <a:r>
              <a:rPr lang="en-US" b="1" i="1" dirty="0">
                <a:solidFill>
                  <a:srgbClr val="000000"/>
                </a:solidFill>
                <a:effectLst/>
                <a:latin typeface="Verdana" panose="020B0604030504040204" pitchFamily="34" charset="0"/>
              </a:rPr>
              <a:t> parameter2</a:t>
            </a:r>
            <a:r>
              <a:rPr lang="en-US" b="1" i="1" dirty="0">
                <a:solidFill>
                  <a:srgbClr val="999999"/>
                </a:solidFill>
                <a:effectLst/>
                <a:latin typeface="Verdana" panose="020B0604030504040204" pitchFamily="34" charset="0"/>
              </a:rPr>
              <a:t>)</a:t>
            </a:r>
            <a:r>
              <a:rPr lang="en-US" b="1" i="0" dirty="0">
                <a:solidFill>
                  <a:srgbClr val="000000"/>
                </a:solidFill>
                <a:effectLst/>
                <a:latin typeface="Verdana" panose="020B0604030504040204" pitchFamily="34" charset="0"/>
              </a:rPr>
              <a:t> </a:t>
            </a:r>
            <a:r>
              <a:rPr lang="en-US" b="1" i="0" dirty="0">
                <a:solidFill>
                  <a:srgbClr val="9A6E3A"/>
                </a:solidFill>
                <a:effectLst/>
                <a:latin typeface="Verdana" panose="020B0604030504040204" pitchFamily="34" charset="0"/>
              </a:rPr>
              <a:t>-&gt;</a:t>
            </a:r>
            <a:r>
              <a:rPr lang="en-US" b="1" i="0" dirty="0">
                <a:solidFill>
                  <a:srgbClr val="000000"/>
                </a:solidFill>
                <a:effectLst/>
                <a:latin typeface="Verdana" panose="020B0604030504040204" pitchFamily="34" charset="0"/>
              </a:rPr>
              <a:t> </a:t>
            </a:r>
            <a:r>
              <a:rPr lang="en-US" b="1" i="1" dirty="0">
                <a:solidFill>
                  <a:srgbClr val="000000"/>
                </a:solidFill>
                <a:effectLst/>
                <a:latin typeface="Verdana" panose="020B0604030504040204" pitchFamily="34" charset="0"/>
              </a:rPr>
              <a:t>expression</a:t>
            </a:r>
            <a:endParaRPr lang="en-US" b="1"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Expressions are limited. They have to immediately return a value, and they cannot contain variables, assignments or statements such as if or for. In order to do more complex operations, a code block can be used with curly braces. If the lambda expression needs to return a value, then the code block should have a return statement.</a:t>
            </a:r>
          </a:p>
          <a:p>
            <a:pPr algn="l"/>
            <a:r>
              <a:rPr lang="en-US" b="0" i="1" dirty="0">
                <a:solidFill>
                  <a:srgbClr val="999999"/>
                </a:solidFill>
                <a:effectLst/>
                <a:latin typeface="Verdana" panose="020B0604030504040204" pitchFamily="34" charset="0"/>
              </a:rPr>
              <a:t>(</a:t>
            </a:r>
            <a:r>
              <a:rPr lang="en-US" b="0" i="1" dirty="0">
                <a:solidFill>
                  <a:srgbClr val="000000"/>
                </a:solidFill>
                <a:effectLst/>
                <a:latin typeface="Verdana" panose="020B0604030504040204" pitchFamily="34" charset="0"/>
              </a:rPr>
              <a:t>parameter1</a:t>
            </a:r>
            <a:r>
              <a:rPr lang="en-US" b="0" i="1" dirty="0">
                <a:solidFill>
                  <a:srgbClr val="999999"/>
                </a:solidFill>
                <a:effectLst/>
                <a:latin typeface="Verdana" panose="020B0604030504040204" pitchFamily="34" charset="0"/>
              </a:rPr>
              <a:t>,</a:t>
            </a:r>
            <a:r>
              <a:rPr lang="en-US" b="0" i="1" dirty="0">
                <a:solidFill>
                  <a:srgbClr val="000000"/>
                </a:solidFill>
                <a:effectLst/>
                <a:latin typeface="Verdana" panose="020B0604030504040204" pitchFamily="34" charset="0"/>
              </a:rPr>
              <a:t> parameter2</a:t>
            </a:r>
            <a:r>
              <a:rPr lang="en-US" b="0" i="1" dirty="0">
                <a:solidFill>
                  <a:srgbClr val="999999"/>
                </a:solidFill>
                <a:effectLst/>
                <a:latin typeface="Verdana" panose="020B0604030504040204" pitchFamily="34" charset="0"/>
              </a:rPr>
              <a:t>)</a:t>
            </a:r>
            <a:r>
              <a:rPr lang="en-US" b="0" i="0" dirty="0">
                <a:solidFill>
                  <a:srgbClr val="000000"/>
                </a:solidFill>
                <a:effectLst/>
                <a:latin typeface="Verdana" panose="020B0604030504040204" pitchFamily="34" charset="0"/>
              </a:rPr>
              <a:t> </a:t>
            </a:r>
            <a:r>
              <a:rPr lang="en-US" b="0" i="0" dirty="0">
                <a:solidFill>
                  <a:srgbClr val="9A6E3A"/>
                </a:solidFill>
                <a:effectLst/>
                <a:latin typeface="Verdana" panose="020B0604030504040204" pitchFamily="34" charset="0"/>
              </a:rPr>
              <a:t>-&gt;</a:t>
            </a:r>
            <a:r>
              <a:rPr lang="en-US" b="0" i="0" dirty="0">
                <a:solidFill>
                  <a:srgbClr val="000000"/>
                </a:solidFill>
                <a:effectLst/>
                <a:latin typeface="Verdana" panose="020B0604030504040204" pitchFamily="34" charset="0"/>
              </a:rPr>
              <a:t> </a:t>
            </a:r>
            <a:r>
              <a:rPr lang="en-US" b="0" i="0" dirty="0">
                <a:solidFill>
                  <a:srgbClr val="999999"/>
                </a:solidFill>
                <a:effectLst/>
                <a:latin typeface="Verdana" panose="020B0604030504040204" pitchFamily="34" charset="0"/>
              </a:rPr>
              <a:t>{</a:t>
            </a:r>
            <a:r>
              <a:rPr lang="en-US" b="0" i="0" dirty="0">
                <a:solidFill>
                  <a:srgbClr val="000000"/>
                </a:solidFill>
                <a:effectLst/>
                <a:latin typeface="Verdana" panose="020B0604030504040204" pitchFamily="34" charset="0"/>
              </a:rPr>
              <a:t> </a:t>
            </a:r>
            <a:r>
              <a:rPr lang="en-US" b="0" i="1" dirty="0">
                <a:solidFill>
                  <a:srgbClr val="000000"/>
                </a:solidFill>
                <a:effectLst/>
                <a:latin typeface="Verdana" panose="020B0604030504040204" pitchFamily="34" charset="0"/>
              </a:rPr>
              <a:t>code block</a:t>
            </a:r>
            <a:r>
              <a:rPr lang="en-US" b="0" i="0" dirty="0">
                <a:solidFill>
                  <a:srgbClr val="000000"/>
                </a:solidFill>
                <a:effectLst/>
                <a:latin typeface="Verdana" panose="020B0604030504040204" pitchFamily="34" charset="0"/>
              </a:rPr>
              <a:t> </a:t>
            </a:r>
            <a:r>
              <a:rPr lang="en-US" b="0" i="0" dirty="0">
                <a:solidFill>
                  <a:srgbClr val="999999"/>
                </a:solidFill>
                <a:effectLst/>
                <a:latin typeface="Verdana" panose="020B0604030504040204" pitchFamily="34" charset="0"/>
              </a:rPr>
              <a:t>}</a:t>
            </a:r>
            <a:endParaRPr lang="en-US" b="0" i="0" dirty="0">
              <a:solidFill>
                <a:srgbClr val="000000"/>
              </a:solidFill>
              <a:effectLst/>
              <a:latin typeface="Verdana" panose="020B0604030504040204" pitchFamily="34" charset="0"/>
            </a:endParaRPr>
          </a:p>
          <a:p>
            <a:endParaRPr lang="en-US" dirty="0"/>
          </a:p>
        </p:txBody>
      </p:sp>
    </p:spTree>
    <p:extLst>
      <p:ext uri="{BB962C8B-B14F-4D97-AF65-F5344CB8AC3E}">
        <p14:creationId xmlns:p14="http://schemas.microsoft.com/office/powerpoint/2010/main" val="3898228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49" y="1951038"/>
            <a:ext cx="8569325" cy="1066800"/>
          </a:xfrm>
          <a:prstGeom prst="rect">
            <a:avLst/>
          </a:prstGeom>
        </p:spPr>
        <p:txBody>
          <a:bodyPr/>
          <a:lstStyle>
            <a:lvl1pPr>
              <a:defRPr/>
            </a:lvl1pPr>
          </a:lstStyle>
          <a:p>
            <a:endParaRPr lang="en-US" dirty="0"/>
          </a:p>
        </p:txBody>
      </p:sp>
      <p:sp>
        <p:nvSpPr>
          <p:cNvPr id="3" name="Subtitle 2"/>
          <p:cNvSpPr>
            <a:spLocks noGrp="1"/>
          </p:cNvSpPr>
          <p:nvPr>
            <p:ph type="subTitle" idx="1"/>
          </p:nvPr>
        </p:nvSpPr>
        <p:spPr>
          <a:xfrm>
            <a:off x="1512888" y="4283075"/>
            <a:ext cx="7056437" cy="1931988"/>
          </a:xfrm>
          <a:prstGeom prst="rect">
            <a:avLst/>
          </a:prstGeo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932185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238" y="3398837"/>
            <a:ext cx="9069387" cy="3505200"/>
          </a:xfrm>
          <a:prstGeom prst="rect">
            <a:avLst/>
          </a:prstGeom>
        </p:spPr>
        <p:txBody>
          <a:bodyPr/>
          <a:lstStyle>
            <a:lvl1pPr marL="457200" indent="-457200">
              <a:buFont typeface="Wingdings" pitchFamily="2" charset="2"/>
              <a:buChar char="§"/>
              <a:defRPr/>
            </a:lvl1pPr>
            <a:lvl2pPr marL="914400" indent="-457200">
              <a:buFont typeface="Arial" pitchFamily="34" charset="0"/>
              <a:buChar char="•"/>
              <a:defRPr/>
            </a:lvl2pPr>
            <a:lvl3pPr marL="1257300" indent="-342900">
              <a:buFont typeface="Wingdings" pitchFamily="2" charset="2"/>
              <a:buChar char="§"/>
              <a:defRPr/>
            </a:lvl3pPr>
            <a:lvl4pPr marL="1714500" indent="-342900">
              <a:buFont typeface="Arial" pitchFamily="34" charset="0"/>
              <a:buChar char="•"/>
              <a:defRPr/>
            </a:lvl4pPr>
            <a:lvl5pPr marL="2171700" indent="-342900">
              <a:buFont typeface="Wingdings"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p:cNvSpPr>
            <a:spLocks noGrp="1"/>
          </p:cNvSpPr>
          <p:nvPr>
            <p:ph type="title"/>
          </p:nvPr>
        </p:nvSpPr>
        <p:spPr>
          <a:xfrm>
            <a:off x="1306512" y="1722437"/>
            <a:ext cx="7772401" cy="1260475"/>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1476304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a:xfrm>
            <a:off x="1230312" y="655638"/>
            <a:ext cx="7772401" cy="729430"/>
          </a:xfrm>
        </p:spPr>
        <p:txBody>
          <a:bodyPr/>
          <a:lstStyle/>
          <a:p>
            <a:r>
              <a:rPr lang="en-US" dirty="0"/>
              <a:t>Click to edit Master title style</a:t>
            </a:r>
          </a:p>
        </p:txBody>
      </p:sp>
      <p:sp>
        <p:nvSpPr>
          <p:cNvPr id="10" name="Text Placeholder 9"/>
          <p:cNvSpPr>
            <a:spLocks noGrp="1"/>
          </p:cNvSpPr>
          <p:nvPr>
            <p:ph type="body" sz="quarter" idx="10"/>
          </p:nvPr>
        </p:nvSpPr>
        <p:spPr>
          <a:xfrm>
            <a:off x="487167" y="1417637"/>
            <a:ext cx="9143999" cy="5486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6179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504031" y="2254867"/>
            <a:ext cx="4454027" cy="4498094"/>
          </a:xfrm>
        </p:spPr>
        <p:txBody>
          <a:bodyPr/>
          <a:lstStyle>
            <a:lvl1pPr>
              <a:defRPr sz="2646"/>
            </a:lvl1pPr>
            <a:lvl2pPr>
              <a:defRPr sz="2205"/>
            </a:lvl2pPr>
            <a:lvl3pPr>
              <a:defRPr sz="1984"/>
            </a:lvl3pPr>
            <a:lvl4pPr>
              <a:defRPr sz="1764"/>
            </a:lvl4pPr>
            <a:lvl5pPr>
              <a:defRPr sz="1764"/>
            </a:lvl5pPr>
            <a:lvl6pPr>
              <a:defRPr sz="1764"/>
            </a:lvl6pPr>
            <a:lvl7pPr>
              <a:defRPr sz="1764"/>
            </a:lvl7pPr>
            <a:lvl8pPr>
              <a:defRPr sz="1764"/>
            </a:lvl8pPr>
            <a:lvl9pPr>
              <a:defRPr sz="17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20818" y="2254867"/>
            <a:ext cx="4455776" cy="4498094"/>
          </a:xfrm>
        </p:spPr>
        <p:txBody>
          <a:bodyPr/>
          <a:lstStyle>
            <a:lvl1pPr>
              <a:defRPr sz="2646"/>
            </a:lvl1pPr>
            <a:lvl2pPr>
              <a:defRPr sz="2205"/>
            </a:lvl2pPr>
            <a:lvl3pPr>
              <a:defRPr sz="1984"/>
            </a:lvl3pPr>
            <a:lvl4pPr>
              <a:defRPr sz="1764"/>
            </a:lvl4pPr>
            <a:lvl5pPr>
              <a:defRPr sz="1764"/>
            </a:lvl5pPr>
            <a:lvl6pPr>
              <a:defRPr sz="1764"/>
            </a:lvl6pPr>
            <a:lvl7pPr>
              <a:defRPr sz="1764"/>
            </a:lvl7pPr>
            <a:lvl8pPr>
              <a:defRPr sz="1764"/>
            </a:lvl8pPr>
            <a:lvl9pPr>
              <a:defRPr sz="17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504031" y="7307290"/>
            <a:ext cx="2525762" cy="252385"/>
          </a:xfrm>
          <a:prstGeom prst="rect">
            <a:avLst/>
          </a:prstGeom>
        </p:spPr>
        <p:txBody>
          <a:bodyPr/>
          <a:lstStyle/>
          <a:p>
            <a:fld id="{08908EE8-B58D-D04B-B12E-84381D5C12DC}" type="datetime4">
              <a:rPr lang="en-US" smtClean="0"/>
              <a:t>September 4, 2025</a:t>
            </a:fld>
            <a:endParaRPr lang="en-US"/>
          </a:p>
        </p:txBody>
      </p:sp>
      <p:sp>
        <p:nvSpPr>
          <p:cNvPr id="8" name="Footer Placeholder 7"/>
          <p:cNvSpPr>
            <a:spLocks noGrp="1"/>
          </p:cNvSpPr>
          <p:nvPr>
            <p:ph type="ftr" sz="quarter" idx="11"/>
          </p:nvPr>
        </p:nvSpPr>
        <p:spPr>
          <a:xfrm>
            <a:off x="895598" y="6915653"/>
            <a:ext cx="8680996" cy="334538"/>
          </a:xfrm>
          <a:prstGeom prst="rect">
            <a:avLst/>
          </a:prstGeom>
        </p:spPr>
        <p:txBody>
          <a:bodyPr/>
          <a:lstStyle/>
          <a:p>
            <a:r>
              <a:rPr lang="en-US"/>
              <a:t>Interfaces</a:t>
            </a:r>
          </a:p>
        </p:txBody>
      </p:sp>
      <p:sp>
        <p:nvSpPr>
          <p:cNvPr id="9" name="Slide Number Placeholder 8"/>
          <p:cNvSpPr>
            <a:spLocks noGrp="1"/>
          </p:cNvSpPr>
          <p:nvPr>
            <p:ph type="sldNum" sz="quarter" idx="12"/>
          </p:nvPr>
        </p:nvSpPr>
        <p:spPr>
          <a:xfrm>
            <a:off x="8372722" y="7309524"/>
            <a:ext cx="1203872" cy="250151"/>
          </a:xfrm>
          <a:prstGeom prst="rect">
            <a:avLst/>
          </a:prstGeom>
        </p:spPr>
        <p:txBody>
          <a:bodyPr/>
          <a:lstStyle/>
          <a:p>
            <a:fld id="{A85782A5-310D-064D-97B2-7CD9DCF5F4D7}" type="slidenum">
              <a:rPr lang="en-US" smtClean="0"/>
              <a:t>‹#›</a:t>
            </a:fld>
            <a:endParaRPr lang="en-US"/>
          </a:p>
        </p:txBody>
      </p:sp>
      <p:sp>
        <p:nvSpPr>
          <p:cNvPr id="11" name="Text Placeholder 2"/>
          <p:cNvSpPr>
            <a:spLocks noGrp="1"/>
          </p:cNvSpPr>
          <p:nvPr>
            <p:ph type="body" idx="1"/>
          </p:nvPr>
        </p:nvSpPr>
        <p:spPr>
          <a:xfrm>
            <a:off x="504031" y="1410327"/>
            <a:ext cx="4454027" cy="705219"/>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12" name="Text Placeholder 4"/>
          <p:cNvSpPr>
            <a:spLocks noGrp="1"/>
          </p:cNvSpPr>
          <p:nvPr>
            <p:ph type="body" sz="quarter" idx="3"/>
          </p:nvPr>
        </p:nvSpPr>
        <p:spPr>
          <a:xfrm>
            <a:off x="5120818" y="1410327"/>
            <a:ext cx="4455776" cy="705219"/>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Tree>
    <p:extLst>
      <p:ext uri="{BB962C8B-B14F-4D97-AF65-F5344CB8AC3E}">
        <p14:creationId xmlns:p14="http://schemas.microsoft.com/office/powerpoint/2010/main" val="2490958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504031" y="7307290"/>
            <a:ext cx="2525762" cy="252385"/>
          </a:xfrm>
          <a:prstGeom prst="rect">
            <a:avLst/>
          </a:prstGeom>
        </p:spPr>
        <p:txBody>
          <a:bodyPr/>
          <a:lstStyle/>
          <a:p>
            <a:fld id="{B616AE99-6C76-B544-9057-7C384FCB6C02}" type="datetime4">
              <a:rPr lang="en-US" smtClean="0"/>
              <a:t>September 4, 2025</a:t>
            </a:fld>
            <a:endParaRPr lang="en-US" dirty="0"/>
          </a:p>
        </p:txBody>
      </p:sp>
      <p:sp>
        <p:nvSpPr>
          <p:cNvPr id="4" name="Footer Placeholder 3"/>
          <p:cNvSpPr>
            <a:spLocks noGrp="1"/>
          </p:cNvSpPr>
          <p:nvPr>
            <p:ph type="ftr" sz="quarter" idx="11"/>
          </p:nvPr>
        </p:nvSpPr>
        <p:spPr>
          <a:xfrm>
            <a:off x="895598" y="6915653"/>
            <a:ext cx="8680996" cy="334538"/>
          </a:xfrm>
          <a:prstGeom prst="rect">
            <a:avLst/>
          </a:prstGeom>
        </p:spPr>
        <p:txBody>
          <a:bodyPr/>
          <a:lstStyle/>
          <a:p>
            <a:r>
              <a:rPr lang="en-US"/>
              <a:t>Interfaces</a:t>
            </a:r>
            <a:endParaRPr lang="en-US" dirty="0"/>
          </a:p>
        </p:txBody>
      </p:sp>
      <p:sp>
        <p:nvSpPr>
          <p:cNvPr id="5" name="Slide Number Placeholder 4"/>
          <p:cNvSpPr>
            <a:spLocks noGrp="1"/>
          </p:cNvSpPr>
          <p:nvPr>
            <p:ph type="sldNum" sz="quarter" idx="12"/>
          </p:nvPr>
        </p:nvSpPr>
        <p:spPr>
          <a:xfrm>
            <a:off x="8372722" y="7309524"/>
            <a:ext cx="1203872" cy="250151"/>
          </a:xfrm>
          <a:prstGeom prst="rect">
            <a:avLst/>
          </a:prstGeom>
        </p:spPr>
        <p:txBody>
          <a:bodyPr/>
          <a:lstStyle/>
          <a:p>
            <a:fld id="{A85782A5-310D-064D-97B2-7CD9DCF5F4D7}" type="slidenum">
              <a:rPr lang="en-US" smtClean="0"/>
              <a:pPr/>
              <a:t>‹#›</a:t>
            </a:fld>
            <a:endParaRPr lang="en-US" dirty="0"/>
          </a:p>
        </p:txBody>
      </p:sp>
    </p:spTree>
    <p:extLst>
      <p:ext uri="{BB962C8B-B14F-4D97-AF65-F5344CB8AC3E}">
        <p14:creationId xmlns:p14="http://schemas.microsoft.com/office/powerpoint/2010/main" val="21783287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8" name="Rectangle 8">
            <a:extLst>
              <a:ext uri="{FF2B5EF4-FFF2-40B4-BE49-F238E27FC236}">
                <a16:creationId xmlns:a16="http://schemas.microsoft.com/office/drawing/2014/main" id="{B9D9CB32-BDF9-4D6D-A87C-6E08D9474AFB}"/>
              </a:ext>
            </a:extLst>
          </p:cNvPr>
          <p:cNvSpPr>
            <a:spLocks noGrp="1" noChangeArrowheads="1"/>
          </p:cNvSpPr>
          <p:nvPr>
            <p:ph type="title"/>
          </p:nvPr>
        </p:nvSpPr>
        <p:spPr bwMode="auto">
          <a:xfrm>
            <a:off x="1196652" y="1580614"/>
            <a:ext cx="7772401" cy="104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US" dirty="0"/>
              <a:t>Click to edit the title text format</a:t>
            </a:r>
          </a:p>
        </p:txBody>
      </p:sp>
      <p:sp>
        <p:nvSpPr>
          <p:cNvPr id="13" name="Rectangle 9">
            <a:extLst>
              <a:ext uri="{FF2B5EF4-FFF2-40B4-BE49-F238E27FC236}">
                <a16:creationId xmlns:a16="http://schemas.microsoft.com/office/drawing/2014/main" id="{892413C1-E145-46D9-BDF4-3C6BB05EEAB5}"/>
              </a:ext>
            </a:extLst>
          </p:cNvPr>
          <p:cNvSpPr>
            <a:spLocks noGrp="1" noChangeArrowheads="1"/>
          </p:cNvSpPr>
          <p:nvPr>
            <p:ph type="body" idx="1"/>
          </p:nvPr>
        </p:nvSpPr>
        <p:spPr bwMode="auto">
          <a:xfrm>
            <a:off x="548158" y="2722405"/>
            <a:ext cx="9069387" cy="3134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dirty="0"/>
              <a:t>Click to edit the outline text format</a:t>
            </a:r>
          </a:p>
          <a:p>
            <a:pPr lvl="1"/>
            <a:r>
              <a:rPr lang="en-US" dirty="0"/>
              <a:t>Second Outline Level</a:t>
            </a:r>
          </a:p>
          <a:p>
            <a:pPr lvl="2"/>
            <a:r>
              <a:rPr lang="en-US" dirty="0"/>
              <a:t>Third Outline Level</a:t>
            </a:r>
          </a:p>
          <a:p>
            <a:pPr lvl="3"/>
            <a:r>
              <a:rPr lang="en-US" dirty="0"/>
              <a:t>Fourth Outline Level</a:t>
            </a:r>
          </a:p>
          <a:p>
            <a:pPr lvl="4"/>
            <a:r>
              <a:rPr lang="en-US" dirty="0"/>
              <a:t>Fifth Outline Level</a:t>
            </a:r>
          </a:p>
          <a:p>
            <a:pPr lvl="4"/>
            <a:r>
              <a:rPr lang="en-US" dirty="0"/>
              <a:t>Sixth Outline Level</a:t>
            </a:r>
          </a:p>
          <a:p>
            <a:pPr lvl="4"/>
            <a:r>
              <a:rPr lang="en-US" dirty="0"/>
              <a:t>Seventh Outline Level</a:t>
            </a:r>
          </a:p>
          <a:p>
            <a:pPr lvl="4"/>
            <a:r>
              <a:rPr lang="en-US" dirty="0"/>
              <a:t>Eighth Outline Level</a:t>
            </a:r>
          </a:p>
          <a:p>
            <a:pPr lvl="4"/>
            <a:r>
              <a:rPr lang="en-US" dirty="0"/>
              <a:t>Ninth Outline Level</a:t>
            </a:r>
          </a:p>
        </p:txBody>
      </p:sp>
      <p:sp>
        <p:nvSpPr>
          <p:cNvPr id="14" name="Rectangle 13">
            <a:extLst>
              <a:ext uri="{FF2B5EF4-FFF2-40B4-BE49-F238E27FC236}">
                <a16:creationId xmlns:a16="http://schemas.microsoft.com/office/drawing/2014/main" id="{F6D5F2CC-61BF-4B4F-B5C8-F6D945C623B4}"/>
              </a:ext>
            </a:extLst>
          </p:cNvPr>
          <p:cNvSpPr/>
          <p:nvPr userDrawn="1"/>
        </p:nvSpPr>
        <p:spPr bwMode="auto">
          <a:xfrm>
            <a:off x="-1" y="0"/>
            <a:ext cx="10080625" cy="1112837"/>
          </a:xfrm>
          <a:prstGeom prst="rect">
            <a:avLst/>
          </a:prstGeom>
          <a:solidFill>
            <a:srgbClr val="E3DE00">
              <a:alpha val="50196"/>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pPr>
            <a:endParaRPr kumimoji="0" lang="en-US" sz="2200" b="1" i="0" u="none" strike="noStrike" cap="none" normalizeH="0" baseline="0" dirty="0">
              <a:ln>
                <a:noFill/>
              </a:ln>
              <a:effectLst/>
              <a:latin typeface="Georgia" panose="02040502050405020303" pitchFamily="18" charset="0"/>
              <a:cs typeface="Cordia New" pitchFamily="34" charset="-34"/>
            </a:endParaRPr>
          </a:p>
        </p:txBody>
      </p:sp>
      <p:sp>
        <p:nvSpPr>
          <p:cNvPr id="15" name="Rectangle 14">
            <a:extLst>
              <a:ext uri="{FF2B5EF4-FFF2-40B4-BE49-F238E27FC236}">
                <a16:creationId xmlns:a16="http://schemas.microsoft.com/office/drawing/2014/main" id="{10ACCFFC-7B96-446B-B5EC-DBCBBD32FD97}"/>
              </a:ext>
            </a:extLst>
          </p:cNvPr>
          <p:cNvSpPr/>
          <p:nvPr userDrawn="1"/>
        </p:nvSpPr>
        <p:spPr bwMode="auto">
          <a:xfrm>
            <a:off x="-1" y="1112837"/>
            <a:ext cx="10080624" cy="366523"/>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pPr>
            <a:r>
              <a:rPr kumimoji="0" lang="en-US" sz="2000" b="1" i="0" u="none" strike="noStrike" cap="none" normalizeH="0" baseline="0" dirty="0">
                <a:ln>
                  <a:noFill/>
                </a:ln>
                <a:solidFill>
                  <a:schemeClr val="bg1"/>
                </a:solidFill>
                <a:effectLst/>
                <a:latin typeface="Georgia" panose="02040502050405020303" pitchFamily="18" charset="0"/>
                <a:cs typeface="Cordia New" pitchFamily="34" charset="-34"/>
              </a:rPr>
              <a:t>School of Computing &amp; Data Science</a:t>
            </a:r>
          </a:p>
        </p:txBody>
      </p:sp>
      <p:pic>
        <p:nvPicPr>
          <p:cNvPr id="16" name="Picture 2" descr="Branding Guidelines | Wentworth">
            <a:extLst>
              <a:ext uri="{FF2B5EF4-FFF2-40B4-BE49-F238E27FC236}">
                <a16:creationId xmlns:a16="http://schemas.microsoft.com/office/drawing/2014/main" id="{C559D3AF-BD20-44DC-8C1F-98AC6BFBDD40}"/>
              </a:ext>
            </a:extLst>
          </p:cNvPr>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l="3473" t="21401" r="2808" b="17625"/>
          <a:stretch/>
        </p:blipFill>
        <p:spPr bwMode="auto">
          <a:xfrm>
            <a:off x="1866078" y="122237"/>
            <a:ext cx="6705600" cy="88584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D22CA55-62BF-4C94-A272-3FD56DEED2DA}"/>
              </a:ext>
            </a:extLst>
          </p:cNvPr>
          <p:cNvPicPr>
            <a:picLocks noChangeAspect="1"/>
          </p:cNvPicPr>
          <p:nvPr userDrawn="1"/>
        </p:nvPicPr>
        <p:blipFill>
          <a:blip r:embed="rId5"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9155112" y="220079"/>
            <a:ext cx="588602" cy="705477"/>
          </a:xfrm>
          <a:prstGeom prst="rect">
            <a:avLst/>
          </a:prstGeom>
        </p:spPr>
      </p:pic>
      <p:pic>
        <p:nvPicPr>
          <p:cNvPr id="10" name="Picture 9">
            <a:extLst>
              <a:ext uri="{FF2B5EF4-FFF2-40B4-BE49-F238E27FC236}">
                <a16:creationId xmlns:a16="http://schemas.microsoft.com/office/drawing/2014/main" id="{D17B7479-6EEF-4822-B748-A3A59F1C80EE}"/>
              </a:ext>
            </a:extLst>
          </p:cNvPr>
          <p:cNvPicPr>
            <a:picLocks noChangeAspect="1"/>
          </p:cNvPicPr>
          <p:nvPr userDrawn="1"/>
        </p:nvPicPr>
        <p:blipFill>
          <a:blip r:embed="rId5"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548160" y="198437"/>
            <a:ext cx="588602" cy="705477"/>
          </a:xfrm>
          <a:prstGeom prst="rect">
            <a:avLst/>
          </a:prstGeom>
        </p:spPr>
      </p:pic>
    </p:spTree>
    <p:extLst>
      <p:ext uri="{BB962C8B-B14F-4D97-AF65-F5344CB8AC3E}">
        <p14:creationId xmlns:p14="http://schemas.microsoft.com/office/powerpoint/2010/main" val="3515345073"/>
      </p:ext>
    </p:extLst>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p:txStyles>
    <p:titleStyle>
      <a:lvl1pPr algn="ctr" defTabSz="449263" rtl="0" eaLnBrk="1" fontAlgn="base" hangingPunct="1">
        <a:lnSpc>
          <a:spcPct val="117000"/>
        </a:lnSpc>
        <a:spcBef>
          <a:spcPct val="0"/>
        </a:spcBef>
        <a:spcAft>
          <a:spcPct val="0"/>
        </a:spcAft>
        <a:buClr>
          <a:srgbClr val="000000"/>
        </a:buClr>
        <a:buSzPct val="100000"/>
        <a:buFont typeface="Times New Roman" pitchFamily="16" charset="0"/>
        <a:defRPr sz="3600">
          <a:solidFill>
            <a:srgbClr val="820000"/>
          </a:solidFill>
          <a:latin typeface="Tahoma" pitchFamily="34" charset="0"/>
          <a:ea typeface="Tahoma" pitchFamily="34" charset="0"/>
          <a:cs typeface="Tahoma" pitchFamily="34" charset="0"/>
        </a:defRPr>
      </a:lvl1pPr>
      <a:lvl2pPr marL="742950" indent="-28575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2pPr>
      <a:lvl3pPr marL="11430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3pPr>
      <a:lvl4pPr marL="16002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4pPr>
      <a:lvl5pPr marL="20574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5pPr>
      <a:lvl6pPr marL="25146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6pPr>
      <a:lvl7pPr marL="29718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7pPr>
      <a:lvl8pPr marL="34290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8pPr>
      <a:lvl9pPr marL="38862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9pPr>
    </p:titleStyle>
    <p:bodyStyle>
      <a:lvl1pPr marL="457200" indent="-274320" algn="l" defTabSz="449263" rtl="0" eaLnBrk="1" fontAlgn="base" hangingPunct="1">
        <a:lnSpc>
          <a:spcPct val="100000"/>
        </a:lnSpc>
        <a:spcBef>
          <a:spcPct val="0"/>
        </a:spcBef>
        <a:spcAft>
          <a:spcPts val="1413"/>
        </a:spcAft>
        <a:buClr>
          <a:srgbClr val="820000"/>
        </a:buClr>
        <a:buSzPct val="100000"/>
        <a:buFont typeface="Wingdings" pitchFamily="2" charset="2"/>
        <a:buChar char="§"/>
        <a:defRPr sz="3200">
          <a:solidFill>
            <a:srgbClr val="000000"/>
          </a:solidFill>
          <a:latin typeface="Tahoma" pitchFamily="34" charset="0"/>
          <a:ea typeface="Tahoma" pitchFamily="34" charset="0"/>
          <a:cs typeface="Tahoma" pitchFamily="34" charset="0"/>
        </a:defRPr>
      </a:lvl1pPr>
      <a:lvl2pPr marL="914400" indent="-274320" algn="l" defTabSz="449263" rtl="0" eaLnBrk="1" fontAlgn="base" hangingPunct="1">
        <a:lnSpc>
          <a:spcPct val="100000"/>
        </a:lnSpc>
        <a:spcBef>
          <a:spcPct val="0"/>
        </a:spcBef>
        <a:spcAft>
          <a:spcPts val="1138"/>
        </a:spcAft>
        <a:buClr>
          <a:srgbClr val="820000"/>
        </a:buClr>
        <a:buSzPct val="100000"/>
        <a:buFont typeface="Verdana" pitchFamily="34" charset="0"/>
        <a:buChar char="»"/>
        <a:defRPr sz="2800">
          <a:solidFill>
            <a:srgbClr val="000000"/>
          </a:solidFill>
          <a:latin typeface="Tahoma" pitchFamily="34" charset="0"/>
          <a:ea typeface="Tahoma" pitchFamily="34" charset="0"/>
          <a:cs typeface="Tahoma" pitchFamily="34" charset="0"/>
        </a:defRPr>
      </a:lvl2pPr>
      <a:lvl3pPr marL="1257300" indent="-274320" algn="l" defTabSz="449263" rtl="0" eaLnBrk="1" fontAlgn="base" hangingPunct="1">
        <a:lnSpc>
          <a:spcPct val="100000"/>
        </a:lnSpc>
        <a:spcBef>
          <a:spcPct val="0"/>
        </a:spcBef>
        <a:spcAft>
          <a:spcPts val="850"/>
        </a:spcAft>
        <a:buClr>
          <a:srgbClr val="820000"/>
        </a:buClr>
        <a:buSzPct val="100000"/>
        <a:buFont typeface="Wingdings" pitchFamily="2" charset="2"/>
        <a:buChar char="§"/>
        <a:defRPr sz="2400">
          <a:solidFill>
            <a:srgbClr val="000000"/>
          </a:solidFill>
          <a:latin typeface="Tahoma" pitchFamily="34" charset="0"/>
          <a:ea typeface="Tahoma" pitchFamily="34" charset="0"/>
          <a:cs typeface="Tahoma" pitchFamily="34" charset="0"/>
        </a:defRPr>
      </a:lvl3pPr>
      <a:lvl4pPr marL="1714500" indent="-342900" algn="l" defTabSz="449263" rtl="0" eaLnBrk="1" fontAlgn="base" hangingPunct="1">
        <a:lnSpc>
          <a:spcPct val="100000"/>
        </a:lnSpc>
        <a:spcBef>
          <a:spcPct val="0"/>
        </a:spcBef>
        <a:spcAft>
          <a:spcPts val="575"/>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4pPr>
      <a:lvl5pPr marL="2171700" indent="-342900" algn="l" defTabSz="449263" rtl="0" eaLnBrk="1" fontAlgn="base" hangingPunct="1">
        <a:lnSpc>
          <a:spcPct val="100000"/>
        </a:lnSpc>
        <a:spcBef>
          <a:spcPct val="0"/>
        </a:spcBef>
        <a:spcAft>
          <a:spcPts val="288"/>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5pPr>
      <a:lvl6pPr marL="25146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5" name="Line 1"/>
          <p:cNvSpPr>
            <a:spLocks noChangeShapeType="1"/>
          </p:cNvSpPr>
          <p:nvPr/>
        </p:nvSpPr>
        <p:spPr bwMode="auto">
          <a:xfrm>
            <a:off x="134447" y="7132637"/>
            <a:ext cx="978266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7" name="Text Box 3"/>
          <p:cNvSpPr txBox="1">
            <a:spLocks noChangeArrowheads="1"/>
          </p:cNvSpPr>
          <p:nvPr/>
        </p:nvSpPr>
        <p:spPr bwMode="auto">
          <a:xfrm>
            <a:off x="306485" y="7227691"/>
            <a:ext cx="1762027"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5876" rIns="0" bIns="0"/>
          <a:lstStyle>
            <a:lvl1pPr>
              <a:tabLst>
                <a:tab pos="723900" algn="l"/>
                <a:tab pos="1447800" algn="l"/>
                <a:tab pos="2171700" algn="l"/>
              </a:tabLst>
              <a:defRPr sz="2400">
                <a:solidFill>
                  <a:srgbClr val="000000"/>
                </a:solidFill>
                <a:latin typeface="Bitstream Vera Serif" pitchFamily="16" charset="0"/>
                <a:ea typeface="msmincho" charset="0"/>
                <a:cs typeface="msmincho" charset="0"/>
              </a:defRPr>
            </a:lvl1pPr>
            <a:lvl2pPr>
              <a:tabLst>
                <a:tab pos="723900" algn="l"/>
                <a:tab pos="1447800" algn="l"/>
                <a:tab pos="2171700" algn="l"/>
              </a:tabLst>
              <a:defRPr sz="2400">
                <a:solidFill>
                  <a:srgbClr val="000000"/>
                </a:solidFill>
                <a:latin typeface="Bitstream Vera Serif" pitchFamily="16" charset="0"/>
                <a:ea typeface="msmincho" charset="0"/>
                <a:cs typeface="msmincho" charset="0"/>
              </a:defRPr>
            </a:lvl2pPr>
            <a:lvl3pPr>
              <a:tabLst>
                <a:tab pos="723900" algn="l"/>
                <a:tab pos="1447800" algn="l"/>
                <a:tab pos="2171700" algn="l"/>
              </a:tabLst>
              <a:defRPr sz="2400">
                <a:solidFill>
                  <a:srgbClr val="000000"/>
                </a:solidFill>
                <a:latin typeface="Bitstream Vera Serif" pitchFamily="16" charset="0"/>
                <a:ea typeface="msmincho" charset="0"/>
                <a:cs typeface="msmincho" charset="0"/>
              </a:defRPr>
            </a:lvl3pPr>
            <a:lvl4pPr>
              <a:tabLst>
                <a:tab pos="723900" algn="l"/>
                <a:tab pos="1447800" algn="l"/>
                <a:tab pos="2171700" algn="l"/>
              </a:tabLst>
              <a:defRPr sz="2400">
                <a:solidFill>
                  <a:srgbClr val="000000"/>
                </a:solidFill>
                <a:latin typeface="Bitstream Vera Serif" pitchFamily="16" charset="0"/>
                <a:ea typeface="msmincho" charset="0"/>
                <a:cs typeface="msmincho" charset="0"/>
              </a:defRPr>
            </a:lvl4pPr>
            <a:lvl5pPr>
              <a:tabLst>
                <a:tab pos="723900" algn="l"/>
                <a:tab pos="1447800" algn="l"/>
                <a:tab pos="2171700" algn="l"/>
              </a:tabLst>
              <a:defRPr sz="2400">
                <a:solidFill>
                  <a:srgbClr val="000000"/>
                </a:solidFill>
                <a:latin typeface="Bitstream Vera Serif" pitchFamily="16" charset="0"/>
                <a:ea typeface="msmincho" charset="0"/>
                <a:cs typeface="msmincho" charset="0"/>
              </a:defRPr>
            </a:lvl5pPr>
            <a:lvl6pPr marL="25146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6pPr>
            <a:lvl7pPr marL="29718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7pPr>
            <a:lvl8pPr marL="34290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8pPr>
            <a:lvl9pPr marL="38862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9pPr>
          </a:lstStyle>
          <a:p>
            <a:pPr>
              <a:lnSpc>
                <a:spcPct val="93000"/>
              </a:lnSpc>
            </a:pPr>
            <a:r>
              <a:rPr lang="de-DE" sz="1600" i="0" dirty="0">
                <a:latin typeface="Tahoma" pitchFamily="34" charset="0"/>
                <a:ea typeface="Tahoma" pitchFamily="34" charset="0"/>
                <a:cs typeface="Tahoma" pitchFamily="34" charset="0"/>
              </a:rPr>
              <a:t>COMP1050</a:t>
            </a:r>
          </a:p>
        </p:txBody>
      </p:sp>
      <p:sp>
        <p:nvSpPr>
          <p:cNvPr id="1028" name="Text Box 4"/>
          <p:cNvSpPr txBox="1">
            <a:spLocks noChangeArrowheads="1"/>
          </p:cNvSpPr>
          <p:nvPr/>
        </p:nvSpPr>
        <p:spPr bwMode="auto">
          <a:xfrm>
            <a:off x="9011093" y="7227692"/>
            <a:ext cx="763047" cy="257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5876" rIns="0" bIns="0"/>
          <a:lstStyle/>
          <a:p>
            <a:pPr algn="r">
              <a:lnSpc>
                <a:spcPct val="93000"/>
              </a:lnSpc>
            </a:pPr>
            <a:fld id="{0CBF143C-F1D4-4CC7-8AA6-A94FC5CAAAF3}" type="slidenum">
              <a:rPr lang="de-DE" sz="1800">
                <a:solidFill>
                  <a:srgbClr val="000000"/>
                </a:solidFill>
                <a:latin typeface="Tahoma" pitchFamily="34" charset="0"/>
                <a:ea typeface="Tahoma" pitchFamily="34" charset="0"/>
                <a:cs typeface="Tahoma" pitchFamily="34" charset="0"/>
              </a:rPr>
              <a:pPr algn="r">
                <a:lnSpc>
                  <a:spcPct val="93000"/>
                </a:lnSpc>
              </a:pPr>
              <a:t>‹#›</a:t>
            </a:fld>
            <a:endParaRPr lang="de-DE" sz="1800" dirty="0">
              <a:solidFill>
                <a:srgbClr val="000000"/>
              </a:solidFill>
              <a:latin typeface="Tahoma" pitchFamily="34" charset="0"/>
              <a:ea typeface="Tahoma" pitchFamily="34" charset="0"/>
              <a:cs typeface="Tahoma" pitchFamily="34" charset="0"/>
            </a:endParaRPr>
          </a:p>
        </p:txBody>
      </p:sp>
      <p:sp>
        <p:nvSpPr>
          <p:cNvPr id="1032" name="Rectangle 8"/>
          <p:cNvSpPr>
            <a:spLocks noGrp="1" noChangeArrowheads="1"/>
          </p:cNvSpPr>
          <p:nvPr>
            <p:ph type="title"/>
          </p:nvPr>
        </p:nvSpPr>
        <p:spPr bwMode="auto">
          <a:xfrm>
            <a:off x="1230312" y="612007"/>
            <a:ext cx="7772401" cy="729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US" dirty="0"/>
              <a:t>Click to edit the title text format</a:t>
            </a:r>
          </a:p>
        </p:txBody>
      </p:sp>
      <p:sp>
        <p:nvSpPr>
          <p:cNvPr id="1033" name="Rectangle 9"/>
          <p:cNvSpPr>
            <a:spLocks noGrp="1" noChangeArrowheads="1"/>
          </p:cNvSpPr>
          <p:nvPr>
            <p:ph type="body" idx="1"/>
          </p:nvPr>
        </p:nvSpPr>
        <p:spPr bwMode="auto">
          <a:xfrm>
            <a:off x="503238" y="1436490"/>
            <a:ext cx="9069387" cy="54675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dirty="0"/>
              <a:t>Click to edit the outline text format</a:t>
            </a:r>
          </a:p>
          <a:p>
            <a:pPr lvl="1"/>
            <a:r>
              <a:rPr lang="en-US" dirty="0"/>
              <a:t>Second Outline Level</a:t>
            </a:r>
          </a:p>
          <a:p>
            <a:pPr lvl="2"/>
            <a:r>
              <a:rPr lang="en-US" dirty="0"/>
              <a:t>Third Outline Level</a:t>
            </a:r>
          </a:p>
          <a:p>
            <a:pPr lvl="3"/>
            <a:r>
              <a:rPr lang="en-US" dirty="0"/>
              <a:t>Fourth Outline Level</a:t>
            </a:r>
          </a:p>
          <a:p>
            <a:pPr lvl="4"/>
            <a:r>
              <a:rPr lang="en-US" dirty="0"/>
              <a:t>Fifth Outline Level</a:t>
            </a:r>
          </a:p>
          <a:p>
            <a:pPr lvl="4"/>
            <a:r>
              <a:rPr lang="en-US" dirty="0"/>
              <a:t>Sixth Outline Level</a:t>
            </a:r>
          </a:p>
          <a:p>
            <a:pPr lvl="4"/>
            <a:r>
              <a:rPr lang="en-US" dirty="0"/>
              <a:t>Seventh Outline Level</a:t>
            </a:r>
          </a:p>
          <a:p>
            <a:pPr lvl="4"/>
            <a:r>
              <a:rPr lang="en-US" dirty="0"/>
              <a:t>Eighth Outline Level</a:t>
            </a:r>
          </a:p>
          <a:p>
            <a:pPr lvl="4"/>
            <a:r>
              <a:rPr lang="en-US" dirty="0"/>
              <a:t>Ninth Outline Level</a:t>
            </a:r>
          </a:p>
        </p:txBody>
      </p:sp>
      <p:sp>
        <p:nvSpPr>
          <p:cNvPr id="12" name="Line 1"/>
          <p:cNvSpPr>
            <a:spLocks noChangeShapeType="1"/>
          </p:cNvSpPr>
          <p:nvPr/>
        </p:nvSpPr>
        <p:spPr bwMode="auto">
          <a:xfrm>
            <a:off x="134447" y="1341437"/>
            <a:ext cx="978266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 name="Rectangle 1">
            <a:extLst>
              <a:ext uri="{FF2B5EF4-FFF2-40B4-BE49-F238E27FC236}">
                <a16:creationId xmlns:a16="http://schemas.microsoft.com/office/drawing/2014/main" id="{CACBA48C-005A-4F3D-9E31-7F5B1C34DC6C}"/>
              </a:ext>
            </a:extLst>
          </p:cNvPr>
          <p:cNvSpPr/>
          <p:nvPr userDrawn="1"/>
        </p:nvSpPr>
        <p:spPr bwMode="auto">
          <a:xfrm>
            <a:off x="-1" y="1"/>
            <a:ext cx="5040313" cy="516951"/>
          </a:xfrm>
          <a:prstGeom prst="rect">
            <a:avLst/>
          </a:prstGeom>
          <a:solidFill>
            <a:srgbClr val="E3DE00">
              <a:alpha val="50196"/>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pPr>
            <a:endParaRPr kumimoji="0" lang="en-US" sz="2200" b="1" i="0" u="none" strike="noStrike" cap="none" normalizeH="0" baseline="0" dirty="0">
              <a:ln>
                <a:noFill/>
              </a:ln>
              <a:effectLst/>
              <a:latin typeface="Georgia" panose="02040502050405020303" pitchFamily="18" charset="0"/>
              <a:cs typeface="Cordia New" pitchFamily="34" charset="-34"/>
            </a:endParaRPr>
          </a:p>
        </p:txBody>
      </p:sp>
      <p:sp>
        <p:nvSpPr>
          <p:cNvPr id="8" name="Rectangle 7">
            <a:extLst>
              <a:ext uri="{FF2B5EF4-FFF2-40B4-BE49-F238E27FC236}">
                <a16:creationId xmlns:a16="http://schemas.microsoft.com/office/drawing/2014/main" id="{6C75D1D9-A90D-453D-B673-4D5D6A8BF398}"/>
              </a:ext>
            </a:extLst>
          </p:cNvPr>
          <p:cNvSpPr/>
          <p:nvPr userDrawn="1"/>
        </p:nvSpPr>
        <p:spPr bwMode="auto">
          <a:xfrm>
            <a:off x="5025319" y="-4402"/>
            <a:ext cx="5055306" cy="516946"/>
          </a:xfrm>
          <a:prstGeom prst="rect">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pPr>
            <a:r>
              <a:rPr kumimoji="0" lang="en-US" sz="1600" b="1" i="0" u="none" strike="noStrike" cap="none" normalizeH="0" baseline="0" dirty="0">
                <a:ln>
                  <a:noFill/>
                </a:ln>
                <a:solidFill>
                  <a:schemeClr val="tx1"/>
                </a:solidFill>
                <a:effectLst/>
                <a:latin typeface="Georgia" panose="02040502050405020303" pitchFamily="18" charset="0"/>
                <a:cs typeface="Cordia New" pitchFamily="34" charset="-34"/>
              </a:rPr>
              <a:t>School of Computing &amp; Data Science</a:t>
            </a:r>
          </a:p>
        </p:txBody>
      </p:sp>
      <p:pic>
        <p:nvPicPr>
          <p:cNvPr id="9" name="Picture 2" descr="Branding Guidelines | Wentworth">
            <a:extLst>
              <a:ext uri="{FF2B5EF4-FFF2-40B4-BE49-F238E27FC236}">
                <a16:creationId xmlns:a16="http://schemas.microsoft.com/office/drawing/2014/main" id="{4B19A1CF-F143-4ABF-BCB6-08957CD5570F}"/>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val="0"/>
              </a:ext>
            </a:extLst>
          </a:blip>
          <a:srcRect l="3473" t="21401" r="2808" b="17625"/>
          <a:stretch/>
        </p:blipFill>
        <p:spPr bwMode="auto">
          <a:xfrm>
            <a:off x="696912" y="26696"/>
            <a:ext cx="3848343" cy="49466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D00F5E07-EF57-4226-AD34-FCA08732837D}"/>
              </a:ext>
            </a:extLst>
          </p:cNvPr>
          <p:cNvPicPr>
            <a:picLocks noChangeAspect="1"/>
          </p:cNvPicPr>
          <p:nvPr userDrawn="1"/>
        </p:nvPicPr>
        <p:blipFill>
          <a:blip r:embed="rId6"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4818225" y="16114"/>
            <a:ext cx="414188" cy="496430"/>
          </a:xfrm>
          <a:prstGeom prst="rect">
            <a:avLst/>
          </a:prstGeom>
        </p:spPr>
      </p:pic>
      <p:sp>
        <p:nvSpPr>
          <p:cNvPr id="14" name="Text Box 3">
            <a:extLst>
              <a:ext uri="{FF2B5EF4-FFF2-40B4-BE49-F238E27FC236}">
                <a16:creationId xmlns:a16="http://schemas.microsoft.com/office/drawing/2014/main" id="{A7BE0A97-ADA4-48F9-B3CB-C4967068DF48}"/>
              </a:ext>
            </a:extLst>
          </p:cNvPr>
          <p:cNvSpPr txBox="1">
            <a:spLocks noChangeArrowheads="1"/>
          </p:cNvSpPr>
          <p:nvPr userDrawn="1"/>
        </p:nvSpPr>
        <p:spPr bwMode="auto">
          <a:xfrm>
            <a:off x="4658789" y="7243128"/>
            <a:ext cx="1762027"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5876" rIns="0" bIns="0"/>
          <a:lstStyle>
            <a:lvl1pPr>
              <a:tabLst>
                <a:tab pos="723900" algn="l"/>
                <a:tab pos="1447800" algn="l"/>
                <a:tab pos="2171700" algn="l"/>
              </a:tabLst>
              <a:defRPr sz="2400">
                <a:solidFill>
                  <a:srgbClr val="000000"/>
                </a:solidFill>
                <a:latin typeface="Bitstream Vera Serif" pitchFamily="16" charset="0"/>
                <a:ea typeface="msmincho" charset="0"/>
                <a:cs typeface="msmincho" charset="0"/>
              </a:defRPr>
            </a:lvl1pPr>
            <a:lvl2pPr>
              <a:tabLst>
                <a:tab pos="723900" algn="l"/>
                <a:tab pos="1447800" algn="l"/>
                <a:tab pos="2171700" algn="l"/>
              </a:tabLst>
              <a:defRPr sz="2400">
                <a:solidFill>
                  <a:srgbClr val="000000"/>
                </a:solidFill>
                <a:latin typeface="Bitstream Vera Serif" pitchFamily="16" charset="0"/>
                <a:ea typeface="msmincho" charset="0"/>
                <a:cs typeface="msmincho" charset="0"/>
              </a:defRPr>
            </a:lvl2pPr>
            <a:lvl3pPr>
              <a:tabLst>
                <a:tab pos="723900" algn="l"/>
                <a:tab pos="1447800" algn="l"/>
                <a:tab pos="2171700" algn="l"/>
              </a:tabLst>
              <a:defRPr sz="2400">
                <a:solidFill>
                  <a:srgbClr val="000000"/>
                </a:solidFill>
                <a:latin typeface="Bitstream Vera Serif" pitchFamily="16" charset="0"/>
                <a:ea typeface="msmincho" charset="0"/>
                <a:cs typeface="msmincho" charset="0"/>
              </a:defRPr>
            </a:lvl3pPr>
            <a:lvl4pPr>
              <a:tabLst>
                <a:tab pos="723900" algn="l"/>
                <a:tab pos="1447800" algn="l"/>
                <a:tab pos="2171700" algn="l"/>
              </a:tabLst>
              <a:defRPr sz="2400">
                <a:solidFill>
                  <a:srgbClr val="000000"/>
                </a:solidFill>
                <a:latin typeface="Bitstream Vera Serif" pitchFamily="16" charset="0"/>
                <a:ea typeface="msmincho" charset="0"/>
                <a:cs typeface="msmincho" charset="0"/>
              </a:defRPr>
            </a:lvl4pPr>
            <a:lvl5pPr>
              <a:tabLst>
                <a:tab pos="723900" algn="l"/>
                <a:tab pos="1447800" algn="l"/>
                <a:tab pos="2171700" algn="l"/>
              </a:tabLst>
              <a:defRPr sz="2400">
                <a:solidFill>
                  <a:srgbClr val="000000"/>
                </a:solidFill>
                <a:latin typeface="Bitstream Vera Serif" pitchFamily="16" charset="0"/>
                <a:ea typeface="msmincho" charset="0"/>
                <a:cs typeface="msmincho" charset="0"/>
              </a:defRPr>
            </a:lvl5pPr>
            <a:lvl6pPr marL="25146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6pPr>
            <a:lvl7pPr marL="29718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7pPr>
            <a:lvl8pPr marL="34290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8pPr>
            <a:lvl9pPr marL="38862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9pPr>
          </a:lstStyle>
          <a:p>
            <a:pPr>
              <a:lnSpc>
                <a:spcPct val="93000"/>
              </a:lnSpc>
            </a:pPr>
            <a:r>
              <a:rPr lang="de-DE" sz="1600" i="0" dirty="0">
                <a:latin typeface="Tahoma" pitchFamily="34" charset="0"/>
                <a:ea typeface="Tahoma" pitchFamily="34" charset="0"/>
                <a:cs typeface="Tahoma" pitchFamily="34" charset="0"/>
              </a:rPr>
              <a:t>Professor Folajimi</a:t>
            </a:r>
          </a:p>
        </p:txBody>
      </p:sp>
    </p:spTree>
  </p:cSld>
  <p:clrMap bg1="lt1" tx1="dk1" bg2="lt2" tx2="dk2" accent1="accent1" accent2="accent2" accent3="accent3" accent4="accent4" accent5="accent5" accent6="accent6" hlink="hlink" folHlink="folHlink"/>
  <p:sldLayoutIdLst>
    <p:sldLayoutId id="2147483650" r:id="rId1"/>
    <p:sldLayoutId id="2147483657" r:id="rId2"/>
    <p:sldLayoutId id="2147483658" r:id="rId3"/>
  </p:sldLayoutIdLst>
  <p:hf sldNum="0" hdr="0" ftr="0"/>
  <p:txStyles>
    <p:titleStyle>
      <a:lvl1pPr algn="ctr" defTabSz="449263" rtl="0" eaLnBrk="1" fontAlgn="base" hangingPunct="1">
        <a:lnSpc>
          <a:spcPct val="117000"/>
        </a:lnSpc>
        <a:spcBef>
          <a:spcPct val="0"/>
        </a:spcBef>
        <a:spcAft>
          <a:spcPct val="0"/>
        </a:spcAft>
        <a:buClr>
          <a:srgbClr val="000000"/>
        </a:buClr>
        <a:buSzPct val="100000"/>
        <a:buFont typeface="Times New Roman" pitchFamily="16" charset="0"/>
        <a:defRPr sz="3600">
          <a:solidFill>
            <a:srgbClr val="820000"/>
          </a:solidFill>
          <a:latin typeface="Tahoma" pitchFamily="34" charset="0"/>
          <a:ea typeface="Tahoma" pitchFamily="34" charset="0"/>
          <a:cs typeface="Tahoma" pitchFamily="34" charset="0"/>
        </a:defRPr>
      </a:lvl1pPr>
      <a:lvl2pPr marL="742950" indent="-28575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2pPr>
      <a:lvl3pPr marL="11430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3pPr>
      <a:lvl4pPr marL="16002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4pPr>
      <a:lvl5pPr marL="20574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5pPr>
      <a:lvl6pPr marL="25146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6pPr>
      <a:lvl7pPr marL="29718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7pPr>
      <a:lvl8pPr marL="34290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8pPr>
      <a:lvl9pPr marL="38862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9pPr>
    </p:titleStyle>
    <p:bodyStyle>
      <a:lvl1pPr marL="457200" indent="-274320" algn="l" defTabSz="449263" rtl="0" eaLnBrk="1" fontAlgn="base" hangingPunct="1">
        <a:lnSpc>
          <a:spcPct val="100000"/>
        </a:lnSpc>
        <a:spcBef>
          <a:spcPct val="0"/>
        </a:spcBef>
        <a:spcAft>
          <a:spcPts val="0"/>
        </a:spcAft>
        <a:buClr>
          <a:srgbClr val="820000"/>
        </a:buClr>
        <a:buSzPct val="100000"/>
        <a:buFont typeface="Wingdings" pitchFamily="2" charset="2"/>
        <a:buChar char="§"/>
        <a:defRPr sz="3200">
          <a:solidFill>
            <a:srgbClr val="000000"/>
          </a:solidFill>
          <a:latin typeface="Tahoma" pitchFamily="34" charset="0"/>
          <a:ea typeface="Tahoma" pitchFamily="34" charset="0"/>
          <a:cs typeface="Tahoma" pitchFamily="34" charset="0"/>
        </a:defRPr>
      </a:lvl1pPr>
      <a:lvl2pPr marL="914400" indent="-274320" algn="l" defTabSz="449263" rtl="0" eaLnBrk="1" fontAlgn="base" hangingPunct="1">
        <a:lnSpc>
          <a:spcPct val="100000"/>
        </a:lnSpc>
        <a:spcBef>
          <a:spcPct val="0"/>
        </a:spcBef>
        <a:spcAft>
          <a:spcPts val="0"/>
        </a:spcAft>
        <a:buClr>
          <a:srgbClr val="820000"/>
        </a:buClr>
        <a:buSzPct val="100000"/>
        <a:buFont typeface="Verdana" pitchFamily="34" charset="0"/>
        <a:buChar char="»"/>
        <a:defRPr sz="2800">
          <a:solidFill>
            <a:srgbClr val="000000"/>
          </a:solidFill>
          <a:latin typeface="Tahoma" pitchFamily="34" charset="0"/>
          <a:ea typeface="Tahoma" pitchFamily="34" charset="0"/>
          <a:cs typeface="Tahoma" pitchFamily="34" charset="0"/>
        </a:defRPr>
      </a:lvl2pPr>
      <a:lvl3pPr marL="1257300" indent="-274320" algn="l" defTabSz="449263" rtl="0" eaLnBrk="1" fontAlgn="base" hangingPunct="1">
        <a:lnSpc>
          <a:spcPct val="100000"/>
        </a:lnSpc>
        <a:spcBef>
          <a:spcPct val="0"/>
        </a:spcBef>
        <a:spcAft>
          <a:spcPts val="0"/>
        </a:spcAft>
        <a:buClr>
          <a:srgbClr val="820000"/>
        </a:buClr>
        <a:buSzPct val="100000"/>
        <a:buFont typeface="Wingdings" pitchFamily="2" charset="2"/>
        <a:buChar char="§"/>
        <a:defRPr sz="2400">
          <a:solidFill>
            <a:srgbClr val="000000"/>
          </a:solidFill>
          <a:latin typeface="Tahoma" pitchFamily="34" charset="0"/>
          <a:ea typeface="Tahoma" pitchFamily="34" charset="0"/>
          <a:cs typeface="Tahoma" pitchFamily="34" charset="0"/>
        </a:defRPr>
      </a:lvl3pPr>
      <a:lvl4pPr marL="1714500" indent="-342900" algn="l" defTabSz="449263" rtl="0" eaLnBrk="1" fontAlgn="base" hangingPunct="1">
        <a:lnSpc>
          <a:spcPct val="100000"/>
        </a:lnSpc>
        <a:spcBef>
          <a:spcPct val="0"/>
        </a:spcBef>
        <a:spcAft>
          <a:spcPts val="0"/>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4pPr>
      <a:lvl5pPr marL="2171700" indent="-342900" algn="l" defTabSz="449263" rtl="0" eaLnBrk="1" fontAlgn="base" hangingPunct="1">
        <a:lnSpc>
          <a:spcPct val="100000"/>
        </a:lnSpc>
        <a:spcBef>
          <a:spcPct val="0"/>
        </a:spcBef>
        <a:spcAft>
          <a:spcPts val="0"/>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5pPr>
      <a:lvl6pPr marL="25146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9D7764C4-7BC2-4796-A488-1742950E800F}"/>
              </a:ext>
            </a:extLst>
          </p:cNvPr>
          <p:cNvSpPr>
            <a:spLocks noGrp="1"/>
          </p:cNvSpPr>
          <p:nvPr>
            <p:ph type="subTitle" idx="1"/>
          </p:nvPr>
        </p:nvSpPr>
        <p:spPr>
          <a:xfrm>
            <a:off x="5584588" y="6446837"/>
            <a:ext cx="3947160" cy="260969"/>
          </a:xfrm>
        </p:spPr>
        <p:txBody>
          <a:bodyPr/>
          <a:lstStyle/>
          <a:p>
            <a:r>
              <a:rPr lang="en-US" dirty="0"/>
              <a:t>Professor Folajimi</a:t>
            </a:r>
          </a:p>
        </p:txBody>
      </p:sp>
      <p:sp>
        <p:nvSpPr>
          <p:cNvPr id="8" name="Title 1">
            <a:extLst>
              <a:ext uri="{FF2B5EF4-FFF2-40B4-BE49-F238E27FC236}">
                <a16:creationId xmlns:a16="http://schemas.microsoft.com/office/drawing/2014/main" id="{C5C00647-C4D0-4B41-A54B-E2C2E9CAAF45}"/>
              </a:ext>
            </a:extLst>
          </p:cNvPr>
          <p:cNvSpPr>
            <a:spLocks noGrp="1"/>
          </p:cNvSpPr>
          <p:nvPr>
            <p:ph type="ctrTitle"/>
          </p:nvPr>
        </p:nvSpPr>
        <p:spPr>
          <a:xfrm>
            <a:off x="247565" y="5408121"/>
            <a:ext cx="5887631" cy="1620837"/>
          </a:xfrm>
        </p:spPr>
        <p:txBody>
          <a:bodyPr/>
          <a:lstStyle/>
          <a:p>
            <a:pPr algn="l"/>
            <a:r>
              <a:rPr lang="en-US" dirty="0"/>
              <a:t>Welcome to COMP1050!</a:t>
            </a:r>
          </a:p>
        </p:txBody>
      </p:sp>
      <p:pic>
        <p:nvPicPr>
          <p:cNvPr id="1026" name="Picture 2" descr="Rob Ashton's AMAZING Homepage">
            <a:extLst>
              <a:ext uri="{FF2B5EF4-FFF2-40B4-BE49-F238E27FC236}">
                <a16:creationId xmlns:a16="http://schemas.microsoft.com/office/drawing/2014/main" id="{1D70C0A3-A220-475B-883C-A0B3B03DB36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287712" y="2559306"/>
            <a:ext cx="2847484" cy="2847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566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88134C-ACE1-4C81-AC85-A71E9FE5B3C6}"/>
              </a:ext>
            </a:extLst>
          </p:cNvPr>
          <p:cNvSpPr>
            <a:spLocks noGrp="1"/>
          </p:cNvSpPr>
          <p:nvPr>
            <p:ph type="title"/>
          </p:nvPr>
        </p:nvSpPr>
        <p:spPr>
          <a:xfrm>
            <a:off x="4202112" y="2989314"/>
            <a:ext cx="3733800" cy="1260475"/>
          </a:xfrm>
        </p:spPr>
        <p:txBody>
          <a:bodyPr/>
          <a:lstStyle/>
          <a:p>
            <a:r>
              <a:rPr lang="en-US" sz="6000" dirty="0"/>
              <a:t>Interfaces</a:t>
            </a:r>
          </a:p>
        </p:txBody>
      </p:sp>
      <p:pic>
        <p:nvPicPr>
          <p:cNvPr id="1026" name="Picture 2" descr="JavaFX - Wikipedia">
            <a:extLst>
              <a:ext uri="{FF2B5EF4-FFF2-40B4-BE49-F238E27FC236}">
                <a16:creationId xmlns:a16="http://schemas.microsoft.com/office/drawing/2014/main" id="{CC0BE8D3-09EB-4A80-A419-47D51B770B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8148"/>
          <a:stretch/>
        </p:blipFill>
        <p:spPr bwMode="auto">
          <a:xfrm>
            <a:off x="2284225" y="3022790"/>
            <a:ext cx="5512174"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63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912" y="309562"/>
            <a:ext cx="8763000" cy="1260475"/>
          </a:xfrm>
        </p:spPr>
        <p:txBody>
          <a:bodyPr>
            <a:noAutofit/>
          </a:bodyPr>
          <a:lstStyle/>
          <a:p>
            <a:r>
              <a:rPr lang="en-US" sz="4079" dirty="0"/>
              <a:t>What do Abstract </a:t>
            </a:r>
            <a:r>
              <a:rPr lang="en-US" sz="4079"/>
              <a:t>Classes Buy </a:t>
            </a:r>
            <a:r>
              <a:rPr lang="en-US" sz="4079" dirty="0"/>
              <a:t>Us? (1)</a:t>
            </a:r>
            <a:endParaRPr lang="en-US" sz="4079" b="1" dirty="0">
              <a:latin typeface="Consolas" charset="0"/>
              <a:ea typeface="Consolas" charset="0"/>
              <a:cs typeface="Consolas" charset="0"/>
            </a:endParaRPr>
          </a:p>
        </p:txBody>
      </p:sp>
      <p:sp>
        <p:nvSpPr>
          <p:cNvPr id="8" name="Content Placeholder 7"/>
          <p:cNvSpPr>
            <a:spLocks noGrp="1"/>
          </p:cNvSpPr>
          <p:nvPr>
            <p:ph idx="4294967295"/>
          </p:nvPr>
        </p:nvSpPr>
        <p:spPr>
          <a:xfrm>
            <a:off x="504507" y="1409292"/>
            <a:ext cx="9071610" cy="5343668"/>
          </a:xfrm>
          <a:prstGeom prst="rect">
            <a:avLst/>
          </a:prstGeom>
        </p:spPr>
        <p:txBody>
          <a:bodyPr/>
          <a:lstStyle/>
          <a:p>
            <a:r>
              <a:rPr lang="en-US" dirty="0"/>
              <a:t>An abstract class creates a contract: any subclass that can be instantiated </a:t>
            </a:r>
            <a:r>
              <a:rPr lang="en-US" i="1" dirty="0"/>
              <a:t>will</a:t>
            </a:r>
            <a:r>
              <a:rPr lang="en-US" dirty="0"/>
              <a:t> have certain functionality (i.e. abstract methods define a contract)</a:t>
            </a:r>
          </a:p>
        </p:txBody>
      </p:sp>
      <p:sp>
        <p:nvSpPr>
          <p:cNvPr id="9" name="Content Placeholder 2"/>
          <p:cNvSpPr txBox="1">
            <a:spLocks/>
          </p:cNvSpPr>
          <p:nvPr/>
        </p:nvSpPr>
        <p:spPr>
          <a:xfrm>
            <a:off x="504507" y="4000328"/>
            <a:ext cx="9071610" cy="2752632"/>
          </a:xfrm>
          <a:prstGeom prst="rect">
            <a:avLst/>
          </a:prstGeom>
        </p:spPr>
        <p:txBody>
          <a:bodyPr vert="horz" lIns="100796" tIns="50398" rIns="100796" bIns="50398" rtlCol="0">
            <a:normAutofit fontScale="5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24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3307" b="1" dirty="0">
                <a:latin typeface="Consolas" charset="0"/>
                <a:ea typeface="Consolas" charset="0"/>
                <a:cs typeface="Consolas" charset="0"/>
              </a:rPr>
              <a:t>public static void </a:t>
            </a:r>
            <a:r>
              <a:rPr lang="en-US" sz="3307" b="1" dirty="0" err="1">
                <a:latin typeface="Consolas" charset="0"/>
                <a:ea typeface="Consolas" charset="0"/>
                <a:cs typeface="Consolas" charset="0"/>
              </a:rPr>
              <a:t>makeASound</a:t>
            </a:r>
            <a:r>
              <a:rPr lang="en-US" sz="3307" b="1" dirty="0">
                <a:latin typeface="Consolas" charset="0"/>
                <a:ea typeface="Consolas" charset="0"/>
                <a:cs typeface="Consolas" charset="0"/>
              </a:rPr>
              <a:t>(Pet2 pet) {</a:t>
            </a:r>
          </a:p>
          <a:p>
            <a:pPr marL="0" indent="0">
              <a:buNone/>
            </a:pPr>
            <a:r>
              <a:rPr lang="en-US" sz="3307" b="1" dirty="0">
                <a:latin typeface="Consolas" charset="0"/>
                <a:ea typeface="Consolas" charset="0"/>
                <a:cs typeface="Consolas" charset="0"/>
              </a:rPr>
              <a:t>	</a:t>
            </a:r>
            <a:r>
              <a:rPr lang="en-US" sz="3307" b="1" dirty="0" err="1">
                <a:latin typeface="Consolas" charset="0"/>
                <a:ea typeface="Consolas" charset="0"/>
                <a:cs typeface="Consolas" charset="0"/>
              </a:rPr>
              <a:t>System.out.printf</a:t>
            </a:r>
            <a:r>
              <a:rPr lang="en-US" sz="3307" b="1" dirty="0">
                <a:latin typeface="Consolas" charset="0"/>
                <a:ea typeface="Consolas" charset="0"/>
                <a:cs typeface="Consolas" charset="0"/>
              </a:rPr>
              <a:t>("%</a:t>
            </a:r>
            <a:r>
              <a:rPr lang="en-US" sz="3307" b="1" dirty="0" err="1">
                <a:latin typeface="Consolas" charset="0"/>
                <a:ea typeface="Consolas" charset="0"/>
                <a:cs typeface="Consolas" charset="0"/>
              </a:rPr>
              <a:t>s%n</a:t>
            </a:r>
            <a:r>
              <a:rPr lang="en-US" sz="3307" b="1" dirty="0">
                <a:latin typeface="Consolas" charset="0"/>
                <a:ea typeface="Consolas" charset="0"/>
                <a:cs typeface="Consolas" charset="0"/>
              </a:rPr>
              <a:t>", </a:t>
            </a:r>
            <a:r>
              <a:rPr lang="en-US" sz="3307" b="1" dirty="0" err="1">
                <a:latin typeface="Consolas" charset="0"/>
                <a:ea typeface="Consolas" charset="0"/>
                <a:cs typeface="Consolas" charset="0"/>
              </a:rPr>
              <a:t>pet.says</a:t>
            </a:r>
            <a:r>
              <a:rPr lang="en-US" sz="3307" b="1" dirty="0">
                <a:latin typeface="Consolas" charset="0"/>
                <a:ea typeface="Consolas" charset="0"/>
                <a:cs typeface="Consolas" charset="0"/>
              </a:rPr>
              <a:t>());</a:t>
            </a:r>
          </a:p>
          <a:p>
            <a:pPr marL="0" indent="0">
              <a:buNone/>
            </a:pPr>
            <a:r>
              <a:rPr lang="en-US" sz="3307" b="1" dirty="0">
                <a:latin typeface="Consolas" charset="0"/>
                <a:ea typeface="Consolas" charset="0"/>
                <a:cs typeface="Consolas" charset="0"/>
              </a:rPr>
              <a:t>}</a:t>
            </a:r>
          </a:p>
          <a:p>
            <a:pPr marL="0" indent="0">
              <a:buNone/>
            </a:pPr>
            <a:endParaRPr lang="en-US" sz="3307" b="1" dirty="0">
              <a:latin typeface="Consolas" charset="0"/>
              <a:ea typeface="Consolas" charset="0"/>
              <a:cs typeface="Consolas" charset="0"/>
            </a:endParaRPr>
          </a:p>
          <a:p>
            <a:pPr marL="0" indent="0">
              <a:buNone/>
            </a:pPr>
            <a:r>
              <a:rPr lang="en-US" sz="3307" b="1" dirty="0">
                <a:latin typeface="Consolas" charset="0"/>
                <a:ea typeface="Consolas" charset="0"/>
                <a:cs typeface="Consolas" charset="0"/>
              </a:rPr>
              <a:t>public static void </a:t>
            </a:r>
            <a:r>
              <a:rPr lang="en-US" sz="3307" b="1" dirty="0" err="1">
                <a:latin typeface="Consolas" charset="0"/>
                <a:ea typeface="Consolas" charset="0"/>
                <a:cs typeface="Consolas" charset="0"/>
              </a:rPr>
              <a:t>makeAllTheSounds</a:t>
            </a:r>
            <a:r>
              <a:rPr lang="en-US" sz="3307" b="1" dirty="0">
                <a:latin typeface="Consolas" charset="0"/>
                <a:ea typeface="Consolas" charset="0"/>
                <a:cs typeface="Consolas" charset="0"/>
              </a:rPr>
              <a:t>(Pet2[] pets) {</a:t>
            </a:r>
          </a:p>
          <a:p>
            <a:pPr marL="0" indent="0">
              <a:buNone/>
            </a:pPr>
            <a:r>
              <a:rPr lang="en-US" sz="3307" b="1" dirty="0">
                <a:latin typeface="Consolas" charset="0"/>
                <a:ea typeface="Consolas" charset="0"/>
                <a:cs typeface="Consolas" charset="0"/>
              </a:rPr>
              <a:t>	for (Pet2 p : pets) {	</a:t>
            </a:r>
          </a:p>
          <a:p>
            <a:pPr marL="0" indent="0">
              <a:buNone/>
            </a:pPr>
            <a:r>
              <a:rPr lang="en-US" sz="3307" b="1" dirty="0">
                <a:latin typeface="Consolas" charset="0"/>
                <a:ea typeface="Consolas" charset="0"/>
                <a:cs typeface="Consolas" charset="0"/>
              </a:rPr>
              <a:t>		</a:t>
            </a:r>
            <a:r>
              <a:rPr lang="en-US" sz="3307" b="1" dirty="0" err="1">
                <a:latin typeface="Consolas" charset="0"/>
                <a:ea typeface="Consolas" charset="0"/>
                <a:cs typeface="Consolas" charset="0"/>
              </a:rPr>
              <a:t>makeASound</a:t>
            </a:r>
            <a:r>
              <a:rPr lang="en-US" sz="3307" b="1" dirty="0">
                <a:latin typeface="Consolas" charset="0"/>
                <a:ea typeface="Consolas" charset="0"/>
                <a:cs typeface="Consolas" charset="0"/>
              </a:rPr>
              <a:t>(p);	</a:t>
            </a:r>
          </a:p>
          <a:p>
            <a:pPr marL="0" indent="0">
              <a:buNone/>
            </a:pPr>
            <a:r>
              <a:rPr lang="en-US" sz="3307" b="1" dirty="0">
                <a:latin typeface="Consolas" charset="0"/>
                <a:ea typeface="Consolas" charset="0"/>
                <a:cs typeface="Consolas" charset="0"/>
              </a:rPr>
              <a:t>	}</a:t>
            </a:r>
          </a:p>
          <a:p>
            <a:pPr marL="0" indent="0">
              <a:buNone/>
            </a:pPr>
            <a:r>
              <a:rPr lang="en-US" sz="3307" b="1" dirty="0">
                <a:latin typeface="Consolas" charset="0"/>
                <a:ea typeface="Consolas" charset="0"/>
                <a:cs typeface="Consolas" charset="0"/>
              </a:rPr>
              <a:t>}</a:t>
            </a:r>
          </a:p>
        </p:txBody>
      </p:sp>
    </p:spTree>
    <p:extLst>
      <p:ext uri="{BB962C8B-B14F-4D97-AF65-F5344CB8AC3E}">
        <p14:creationId xmlns:p14="http://schemas.microsoft.com/office/powerpoint/2010/main" val="1743005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912" y="309562"/>
            <a:ext cx="8763000" cy="1260475"/>
          </a:xfrm>
        </p:spPr>
        <p:txBody>
          <a:bodyPr>
            <a:noAutofit/>
          </a:bodyPr>
          <a:lstStyle/>
          <a:p>
            <a:r>
              <a:rPr lang="en-US" sz="4079" dirty="0"/>
              <a:t>What do Abstract </a:t>
            </a:r>
            <a:r>
              <a:rPr lang="en-US" sz="4079"/>
              <a:t>Classes Buy </a:t>
            </a:r>
            <a:r>
              <a:rPr lang="en-US" sz="4079" dirty="0"/>
              <a:t>Us? (2)</a:t>
            </a:r>
            <a:endParaRPr lang="en-US" sz="4079" b="1" dirty="0">
              <a:latin typeface="Consolas" charset="0"/>
              <a:ea typeface="Consolas" charset="0"/>
              <a:cs typeface="Consolas" charset="0"/>
            </a:endParaRPr>
          </a:p>
        </p:txBody>
      </p:sp>
      <p:sp>
        <p:nvSpPr>
          <p:cNvPr id="8" name="Content Placeholder 7"/>
          <p:cNvSpPr>
            <a:spLocks noGrp="1"/>
          </p:cNvSpPr>
          <p:nvPr>
            <p:ph idx="4294967295"/>
          </p:nvPr>
        </p:nvSpPr>
        <p:spPr>
          <a:xfrm>
            <a:off x="381693" y="1417637"/>
            <a:ext cx="9071610" cy="5343668"/>
          </a:xfrm>
          <a:prstGeom prst="rect">
            <a:avLst/>
          </a:prstGeom>
        </p:spPr>
        <p:txBody>
          <a:bodyPr/>
          <a:lstStyle/>
          <a:p>
            <a:r>
              <a:rPr lang="en-US" dirty="0"/>
              <a:t>Furthermore, concrete methods supply some nice default behavior (so subclasses can avoid code duplication)</a:t>
            </a:r>
          </a:p>
          <a:p>
            <a:r>
              <a:rPr lang="en-US" dirty="0"/>
              <a:t>Any limitations?</a:t>
            </a:r>
          </a:p>
          <a:p>
            <a:pPr lvl="1"/>
            <a:r>
              <a:rPr lang="en-US" dirty="0"/>
              <a:t>How many "parent" classes can a class have</a:t>
            </a:r>
            <a:r>
              <a:rPr lang="mr-IN" dirty="0"/>
              <a:t>…</a:t>
            </a:r>
            <a:r>
              <a:rPr lang="en-US" dirty="0"/>
              <a:t>? </a:t>
            </a:r>
            <a:r>
              <a:rPr lang="en-US" i="1" dirty="0"/>
              <a:t>Multiple</a:t>
            </a:r>
            <a:r>
              <a:rPr lang="en-US" dirty="0"/>
              <a:t> inheritance?</a:t>
            </a:r>
          </a:p>
        </p:txBody>
      </p:sp>
    </p:spTree>
    <p:extLst>
      <p:ext uri="{BB962C8B-B14F-4D97-AF65-F5344CB8AC3E}">
        <p14:creationId xmlns:p14="http://schemas.microsoft.com/office/powerpoint/2010/main" val="876673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Enter the Interface</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In Java, an </a:t>
            </a:r>
            <a:r>
              <a:rPr lang="en-US" b="1" dirty="0">
                <a:latin typeface="Consolas" charset="0"/>
                <a:ea typeface="Consolas" charset="0"/>
                <a:cs typeface="Consolas" charset="0"/>
              </a:rPr>
              <a:t>interface</a:t>
            </a:r>
            <a:r>
              <a:rPr lang="en-US" dirty="0"/>
              <a:t> is similar to an abstract class</a:t>
            </a:r>
          </a:p>
          <a:p>
            <a:pPr lvl="1"/>
            <a:r>
              <a:rPr lang="en-US" dirty="0"/>
              <a:t>Creates a “contract” (methods that must exist)</a:t>
            </a:r>
          </a:p>
          <a:p>
            <a:pPr lvl="1"/>
            <a:r>
              <a:rPr lang="en-US" dirty="0"/>
              <a:t>Cannot be instantiated</a:t>
            </a:r>
          </a:p>
          <a:p>
            <a:r>
              <a:rPr lang="en-US" dirty="0"/>
              <a:t>However, whereas Java limits you to single inheritance, a class can </a:t>
            </a:r>
            <a:r>
              <a:rPr lang="en-US" i="1" dirty="0"/>
              <a:t>implement</a:t>
            </a:r>
            <a:r>
              <a:rPr lang="en-US" dirty="0"/>
              <a:t> </a:t>
            </a:r>
            <a:r>
              <a:rPr lang="en-US" u="sng" dirty="0"/>
              <a:t>any number of interfaces</a:t>
            </a:r>
          </a:p>
          <a:p>
            <a:r>
              <a:rPr lang="en-US" dirty="0"/>
              <a:t>Because of this flexibility, it is used </a:t>
            </a:r>
            <a:r>
              <a:rPr lang="en-US" i="1" dirty="0"/>
              <a:t>extensively</a:t>
            </a:r>
            <a:r>
              <a:rPr lang="en-US" dirty="0"/>
              <a:t> in object-oriented code</a:t>
            </a:r>
          </a:p>
          <a:p>
            <a:pPr lvl="1"/>
            <a:r>
              <a:rPr lang="en-US" dirty="0"/>
              <a:t>Example: you’ll need them for responding to events in your GUIs</a:t>
            </a:r>
          </a:p>
        </p:txBody>
      </p:sp>
    </p:spTree>
    <p:extLst>
      <p:ext uri="{BB962C8B-B14F-4D97-AF65-F5344CB8AC3E}">
        <p14:creationId xmlns:p14="http://schemas.microsoft.com/office/powerpoint/2010/main" val="370666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What’s in an Interface?</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Can contain only</a:t>
            </a:r>
            <a:r>
              <a:rPr lang="mr-IN" dirty="0"/>
              <a:t>…</a:t>
            </a:r>
            <a:endParaRPr lang="en-US" dirty="0"/>
          </a:p>
          <a:p>
            <a:pPr lvl="1"/>
            <a:r>
              <a:rPr lang="en-US" dirty="0"/>
              <a:t>Constants, nested types (e.g. classes/interfaces)</a:t>
            </a:r>
          </a:p>
          <a:p>
            <a:pPr lvl="1"/>
            <a:r>
              <a:rPr lang="en-US" dirty="0"/>
              <a:t>Method signatures (no code, like abstract methods)</a:t>
            </a:r>
          </a:p>
          <a:p>
            <a:pPr lvl="1"/>
            <a:r>
              <a:rPr lang="en-US" dirty="0"/>
              <a:t>As of Java 8</a:t>
            </a:r>
            <a:r>
              <a:rPr lang="mr-IN" dirty="0"/>
              <a:t>…</a:t>
            </a:r>
            <a:r>
              <a:rPr lang="en-US" dirty="0"/>
              <a:t> </a:t>
            </a:r>
            <a:r>
              <a:rPr lang="en-US" b="1" dirty="0">
                <a:latin typeface="Consolas" charset="0"/>
                <a:ea typeface="Consolas" charset="0"/>
                <a:cs typeface="Consolas" charset="0"/>
              </a:rPr>
              <a:t>static</a:t>
            </a:r>
            <a:r>
              <a:rPr lang="en-US" dirty="0"/>
              <a:t> methods, </a:t>
            </a:r>
            <a:r>
              <a:rPr lang="en-US" b="1" dirty="0">
                <a:latin typeface="Consolas" charset="0"/>
                <a:ea typeface="Consolas" charset="0"/>
                <a:cs typeface="Consolas" charset="0"/>
              </a:rPr>
              <a:t>default</a:t>
            </a:r>
            <a:r>
              <a:rPr lang="en-US" dirty="0"/>
              <a:t> methods (like concrete methods in </a:t>
            </a:r>
            <a:r>
              <a:rPr lang="en-US" dirty="0" err="1"/>
              <a:t>superclasses</a:t>
            </a:r>
            <a:r>
              <a:rPr lang="en-US" dirty="0"/>
              <a:t>)</a:t>
            </a:r>
          </a:p>
          <a:p>
            <a:r>
              <a:rPr lang="en-US" dirty="0"/>
              <a:t>All variables are </a:t>
            </a:r>
            <a:r>
              <a:rPr lang="en-US" b="1" dirty="0">
                <a:latin typeface="Consolas" charset="0"/>
                <a:ea typeface="Consolas" charset="0"/>
                <a:cs typeface="Consolas" charset="0"/>
              </a:rPr>
              <a:t>public static final</a:t>
            </a:r>
          </a:p>
          <a:p>
            <a:pPr lvl="1"/>
            <a:r>
              <a:rPr lang="en-US" dirty="0"/>
              <a:t>So you may omit these</a:t>
            </a:r>
          </a:p>
          <a:p>
            <a:r>
              <a:rPr lang="en-US" dirty="0"/>
              <a:t>All methods are </a:t>
            </a:r>
            <a:r>
              <a:rPr lang="en-US" b="1" dirty="0">
                <a:latin typeface="Consolas" charset="0"/>
                <a:ea typeface="Consolas" charset="0"/>
                <a:cs typeface="Consolas" charset="0"/>
              </a:rPr>
              <a:t>public</a:t>
            </a:r>
          </a:p>
          <a:p>
            <a:pPr lvl="1"/>
            <a:r>
              <a:rPr lang="en-US" dirty="0"/>
              <a:t>So you may omit this</a:t>
            </a:r>
          </a:p>
        </p:txBody>
      </p:sp>
    </p:spTree>
    <p:extLst>
      <p:ext uri="{BB962C8B-B14F-4D97-AF65-F5344CB8AC3E}">
        <p14:creationId xmlns:p14="http://schemas.microsoft.com/office/powerpoint/2010/main" val="2085726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a:t>
            </a:r>
          </a:p>
        </p:txBody>
      </p:sp>
      <p:sp>
        <p:nvSpPr>
          <p:cNvPr id="3" name="Content Placeholder 2"/>
          <p:cNvSpPr>
            <a:spLocks noGrp="1"/>
          </p:cNvSpPr>
          <p:nvPr>
            <p:ph sz="half" idx="2"/>
          </p:nvPr>
        </p:nvSpPr>
        <p:spPr>
          <a:xfrm>
            <a:off x="504507" y="2254867"/>
            <a:ext cx="4453559" cy="2107695"/>
          </a:xfrm>
        </p:spPr>
        <p:txBody>
          <a:bodyPr>
            <a:normAutofit/>
          </a:bodyPr>
          <a:lstStyle/>
          <a:p>
            <a:pPr marL="0" indent="0">
              <a:lnSpc>
                <a:spcPct val="100000"/>
              </a:lnSpc>
              <a:spcBef>
                <a:spcPts val="0"/>
              </a:spcBef>
              <a:spcAft>
                <a:spcPts val="0"/>
              </a:spcAft>
              <a:buNone/>
            </a:pPr>
            <a:r>
              <a:rPr lang="en-US" sz="1543" b="1" dirty="0">
                <a:latin typeface="Consolas" charset="0"/>
                <a:ea typeface="Consolas" charset="0"/>
                <a:cs typeface="Consolas" charset="0"/>
              </a:rPr>
              <a:t>public interface </a:t>
            </a:r>
            <a:r>
              <a:rPr lang="en-US" sz="1543" b="1" dirty="0" err="1">
                <a:latin typeface="Consolas" charset="0"/>
                <a:ea typeface="Consolas" charset="0"/>
                <a:cs typeface="Consolas" charset="0"/>
              </a:rPr>
              <a:t>Drawable</a:t>
            </a:r>
            <a:r>
              <a:rPr lang="en-US" sz="1543" b="1" dirty="0">
                <a:latin typeface="Consolas" charset="0"/>
                <a:ea typeface="Consolas" charset="0"/>
                <a:cs typeface="Consolas" charset="0"/>
              </a:rPr>
              <a:t> {</a:t>
            </a:r>
          </a:p>
          <a:p>
            <a:pPr marL="0" indent="0">
              <a:lnSpc>
                <a:spcPct val="100000"/>
              </a:lnSpc>
              <a:spcBef>
                <a:spcPts val="0"/>
              </a:spcBef>
              <a:spcAft>
                <a:spcPts val="0"/>
              </a:spcAft>
              <a:buNone/>
            </a:pPr>
            <a:r>
              <a:rPr lang="en-US" sz="1543" b="1" dirty="0">
                <a:latin typeface="Consolas" charset="0"/>
                <a:ea typeface="Consolas" charset="0"/>
                <a:cs typeface="Consolas" charset="0"/>
              </a:rPr>
              <a:t>	void draw();</a:t>
            </a:r>
          </a:p>
          <a:p>
            <a:pPr marL="0" indent="0">
              <a:lnSpc>
                <a:spcPct val="100000"/>
              </a:lnSpc>
              <a:spcBef>
                <a:spcPts val="0"/>
              </a:spcBef>
              <a:spcAft>
                <a:spcPts val="0"/>
              </a:spcAft>
              <a:buNone/>
            </a:pPr>
            <a:r>
              <a:rPr lang="en-US" sz="1543" b="1" dirty="0">
                <a:latin typeface="Consolas" charset="0"/>
                <a:ea typeface="Consolas" charset="0"/>
                <a:cs typeface="Consolas" charset="0"/>
              </a:rPr>
              <a:t>}</a:t>
            </a:r>
          </a:p>
        </p:txBody>
      </p:sp>
      <p:sp>
        <p:nvSpPr>
          <p:cNvPr id="10" name="Content Placeholder 9"/>
          <p:cNvSpPr>
            <a:spLocks noGrp="1"/>
          </p:cNvSpPr>
          <p:nvPr>
            <p:ph sz="quarter" idx="4"/>
          </p:nvPr>
        </p:nvSpPr>
        <p:spPr>
          <a:xfrm>
            <a:off x="5120809" y="2254867"/>
            <a:ext cx="4455308" cy="2107695"/>
          </a:xfrm>
        </p:spPr>
        <p:txBody>
          <a:bodyPr>
            <a:normAutofit/>
          </a:bodyPr>
          <a:lstStyle/>
          <a:p>
            <a:pPr marL="0" indent="0">
              <a:lnSpc>
                <a:spcPct val="100000"/>
              </a:lnSpc>
              <a:spcBef>
                <a:spcPts val="0"/>
              </a:spcBef>
              <a:spcAft>
                <a:spcPts val="0"/>
              </a:spcAft>
              <a:buNone/>
            </a:pPr>
            <a:r>
              <a:rPr lang="en-US" sz="1543" b="1" dirty="0">
                <a:latin typeface="Consolas" charset="0"/>
                <a:ea typeface="Consolas" charset="0"/>
                <a:cs typeface="Consolas" charset="0"/>
              </a:rPr>
              <a:t>public class Rose implements </a:t>
            </a:r>
            <a:r>
              <a:rPr lang="en-US" sz="1543" b="1" dirty="0" err="1">
                <a:latin typeface="Consolas" charset="0"/>
                <a:ea typeface="Consolas" charset="0"/>
                <a:cs typeface="Consolas" charset="0"/>
              </a:rPr>
              <a:t>Drawable</a:t>
            </a:r>
            <a:r>
              <a:rPr lang="en-US" sz="1543" b="1" dirty="0">
                <a:latin typeface="Consolas" charset="0"/>
                <a:ea typeface="Consolas" charset="0"/>
                <a:cs typeface="Consolas" charset="0"/>
              </a:rPr>
              <a:t> {</a:t>
            </a:r>
          </a:p>
          <a:p>
            <a:pPr marL="0" indent="0">
              <a:lnSpc>
                <a:spcPct val="100000"/>
              </a:lnSpc>
              <a:spcBef>
                <a:spcPts val="0"/>
              </a:spcBef>
              <a:spcAft>
                <a:spcPts val="0"/>
              </a:spcAft>
              <a:buNone/>
            </a:pPr>
            <a:r>
              <a:rPr lang="en-US" sz="1543" b="1" dirty="0">
                <a:latin typeface="Consolas" charset="0"/>
                <a:ea typeface="Consolas" charset="0"/>
                <a:cs typeface="Consolas" charset="0"/>
              </a:rPr>
              <a:t>	@Override</a:t>
            </a:r>
          </a:p>
          <a:p>
            <a:pPr marL="0" indent="0">
              <a:lnSpc>
                <a:spcPct val="100000"/>
              </a:lnSpc>
              <a:spcBef>
                <a:spcPts val="0"/>
              </a:spcBef>
              <a:spcAft>
                <a:spcPts val="0"/>
              </a:spcAft>
              <a:buNone/>
            </a:pPr>
            <a:r>
              <a:rPr lang="en-US" sz="1543" b="1" dirty="0">
                <a:latin typeface="Consolas" charset="0"/>
                <a:ea typeface="Consolas" charset="0"/>
                <a:cs typeface="Consolas" charset="0"/>
              </a:rPr>
              <a:t>	public void draw() {</a:t>
            </a:r>
          </a:p>
          <a:p>
            <a:pPr marL="0" indent="0">
              <a:lnSpc>
                <a:spcPct val="100000"/>
              </a:lnSpc>
              <a:spcBef>
                <a:spcPts val="0"/>
              </a:spcBef>
              <a:spcAft>
                <a:spcPts val="0"/>
              </a:spcAft>
              <a:buNone/>
            </a:pPr>
            <a:r>
              <a:rPr lang="en-US" sz="1543" b="1" dirty="0">
                <a:latin typeface="Consolas" charset="0"/>
                <a:ea typeface="Consolas" charset="0"/>
                <a:cs typeface="Consolas" charset="0"/>
              </a:rPr>
              <a:t>		</a:t>
            </a:r>
            <a:r>
              <a:rPr lang="en-US" sz="1543" b="1" dirty="0" err="1">
                <a:latin typeface="Consolas" charset="0"/>
                <a:ea typeface="Consolas" charset="0"/>
                <a:cs typeface="Consolas" charset="0"/>
              </a:rPr>
              <a:t>System.out.printf</a:t>
            </a:r>
            <a:r>
              <a:rPr lang="en-US" sz="1543" b="1" dirty="0">
                <a:latin typeface="Consolas" charset="0"/>
                <a:ea typeface="Consolas" charset="0"/>
                <a:cs typeface="Consolas" charset="0"/>
              </a:rPr>
              <a:t>("@}-,-`-");</a:t>
            </a:r>
          </a:p>
          <a:p>
            <a:pPr marL="0" indent="0">
              <a:lnSpc>
                <a:spcPct val="100000"/>
              </a:lnSpc>
              <a:spcBef>
                <a:spcPts val="0"/>
              </a:spcBef>
              <a:spcAft>
                <a:spcPts val="0"/>
              </a:spcAft>
              <a:buNone/>
            </a:pPr>
            <a:r>
              <a:rPr lang="en-US" sz="1543" b="1" dirty="0">
                <a:latin typeface="Consolas" charset="0"/>
                <a:ea typeface="Consolas" charset="0"/>
                <a:cs typeface="Consolas" charset="0"/>
              </a:rPr>
              <a:t>	}</a:t>
            </a:r>
          </a:p>
          <a:p>
            <a:pPr marL="0" indent="0">
              <a:lnSpc>
                <a:spcPct val="100000"/>
              </a:lnSpc>
              <a:spcBef>
                <a:spcPts val="0"/>
              </a:spcBef>
              <a:spcAft>
                <a:spcPts val="0"/>
              </a:spcAft>
              <a:buNone/>
            </a:pPr>
            <a:r>
              <a:rPr lang="en-US" sz="1543" b="1" dirty="0">
                <a:latin typeface="Consolas" charset="0"/>
                <a:ea typeface="Consolas" charset="0"/>
                <a:cs typeface="Consolas" charset="0"/>
              </a:rPr>
              <a:t>}</a:t>
            </a:r>
          </a:p>
        </p:txBody>
      </p:sp>
      <p:sp>
        <p:nvSpPr>
          <p:cNvPr id="8" name="Text Placeholder 7"/>
          <p:cNvSpPr>
            <a:spLocks noGrp="1"/>
          </p:cNvSpPr>
          <p:nvPr>
            <p:ph type="body" idx="1"/>
          </p:nvPr>
        </p:nvSpPr>
        <p:spPr/>
        <p:txBody>
          <a:bodyPr/>
          <a:lstStyle/>
          <a:p>
            <a:r>
              <a:rPr lang="en-US" dirty="0" err="1"/>
              <a:t>Drawable.java</a:t>
            </a:r>
            <a:endParaRPr lang="en-US" dirty="0"/>
          </a:p>
        </p:txBody>
      </p:sp>
      <p:sp>
        <p:nvSpPr>
          <p:cNvPr id="9" name="Text Placeholder 8"/>
          <p:cNvSpPr>
            <a:spLocks noGrp="1"/>
          </p:cNvSpPr>
          <p:nvPr>
            <p:ph type="body" sz="quarter" idx="3"/>
          </p:nvPr>
        </p:nvSpPr>
        <p:spPr/>
        <p:txBody>
          <a:bodyPr/>
          <a:lstStyle/>
          <a:p>
            <a:r>
              <a:rPr lang="en-US" dirty="0" err="1"/>
              <a:t>Rose.java</a:t>
            </a:r>
            <a:endParaRPr lang="en-US" dirty="0"/>
          </a:p>
        </p:txBody>
      </p:sp>
      <p:sp>
        <p:nvSpPr>
          <p:cNvPr id="11" name="Text Placeholder 7"/>
          <p:cNvSpPr txBox="1">
            <a:spLocks/>
          </p:cNvSpPr>
          <p:nvPr/>
        </p:nvSpPr>
        <p:spPr>
          <a:xfrm>
            <a:off x="504506" y="4144796"/>
            <a:ext cx="4453559" cy="705219"/>
          </a:xfrm>
          <a:prstGeom prst="rect">
            <a:avLst/>
          </a:prstGeom>
        </p:spPr>
        <p:txBody>
          <a:bodyPr vert="horz" lIns="100796" tIns="50398" rIns="100796" bIns="50398" rtlCol="0" anchor="b">
            <a:normAutofit/>
          </a:bodyPr>
          <a:lstStyle>
            <a:lvl1pPr marL="0" indent="0" algn="l" defTabSz="457200" rtl="0" eaLnBrk="1" latinLnBrk="0" hangingPunct="1">
              <a:spcBef>
                <a:spcPct val="20000"/>
              </a:spcBef>
              <a:buFont typeface="Arial"/>
              <a:buNone/>
              <a:defRPr sz="2400" b="1" kern="1200">
                <a:solidFill>
                  <a:schemeClr val="tx1"/>
                </a:solidFill>
                <a:latin typeface="Arial"/>
                <a:ea typeface="+mn-ea"/>
                <a:cs typeface="Arial"/>
              </a:defRPr>
            </a:lvl1pPr>
            <a:lvl2pPr marL="457200" indent="0" algn="l" defTabSz="457200" rtl="0" eaLnBrk="1" latinLnBrk="0" hangingPunct="1">
              <a:spcBef>
                <a:spcPct val="20000"/>
              </a:spcBef>
              <a:buFont typeface="Arial"/>
              <a:buNone/>
              <a:defRPr sz="2000" b="1" kern="1200">
                <a:solidFill>
                  <a:schemeClr val="tx1"/>
                </a:solidFill>
                <a:latin typeface="Arial"/>
                <a:ea typeface="+mn-ea"/>
                <a:cs typeface="Arial"/>
              </a:defRPr>
            </a:lvl2pPr>
            <a:lvl3pPr marL="914400" indent="0" algn="l" defTabSz="457200" rtl="0" eaLnBrk="1" latinLnBrk="0" hangingPunct="1">
              <a:spcBef>
                <a:spcPct val="20000"/>
              </a:spcBef>
              <a:buFont typeface="Arial"/>
              <a:buNone/>
              <a:defRPr sz="1800" b="1"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1" kern="1200">
                <a:solidFill>
                  <a:schemeClr val="tx1"/>
                </a:solidFill>
                <a:latin typeface="Arial"/>
                <a:ea typeface="+mn-ea"/>
                <a:cs typeface="Arial"/>
              </a:defRPr>
            </a:lvl4pPr>
            <a:lvl5pPr marL="1828800" indent="0" algn="l" defTabSz="457200" rtl="0" eaLnBrk="1" latinLnBrk="0" hangingPunct="1">
              <a:spcBef>
                <a:spcPct val="20000"/>
              </a:spcBef>
              <a:buFont typeface="Arial"/>
              <a:buNone/>
              <a:defRPr sz="1600" b="1" kern="1200">
                <a:solidFill>
                  <a:schemeClr val="tx1"/>
                </a:solidFill>
                <a:latin typeface="Arial"/>
                <a:ea typeface="+mn-ea"/>
                <a:cs typeface="Arial"/>
              </a:defRPr>
            </a:lvl5pPr>
            <a:lvl6pPr marL="2286000" indent="0" algn="l" defTabSz="457200" rtl="0" eaLnBrk="1" latinLnBrk="0" hangingPunct="1">
              <a:spcBef>
                <a:spcPct val="20000"/>
              </a:spcBef>
              <a:buFont typeface="Arial"/>
              <a:buNone/>
              <a:defRPr sz="1600" b="1"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1600" b="1"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1600" b="1"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1600" b="1" kern="1200">
                <a:solidFill>
                  <a:schemeClr val="tx1"/>
                </a:solidFill>
                <a:latin typeface="+mn-lt"/>
                <a:ea typeface="+mn-ea"/>
                <a:cs typeface="+mn-cs"/>
              </a:defRPr>
            </a:lvl9pPr>
          </a:lstStyle>
          <a:p>
            <a:r>
              <a:rPr lang="en-US" sz="2646" dirty="0" err="1"/>
              <a:t>Foo.java</a:t>
            </a:r>
            <a:endParaRPr lang="en-US" sz="2646" dirty="0"/>
          </a:p>
        </p:txBody>
      </p:sp>
      <p:sp>
        <p:nvSpPr>
          <p:cNvPr id="12" name="Content Placeholder 2"/>
          <p:cNvSpPr txBox="1">
            <a:spLocks/>
          </p:cNvSpPr>
          <p:nvPr/>
        </p:nvSpPr>
        <p:spPr>
          <a:xfrm>
            <a:off x="504505" y="5024805"/>
            <a:ext cx="9071611" cy="1715140"/>
          </a:xfrm>
          <a:prstGeom prst="rect">
            <a:avLst/>
          </a:prstGeom>
        </p:spPr>
        <p:txBody>
          <a:bodyPr vert="horz" lIns="100796" tIns="50398" rIns="100796" bIns="50398"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6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6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600" kern="1200">
                <a:solidFill>
                  <a:schemeClr val="tx1"/>
                </a:solidFill>
                <a:latin typeface="+mn-lt"/>
                <a:ea typeface="+mn-ea"/>
                <a:cs typeface="+mn-cs"/>
              </a:defRPr>
            </a:lvl9pPr>
          </a:lstStyle>
          <a:p>
            <a:pPr marL="0" indent="0">
              <a:lnSpc>
                <a:spcPct val="100000"/>
              </a:lnSpc>
              <a:spcBef>
                <a:spcPts val="0"/>
              </a:spcBef>
              <a:spcAft>
                <a:spcPts val="0"/>
              </a:spcAft>
              <a:buNone/>
            </a:pPr>
            <a:r>
              <a:rPr lang="en-US" sz="1543" b="1" dirty="0">
                <a:latin typeface="Consolas" charset="0"/>
                <a:ea typeface="Consolas" charset="0"/>
                <a:cs typeface="Consolas" charset="0"/>
              </a:rPr>
              <a:t>public class Foo {</a:t>
            </a:r>
          </a:p>
          <a:p>
            <a:pPr marL="0" indent="0">
              <a:lnSpc>
                <a:spcPct val="100000"/>
              </a:lnSpc>
              <a:spcBef>
                <a:spcPts val="0"/>
              </a:spcBef>
              <a:spcAft>
                <a:spcPts val="0"/>
              </a:spcAft>
              <a:buNone/>
            </a:pPr>
            <a:r>
              <a:rPr lang="en-US" sz="1543" b="1" dirty="0">
                <a:latin typeface="Consolas" charset="0"/>
                <a:ea typeface="Consolas" charset="0"/>
                <a:cs typeface="Consolas" charset="0"/>
              </a:rPr>
              <a:t>	public static void main(String[] </a:t>
            </a:r>
            <a:r>
              <a:rPr lang="en-US" sz="1543" b="1" dirty="0" err="1">
                <a:latin typeface="Consolas" charset="0"/>
                <a:ea typeface="Consolas" charset="0"/>
                <a:cs typeface="Consolas" charset="0"/>
              </a:rPr>
              <a:t>args</a:t>
            </a:r>
            <a:r>
              <a:rPr lang="en-US" sz="1543" b="1" dirty="0">
                <a:latin typeface="Consolas" charset="0"/>
                <a:ea typeface="Consolas" charset="0"/>
                <a:cs typeface="Consolas" charset="0"/>
              </a:rPr>
              <a:t>) {</a:t>
            </a:r>
          </a:p>
          <a:p>
            <a:pPr marL="0" indent="0">
              <a:lnSpc>
                <a:spcPct val="100000"/>
              </a:lnSpc>
              <a:spcBef>
                <a:spcPts val="0"/>
              </a:spcBef>
              <a:spcAft>
                <a:spcPts val="0"/>
              </a:spcAft>
              <a:buNone/>
            </a:pPr>
            <a:r>
              <a:rPr lang="en-US" sz="1543" b="1" dirty="0">
                <a:latin typeface="Consolas" charset="0"/>
                <a:ea typeface="Consolas" charset="0"/>
                <a:cs typeface="Consolas" charset="0"/>
              </a:rPr>
              <a:t>		final </a:t>
            </a:r>
            <a:r>
              <a:rPr lang="en-US" sz="1543" b="1" dirty="0" err="1">
                <a:latin typeface="Consolas" charset="0"/>
                <a:ea typeface="Consolas" charset="0"/>
                <a:cs typeface="Consolas" charset="0"/>
              </a:rPr>
              <a:t>Drawable</a:t>
            </a:r>
            <a:r>
              <a:rPr lang="en-US" sz="1543" b="1" dirty="0">
                <a:latin typeface="Consolas" charset="0"/>
                <a:ea typeface="Consolas" charset="0"/>
                <a:cs typeface="Consolas" charset="0"/>
              </a:rPr>
              <a:t> d = new Rose();</a:t>
            </a:r>
          </a:p>
          <a:p>
            <a:pPr marL="0" indent="0">
              <a:lnSpc>
                <a:spcPct val="100000"/>
              </a:lnSpc>
              <a:spcBef>
                <a:spcPts val="0"/>
              </a:spcBef>
              <a:spcAft>
                <a:spcPts val="0"/>
              </a:spcAft>
              <a:buNone/>
            </a:pPr>
            <a:r>
              <a:rPr lang="en-US" sz="1543" b="1" dirty="0">
                <a:latin typeface="Consolas" charset="0"/>
                <a:ea typeface="Consolas" charset="0"/>
                <a:cs typeface="Consolas" charset="0"/>
              </a:rPr>
              <a:t>		</a:t>
            </a:r>
            <a:r>
              <a:rPr lang="en-US" sz="1543" b="1" dirty="0" err="1">
                <a:latin typeface="Consolas" charset="0"/>
                <a:ea typeface="Consolas" charset="0"/>
                <a:cs typeface="Consolas" charset="0"/>
              </a:rPr>
              <a:t>d.draw</a:t>
            </a:r>
            <a:r>
              <a:rPr lang="en-US" sz="1543" b="1" dirty="0">
                <a:latin typeface="Consolas" charset="0"/>
                <a:ea typeface="Consolas" charset="0"/>
                <a:cs typeface="Consolas" charset="0"/>
              </a:rPr>
              <a:t>();</a:t>
            </a:r>
          </a:p>
          <a:p>
            <a:pPr marL="0" indent="0">
              <a:lnSpc>
                <a:spcPct val="100000"/>
              </a:lnSpc>
              <a:spcBef>
                <a:spcPts val="0"/>
              </a:spcBef>
              <a:spcAft>
                <a:spcPts val="0"/>
              </a:spcAft>
              <a:buNone/>
            </a:pPr>
            <a:r>
              <a:rPr lang="en-US" sz="1543" b="1" dirty="0">
                <a:latin typeface="Consolas" charset="0"/>
                <a:ea typeface="Consolas" charset="0"/>
                <a:cs typeface="Consolas" charset="0"/>
              </a:rPr>
              <a:t>	}</a:t>
            </a:r>
          </a:p>
          <a:p>
            <a:pPr marL="0" indent="0">
              <a:lnSpc>
                <a:spcPct val="100000"/>
              </a:lnSpc>
              <a:spcBef>
                <a:spcPts val="0"/>
              </a:spcBef>
              <a:spcAft>
                <a:spcPts val="0"/>
              </a:spcAft>
              <a:buNone/>
            </a:pPr>
            <a:r>
              <a:rPr lang="en-US" sz="1543" b="1" dirty="0">
                <a:latin typeface="Consolas" charset="0"/>
                <a:ea typeface="Consolas" charset="0"/>
                <a:cs typeface="Consolas" charset="0"/>
              </a:rPr>
              <a:t>}</a:t>
            </a:r>
          </a:p>
        </p:txBody>
      </p:sp>
    </p:spTree>
    <p:extLst>
      <p:ext uri="{BB962C8B-B14F-4D97-AF65-F5344CB8AC3E}">
        <p14:creationId xmlns:p14="http://schemas.microsoft.com/office/powerpoint/2010/main" val="142326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dissolve">
                                      <p:cBhvr>
                                        <p:cTn id="7" dur="500"/>
                                        <p:tgtEl>
                                          <p:spTgt spid="9">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500"/>
                                        <p:tgtEl>
                                          <p:spTgt spid="1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dissolv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build="p"/>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UML</a:t>
            </a:r>
          </a:p>
        </p:txBody>
      </p:sp>
      <p:sp>
        <p:nvSpPr>
          <p:cNvPr id="11" name="Rectangle 10"/>
          <p:cNvSpPr/>
          <p:nvPr/>
        </p:nvSpPr>
        <p:spPr>
          <a:xfrm>
            <a:off x="504507" y="1874170"/>
            <a:ext cx="2459102" cy="11182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646" b="1" dirty="0">
                <a:latin typeface="Consolas" charset="0"/>
                <a:ea typeface="Consolas" charset="0"/>
                <a:cs typeface="Consolas" charset="0"/>
              </a:rPr>
              <a:t>class</a:t>
            </a:r>
          </a:p>
        </p:txBody>
      </p:sp>
      <p:sp>
        <p:nvSpPr>
          <p:cNvPr id="13" name="Rectangle 12"/>
          <p:cNvSpPr/>
          <p:nvPr/>
        </p:nvSpPr>
        <p:spPr>
          <a:xfrm>
            <a:off x="504506" y="5141822"/>
            <a:ext cx="2459102" cy="11182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646" b="1" dirty="0">
                <a:latin typeface="Consolas" charset="0"/>
                <a:ea typeface="Consolas" charset="0"/>
                <a:cs typeface="Consolas" charset="0"/>
              </a:rPr>
              <a:t>class</a:t>
            </a:r>
          </a:p>
        </p:txBody>
      </p:sp>
      <p:sp>
        <p:nvSpPr>
          <p:cNvPr id="16" name="Rectangle 15"/>
          <p:cNvSpPr/>
          <p:nvPr/>
        </p:nvSpPr>
        <p:spPr>
          <a:xfrm>
            <a:off x="3810761" y="1874170"/>
            <a:ext cx="2459102" cy="11182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646" b="1" dirty="0">
                <a:latin typeface="Consolas" charset="0"/>
                <a:ea typeface="Consolas" charset="0"/>
                <a:cs typeface="Consolas" charset="0"/>
              </a:rPr>
              <a:t>interface</a:t>
            </a:r>
          </a:p>
        </p:txBody>
      </p:sp>
      <p:sp>
        <p:nvSpPr>
          <p:cNvPr id="17" name="Rectangle 16"/>
          <p:cNvSpPr/>
          <p:nvPr/>
        </p:nvSpPr>
        <p:spPr>
          <a:xfrm>
            <a:off x="3810761" y="5141822"/>
            <a:ext cx="2459102" cy="11182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646" b="1" dirty="0">
                <a:latin typeface="Consolas" charset="0"/>
                <a:ea typeface="Consolas" charset="0"/>
                <a:cs typeface="Consolas" charset="0"/>
              </a:rPr>
              <a:t>class</a:t>
            </a:r>
          </a:p>
        </p:txBody>
      </p:sp>
      <p:sp>
        <p:nvSpPr>
          <p:cNvPr id="19" name="Rectangle 18"/>
          <p:cNvSpPr/>
          <p:nvPr/>
        </p:nvSpPr>
        <p:spPr>
          <a:xfrm>
            <a:off x="7117015" y="1874170"/>
            <a:ext cx="2459102" cy="11182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646" b="1" dirty="0">
                <a:latin typeface="Consolas" charset="0"/>
                <a:ea typeface="Consolas" charset="0"/>
                <a:cs typeface="Consolas" charset="0"/>
              </a:rPr>
              <a:t>interface</a:t>
            </a:r>
          </a:p>
        </p:txBody>
      </p:sp>
      <p:sp>
        <p:nvSpPr>
          <p:cNvPr id="20" name="Rectangle 19"/>
          <p:cNvSpPr/>
          <p:nvPr/>
        </p:nvSpPr>
        <p:spPr>
          <a:xfrm>
            <a:off x="7117015" y="5123350"/>
            <a:ext cx="2459102" cy="11182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646" b="1" dirty="0">
                <a:latin typeface="Consolas" charset="0"/>
                <a:ea typeface="Consolas" charset="0"/>
                <a:cs typeface="Consolas" charset="0"/>
              </a:rPr>
              <a:t>interface</a:t>
            </a:r>
          </a:p>
        </p:txBody>
      </p:sp>
      <p:sp>
        <p:nvSpPr>
          <p:cNvPr id="26" name="TextBox 25"/>
          <p:cNvSpPr txBox="1"/>
          <p:nvPr/>
        </p:nvSpPr>
        <p:spPr>
          <a:xfrm>
            <a:off x="239719" y="3821419"/>
            <a:ext cx="1486304" cy="491353"/>
          </a:xfrm>
          <a:prstGeom prst="rect">
            <a:avLst/>
          </a:prstGeom>
          <a:noFill/>
        </p:spPr>
        <p:txBody>
          <a:bodyPr wrap="none" rtlCol="0">
            <a:spAutoFit/>
          </a:bodyPr>
          <a:lstStyle/>
          <a:p>
            <a:r>
              <a:rPr lang="en-US" sz="2646" b="1" dirty="0">
                <a:latin typeface="Consolas" charset="0"/>
                <a:ea typeface="Consolas" charset="0"/>
                <a:cs typeface="Consolas" charset="0"/>
              </a:rPr>
              <a:t>extends</a:t>
            </a:r>
          </a:p>
        </p:txBody>
      </p:sp>
      <p:sp>
        <p:nvSpPr>
          <p:cNvPr id="27" name="TextBox 26"/>
          <p:cNvSpPr txBox="1"/>
          <p:nvPr/>
        </p:nvSpPr>
        <p:spPr>
          <a:xfrm>
            <a:off x="3072363" y="3821420"/>
            <a:ext cx="2044149" cy="491353"/>
          </a:xfrm>
          <a:prstGeom prst="rect">
            <a:avLst/>
          </a:prstGeom>
          <a:noFill/>
        </p:spPr>
        <p:txBody>
          <a:bodyPr wrap="none" rtlCol="0">
            <a:spAutoFit/>
          </a:bodyPr>
          <a:lstStyle/>
          <a:p>
            <a:r>
              <a:rPr lang="en-US" sz="2646" b="1">
                <a:latin typeface="Consolas" charset="0"/>
                <a:ea typeface="Consolas" charset="0"/>
                <a:cs typeface="Consolas" charset="0"/>
              </a:rPr>
              <a:t>implements</a:t>
            </a:r>
          </a:p>
        </p:txBody>
      </p:sp>
      <p:sp>
        <p:nvSpPr>
          <p:cNvPr id="28" name="TextBox 27"/>
          <p:cNvSpPr txBox="1"/>
          <p:nvPr/>
        </p:nvSpPr>
        <p:spPr>
          <a:xfrm>
            <a:off x="6928426" y="3821419"/>
            <a:ext cx="1486304" cy="491353"/>
          </a:xfrm>
          <a:prstGeom prst="rect">
            <a:avLst/>
          </a:prstGeom>
          <a:noFill/>
        </p:spPr>
        <p:txBody>
          <a:bodyPr wrap="none" rtlCol="0">
            <a:spAutoFit/>
          </a:bodyPr>
          <a:lstStyle/>
          <a:p>
            <a:r>
              <a:rPr lang="en-US" sz="2646" b="1" dirty="0">
                <a:latin typeface="Consolas" charset="0"/>
                <a:ea typeface="Consolas" charset="0"/>
                <a:cs typeface="Consolas" charset="0"/>
              </a:rPr>
              <a:t>extends</a:t>
            </a:r>
          </a:p>
        </p:txBody>
      </p:sp>
      <p:grpSp>
        <p:nvGrpSpPr>
          <p:cNvPr id="29" name="Group 28"/>
          <p:cNvGrpSpPr/>
          <p:nvPr/>
        </p:nvGrpSpPr>
        <p:grpSpPr>
          <a:xfrm>
            <a:off x="1561354" y="2992371"/>
            <a:ext cx="345403" cy="2149451"/>
            <a:chOff x="6237823" y="1542015"/>
            <a:chExt cx="313343" cy="1949943"/>
          </a:xfrm>
        </p:grpSpPr>
        <p:cxnSp>
          <p:nvCxnSpPr>
            <p:cNvPr id="30" name="Straight Arrow Connector 29"/>
            <p:cNvCxnSpPr>
              <a:stCxn id="13" idx="0"/>
              <a:endCxn id="11" idx="2"/>
            </p:cNvCxnSpPr>
            <p:nvPr/>
          </p:nvCxnSpPr>
          <p:spPr>
            <a:xfrm flipV="1">
              <a:off x="6394496" y="1542015"/>
              <a:ext cx="1" cy="1949943"/>
            </a:xfrm>
            <a:prstGeom prst="straightConnector1">
              <a:avLst/>
            </a:prstGeom>
            <a:ln>
              <a:solidFill>
                <a:schemeClr val="tx1"/>
              </a:solidFill>
              <a:headEnd w="lg" len="lg"/>
              <a:tailEnd type="none" w="lg" len="lg"/>
            </a:ln>
            <a:effectLst/>
          </p:spPr>
          <p:style>
            <a:lnRef idx="2">
              <a:schemeClr val="accent1"/>
            </a:lnRef>
            <a:fillRef idx="0">
              <a:schemeClr val="accent1"/>
            </a:fillRef>
            <a:effectRef idx="1">
              <a:schemeClr val="accent1"/>
            </a:effectRef>
            <a:fontRef idx="minor">
              <a:schemeClr val="tx1"/>
            </a:fontRef>
          </p:style>
        </p:cxnSp>
        <p:sp>
          <p:nvSpPr>
            <p:cNvPr id="31" name="Triangle 30"/>
            <p:cNvSpPr/>
            <p:nvPr/>
          </p:nvSpPr>
          <p:spPr>
            <a:xfrm>
              <a:off x="6237823" y="1576440"/>
              <a:ext cx="313343" cy="270123"/>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646"/>
            </a:p>
          </p:txBody>
        </p:sp>
      </p:grpSp>
      <p:grpSp>
        <p:nvGrpSpPr>
          <p:cNvPr id="34" name="Group 33"/>
          <p:cNvGrpSpPr/>
          <p:nvPr/>
        </p:nvGrpSpPr>
        <p:grpSpPr>
          <a:xfrm>
            <a:off x="4859574" y="3021082"/>
            <a:ext cx="345403" cy="2120740"/>
            <a:chOff x="6237823" y="1576440"/>
            <a:chExt cx="313343" cy="1923897"/>
          </a:xfrm>
        </p:grpSpPr>
        <p:cxnSp>
          <p:nvCxnSpPr>
            <p:cNvPr id="35" name="Straight Arrow Connector 34"/>
            <p:cNvCxnSpPr>
              <a:stCxn id="17" idx="0"/>
              <a:endCxn id="36" idx="0"/>
            </p:cNvCxnSpPr>
            <p:nvPr/>
          </p:nvCxnSpPr>
          <p:spPr>
            <a:xfrm flipH="1" flipV="1">
              <a:off x="6394495" y="1576440"/>
              <a:ext cx="7291" cy="1923897"/>
            </a:xfrm>
            <a:prstGeom prst="straightConnector1">
              <a:avLst/>
            </a:prstGeom>
            <a:ln>
              <a:solidFill>
                <a:schemeClr val="tx1"/>
              </a:solidFill>
              <a:prstDash val="dash"/>
              <a:headEnd w="lg" len="lg"/>
              <a:tailEnd type="none" w="lg" len="lg"/>
            </a:ln>
            <a:effectLst/>
          </p:spPr>
          <p:style>
            <a:lnRef idx="2">
              <a:schemeClr val="accent1"/>
            </a:lnRef>
            <a:fillRef idx="0">
              <a:schemeClr val="accent1"/>
            </a:fillRef>
            <a:effectRef idx="1">
              <a:schemeClr val="accent1"/>
            </a:effectRef>
            <a:fontRef idx="minor">
              <a:schemeClr val="tx1"/>
            </a:fontRef>
          </p:style>
        </p:cxnSp>
        <p:sp>
          <p:nvSpPr>
            <p:cNvPr id="36" name="Triangle 35"/>
            <p:cNvSpPr/>
            <p:nvPr/>
          </p:nvSpPr>
          <p:spPr>
            <a:xfrm>
              <a:off x="6237823" y="1576440"/>
              <a:ext cx="313343" cy="270123"/>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646"/>
            </a:p>
          </p:txBody>
        </p:sp>
      </p:grpSp>
      <p:grpSp>
        <p:nvGrpSpPr>
          <p:cNvPr id="39" name="Group 38"/>
          <p:cNvGrpSpPr/>
          <p:nvPr/>
        </p:nvGrpSpPr>
        <p:grpSpPr>
          <a:xfrm>
            <a:off x="8173864" y="3011845"/>
            <a:ext cx="345403" cy="2111504"/>
            <a:chOff x="6237823" y="1576440"/>
            <a:chExt cx="313343" cy="1915518"/>
          </a:xfrm>
        </p:grpSpPr>
        <p:cxnSp>
          <p:nvCxnSpPr>
            <p:cNvPr id="40" name="Straight Arrow Connector 39"/>
            <p:cNvCxnSpPr>
              <a:stCxn id="20" idx="0"/>
              <a:endCxn id="41" idx="0"/>
            </p:cNvCxnSpPr>
            <p:nvPr/>
          </p:nvCxnSpPr>
          <p:spPr>
            <a:xfrm flipH="1" flipV="1">
              <a:off x="6394495" y="1576440"/>
              <a:ext cx="1" cy="1915518"/>
            </a:xfrm>
            <a:prstGeom prst="straightConnector1">
              <a:avLst/>
            </a:prstGeom>
            <a:ln>
              <a:solidFill>
                <a:schemeClr val="tx1"/>
              </a:solidFill>
              <a:headEnd w="lg" len="lg"/>
              <a:tailEnd type="none" w="lg" len="lg"/>
            </a:ln>
            <a:effectLst/>
          </p:spPr>
          <p:style>
            <a:lnRef idx="2">
              <a:schemeClr val="accent1"/>
            </a:lnRef>
            <a:fillRef idx="0">
              <a:schemeClr val="accent1"/>
            </a:fillRef>
            <a:effectRef idx="1">
              <a:schemeClr val="accent1"/>
            </a:effectRef>
            <a:fontRef idx="minor">
              <a:schemeClr val="tx1"/>
            </a:fontRef>
          </p:style>
        </p:cxnSp>
        <p:sp>
          <p:nvSpPr>
            <p:cNvPr id="41" name="Triangle 40"/>
            <p:cNvSpPr/>
            <p:nvPr/>
          </p:nvSpPr>
          <p:spPr>
            <a:xfrm>
              <a:off x="6237823" y="1576440"/>
              <a:ext cx="313343" cy="270123"/>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646"/>
            </a:p>
          </p:txBody>
        </p:sp>
      </p:grpSp>
    </p:spTree>
    <p:extLst>
      <p:ext uri="{BB962C8B-B14F-4D97-AF65-F5344CB8AC3E}">
        <p14:creationId xmlns:p14="http://schemas.microsoft.com/office/powerpoint/2010/main" val="2085371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Elbow Connector 29"/>
          <p:cNvCxnSpPr>
            <a:stCxn id="22" idx="0"/>
          </p:cNvCxnSpPr>
          <p:nvPr/>
        </p:nvCxnSpPr>
        <p:spPr>
          <a:xfrm rot="16200000" flipV="1">
            <a:off x="3150398" y="1835664"/>
            <a:ext cx="350796" cy="3429035"/>
          </a:xfrm>
          <a:prstGeom prst="bentConnector2">
            <a:avLst/>
          </a:prstGeom>
          <a:ln>
            <a:prstDash val="dash"/>
          </a:ln>
          <a:effectLst/>
        </p:spPr>
        <p:style>
          <a:lnRef idx="2">
            <a:schemeClr val="dk1"/>
          </a:lnRef>
          <a:fillRef idx="0">
            <a:schemeClr val="dk1"/>
          </a:fillRef>
          <a:effectRef idx="1">
            <a:schemeClr val="dk1"/>
          </a:effectRef>
          <a:fontRef idx="minor">
            <a:schemeClr val="tx1"/>
          </a:fontRef>
        </p:style>
      </p:cxnSp>
      <p:cxnSp>
        <p:nvCxnSpPr>
          <p:cNvPr id="25" name="Elbow Connector 24"/>
          <p:cNvCxnSpPr>
            <a:stCxn id="22" idx="0"/>
            <a:endCxn id="15" idx="2"/>
          </p:cNvCxnSpPr>
          <p:nvPr/>
        </p:nvCxnSpPr>
        <p:spPr>
          <a:xfrm rot="5400000" flipH="1" flipV="1">
            <a:off x="6222856" y="1479094"/>
            <a:ext cx="1063943" cy="3429028"/>
          </a:xfrm>
          <a:prstGeom prst="bentConnector3">
            <a:avLst>
              <a:gd name="adj1" fmla="val 33717"/>
            </a:avLst>
          </a:prstGeom>
          <a:effectLst/>
        </p:spPr>
        <p:style>
          <a:lnRef idx="2">
            <a:schemeClr val="dk1"/>
          </a:lnRef>
          <a:fillRef idx="0">
            <a:schemeClr val="dk1"/>
          </a:fillRef>
          <a:effectRef idx="1">
            <a:schemeClr val="dk1"/>
          </a:effectRef>
          <a:fontRef idx="minor">
            <a:schemeClr val="tx1"/>
          </a:fontRef>
        </p:style>
      </p:cxnSp>
      <p:sp>
        <p:nvSpPr>
          <p:cNvPr id="2" name="Title 1"/>
          <p:cNvSpPr>
            <a:spLocks noGrp="1"/>
          </p:cNvSpPr>
          <p:nvPr>
            <p:ph type="title"/>
          </p:nvPr>
        </p:nvSpPr>
        <p:spPr>
          <a:xfrm>
            <a:off x="504507" y="538419"/>
            <a:ext cx="9071610" cy="661650"/>
          </a:xfrm>
        </p:spPr>
        <p:txBody>
          <a:bodyPr>
            <a:normAutofit/>
          </a:bodyPr>
          <a:lstStyle/>
          <a:p>
            <a:r>
              <a:rPr lang="en-US" dirty="0"/>
              <a:t>A Complex Example</a:t>
            </a:r>
          </a:p>
        </p:txBody>
      </p:sp>
      <p:grpSp>
        <p:nvGrpSpPr>
          <p:cNvPr id="9" name="Group 8"/>
          <p:cNvGrpSpPr/>
          <p:nvPr/>
        </p:nvGrpSpPr>
        <p:grpSpPr>
          <a:xfrm>
            <a:off x="504506" y="1430562"/>
            <a:ext cx="2213553" cy="1231075"/>
            <a:chOff x="4356846" y="1783977"/>
            <a:chExt cx="2008095" cy="773909"/>
          </a:xfrm>
        </p:grpSpPr>
        <p:sp>
          <p:nvSpPr>
            <p:cNvPr id="10" name="Rectangle 9"/>
            <p:cNvSpPr/>
            <p:nvPr/>
          </p:nvSpPr>
          <p:spPr>
            <a:xfrm>
              <a:off x="4356846" y="1783977"/>
              <a:ext cx="2008095" cy="3679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64" i="1" dirty="0">
                  <a:latin typeface="Consolas" charset="0"/>
                  <a:ea typeface="Consolas" charset="0"/>
                  <a:cs typeface="Consolas" charset="0"/>
                </a:rPr>
                <a:t>&lt;&lt;interface&gt;&gt;</a:t>
              </a:r>
            </a:p>
            <a:p>
              <a:pPr algn="ctr"/>
              <a:r>
                <a:rPr lang="en-US" sz="1764" b="1" i="1" dirty="0">
                  <a:latin typeface="Consolas" charset="0"/>
                  <a:ea typeface="Consolas" charset="0"/>
                  <a:cs typeface="Consolas" charset="0"/>
                </a:rPr>
                <a:t>Edible</a:t>
              </a:r>
            </a:p>
          </p:txBody>
        </p:sp>
        <p:sp>
          <p:nvSpPr>
            <p:cNvPr id="12" name="Rectangle 11"/>
            <p:cNvSpPr/>
            <p:nvPr/>
          </p:nvSpPr>
          <p:spPr>
            <a:xfrm>
              <a:off x="4356847" y="2151957"/>
              <a:ext cx="2008094" cy="4059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213" i="1" dirty="0">
                  <a:latin typeface="Consolas" charset="0"/>
                  <a:ea typeface="Consolas" charset="0"/>
                  <a:cs typeface="Consolas" charset="0"/>
                </a:rPr>
                <a:t>+</a:t>
              </a:r>
              <a:r>
                <a:rPr lang="en-US" sz="1213" i="1" dirty="0" err="1">
                  <a:latin typeface="Consolas" charset="0"/>
                  <a:ea typeface="Consolas" charset="0"/>
                  <a:cs typeface="Consolas" charset="0"/>
                </a:rPr>
                <a:t>getCalories</a:t>
              </a:r>
              <a:r>
                <a:rPr lang="en-US" sz="1213" i="1" dirty="0">
                  <a:latin typeface="Consolas" charset="0"/>
                  <a:ea typeface="Consolas" charset="0"/>
                  <a:cs typeface="Consolas" charset="0"/>
                </a:rPr>
                <a:t>(): </a:t>
              </a:r>
              <a:r>
                <a:rPr lang="en-US" sz="1213" i="1" dirty="0" err="1">
                  <a:latin typeface="Consolas" charset="0"/>
                  <a:ea typeface="Consolas" charset="0"/>
                  <a:cs typeface="Consolas" charset="0"/>
                </a:rPr>
                <a:t>int</a:t>
              </a:r>
              <a:endParaRPr lang="en-US" sz="1213" i="1" dirty="0">
                <a:latin typeface="Consolas" charset="0"/>
                <a:ea typeface="Consolas" charset="0"/>
                <a:cs typeface="Consolas" charset="0"/>
              </a:endParaRPr>
            </a:p>
          </p:txBody>
        </p:sp>
      </p:grpSp>
      <p:grpSp>
        <p:nvGrpSpPr>
          <p:cNvPr id="13" name="Group 12"/>
          <p:cNvGrpSpPr/>
          <p:nvPr/>
        </p:nvGrpSpPr>
        <p:grpSpPr>
          <a:xfrm>
            <a:off x="7362565" y="1430562"/>
            <a:ext cx="2213553" cy="1231075"/>
            <a:chOff x="4356846" y="1441078"/>
            <a:chExt cx="2008095" cy="1116809"/>
          </a:xfrm>
        </p:grpSpPr>
        <p:sp>
          <p:nvSpPr>
            <p:cNvPr id="14" name="Rectangle 13"/>
            <p:cNvSpPr/>
            <p:nvPr/>
          </p:nvSpPr>
          <p:spPr>
            <a:xfrm>
              <a:off x="4356846" y="1441078"/>
              <a:ext cx="2008095" cy="6028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64" b="1" i="1" dirty="0">
                  <a:latin typeface="Consolas" charset="0"/>
                  <a:ea typeface="Consolas" charset="0"/>
                  <a:cs typeface="Consolas" charset="0"/>
                </a:rPr>
                <a:t>Animal</a:t>
              </a:r>
            </a:p>
          </p:txBody>
        </p:sp>
        <p:sp>
          <p:nvSpPr>
            <p:cNvPr id="15" name="Rectangle 14"/>
            <p:cNvSpPr/>
            <p:nvPr/>
          </p:nvSpPr>
          <p:spPr>
            <a:xfrm>
              <a:off x="4356847" y="1972101"/>
              <a:ext cx="2008094" cy="5857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213" i="1" dirty="0">
                  <a:latin typeface="Consolas" charset="0"/>
                  <a:ea typeface="Consolas" charset="0"/>
                  <a:cs typeface="Consolas" charset="0"/>
                </a:rPr>
                <a:t>+</a:t>
              </a:r>
              <a:r>
                <a:rPr lang="en-US" sz="1213" i="1" dirty="0" err="1">
                  <a:latin typeface="Consolas" charset="0"/>
                  <a:ea typeface="Consolas" charset="0"/>
                  <a:cs typeface="Consolas" charset="0"/>
                </a:rPr>
                <a:t>makeSound</a:t>
              </a:r>
              <a:r>
                <a:rPr lang="en-US" sz="1213" i="1" dirty="0">
                  <a:latin typeface="Consolas" charset="0"/>
                  <a:ea typeface="Consolas" charset="0"/>
                  <a:cs typeface="Consolas" charset="0"/>
                </a:rPr>
                <a:t>(): String</a:t>
              </a:r>
            </a:p>
          </p:txBody>
        </p:sp>
      </p:grpSp>
      <p:sp>
        <p:nvSpPr>
          <p:cNvPr id="16" name="Rectangle 15"/>
          <p:cNvSpPr/>
          <p:nvPr/>
        </p:nvSpPr>
        <p:spPr>
          <a:xfrm>
            <a:off x="7362564" y="3725580"/>
            <a:ext cx="2213553" cy="6645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64" b="1" dirty="0">
                <a:latin typeface="Consolas" charset="0"/>
                <a:ea typeface="Consolas" charset="0"/>
                <a:cs typeface="Consolas" charset="0"/>
              </a:rPr>
              <a:t>Tiger</a:t>
            </a:r>
          </a:p>
        </p:txBody>
      </p:sp>
      <p:grpSp>
        <p:nvGrpSpPr>
          <p:cNvPr id="21" name="Group 20"/>
          <p:cNvGrpSpPr/>
          <p:nvPr/>
        </p:nvGrpSpPr>
        <p:grpSpPr>
          <a:xfrm>
            <a:off x="8296637" y="2661637"/>
            <a:ext cx="345403" cy="1063943"/>
            <a:chOff x="7526079" y="2414589"/>
            <a:chExt cx="313343" cy="965190"/>
          </a:xfrm>
        </p:grpSpPr>
        <p:cxnSp>
          <p:nvCxnSpPr>
            <p:cNvPr id="17" name="Straight Arrow Connector 16"/>
            <p:cNvCxnSpPr>
              <a:stCxn id="16" idx="0"/>
              <a:endCxn id="15" idx="2"/>
            </p:cNvCxnSpPr>
            <p:nvPr/>
          </p:nvCxnSpPr>
          <p:spPr>
            <a:xfrm flipV="1">
              <a:off x="7682752" y="2414589"/>
              <a:ext cx="1" cy="965190"/>
            </a:xfrm>
            <a:prstGeom prst="straightConnector1">
              <a:avLst/>
            </a:prstGeom>
            <a:ln>
              <a:solidFill>
                <a:schemeClr val="tx1"/>
              </a:solidFill>
              <a:headEnd w="lg" len="lg"/>
              <a:tailEnd type="none" w="lg" len="lg"/>
            </a:ln>
            <a:effectLst/>
          </p:spPr>
          <p:style>
            <a:lnRef idx="2">
              <a:schemeClr val="accent1"/>
            </a:lnRef>
            <a:fillRef idx="0">
              <a:schemeClr val="accent1"/>
            </a:fillRef>
            <a:effectRef idx="1">
              <a:schemeClr val="accent1"/>
            </a:effectRef>
            <a:fontRef idx="minor">
              <a:schemeClr val="tx1"/>
            </a:fontRef>
          </p:style>
        </p:cxnSp>
        <p:sp>
          <p:nvSpPr>
            <p:cNvPr id="20" name="Triangle 19"/>
            <p:cNvSpPr/>
            <p:nvPr/>
          </p:nvSpPr>
          <p:spPr>
            <a:xfrm>
              <a:off x="7526079" y="2431679"/>
              <a:ext cx="313343" cy="270123"/>
            </a:xfrm>
            <a:prstGeom prst="triangl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sz="2646"/>
            </a:p>
          </p:txBody>
        </p:sp>
      </p:grpSp>
      <p:sp>
        <p:nvSpPr>
          <p:cNvPr id="22" name="Rectangle 21"/>
          <p:cNvSpPr/>
          <p:nvPr/>
        </p:nvSpPr>
        <p:spPr>
          <a:xfrm>
            <a:off x="3933537" y="3725580"/>
            <a:ext cx="2213553" cy="6645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64" b="1" dirty="0">
                <a:latin typeface="Consolas" charset="0"/>
                <a:ea typeface="Consolas" charset="0"/>
                <a:cs typeface="Consolas" charset="0"/>
              </a:rPr>
              <a:t>Chicken</a:t>
            </a:r>
          </a:p>
        </p:txBody>
      </p:sp>
      <p:sp>
        <p:nvSpPr>
          <p:cNvPr id="26" name="Rectangle 25"/>
          <p:cNvSpPr/>
          <p:nvPr/>
        </p:nvSpPr>
        <p:spPr>
          <a:xfrm>
            <a:off x="504506" y="3725580"/>
            <a:ext cx="2213553" cy="6645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64" b="1" dirty="0">
                <a:latin typeface="Consolas" charset="0"/>
                <a:ea typeface="Consolas" charset="0"/>
                <a:cs typeface="Consolas" charset="0"/>
              </a:rPr>
              <a:t>Fruit</a:t>
            </a:r>
          </a:p>
        </p:txBody>
      </p:sp>
      <p:grpSp>
        <p:nvGrpSpPr>
          <p:cNvPr id="27" name="Group 26"/>
          <p:cNvGrpSpPr/>
          <p:nvPr/>
        </p:nvGrpSpPr>
        <p:grpSpPr>
          <a:xfrm>
            <a:off x="1438582" y="2661637"/>
            <a:ext cx="345403" cy="1063943"/>
            <a:chOff x="7526079" y="2414589"/>
            <a:chExt cx="313343" cy="965190"/>
          </a:xfrm>
        </p:grpSpPr>
        <p:cxnSp>
          <p:nvCxnSpPr>
            <p:cNvPr id="28" name="Straight Arrow Connector 27"/>
            <p:cNvCxnSpPr/>
            <p:nvPr/>
          </p:nvCxnSpPr>
          <p:spPr>
            <a:xfrm flipV="1">
              <a:off x="7682752" y="2414589"/>
              <a:ext cx="1" cy="965190"/>
            </a:xfrm>
            <a:prstGeom prst="straightConnector1">
              <a:avLst/>
            </a:prstGeom>
            <a:ln>
              <a:solidFill>
                <a:schemeClr val="tx1"/>
              </a:solidFill>
              <a:prstDash val="dash"/>
              <a:headEnd w="lg" len="lg"/>
              <a:tailEnd type="none" w="lg" len="lg"/>
            </a:ln>
            <a:effectLst/>
          </p:spPr>
          <p:style>
            <a:lnRef idx="2">
              <a:schemeClr val="accent1"/>
            </a:lnRef>
            <a:fillRef idx="0">
              <a:schemeClr val="accent1"/>
            </a:fillRef>
            <a:effectRef idx="1">
              <a:schemeClr val="accent1"/>
            </a:effectRef>
            <a:fontRef idx="minor">
              <a:schemeClr val="tx1"/>
            </a:fontRef>
          </p:style>
        </p:cxnSp>
        <p:sp>
          <p:nvSpPr>
            <p:cNvPr id="29" name="Triangle 28"/>
            <p:cNvSpPr/>
            <p:nvPr/>
          </p:nvSpPr>
          <p:spPr>
            <a:xfrm>
              <a:off x="7526079" y="2431679"/>
              <a:ext cx="313343" cy="270123"/>
            </a:xfrm>
            <a:prstGeom prst="triangl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sz="2646"/>
            </a:p>
          </p:txBody>
        </p:sp>
      </p:grpSp>
      <p:sp>
        <p:nvSpPr>
          <p:cNvPr id="36" name="Rectangle 35"/>
          <p:cNvSpPr/>
          <p:nvPr/>
        </p:nvSpPr>
        <p:spPr>
          <a:xfrm>
            <a:off x="2718059" y="5062724"/>
            <a:ext cx="2213553" cy="6645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64" b="1" dirty="0">
                <a:latin typeface="Consolas" charset="0"/>
                <a:ea typeface="Consolas" charset="0"/>
                <a:cs typeface="Consolas" charset="0"/>
              </a:rPr>
              <a:t>Apple</a:t>
            </a:r>
          </a:p>
        </p:txBody>
      </p:sp>
      <p:sp>
        <p:nvSpPr>
          <p:cNvPr id="37" name="Rectangle 36"/>
          <p:cNvSpPr/>
          <p:nvPr/>
        </p:nvSpPr>
        <p:spPr>
          <a:xfrm>
            <a:off x="2718058" y="6013676"/>
            <a:ext cx="2213553" cy="6645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764" b="1" dirty="0">
                <a:latin typeface="Consolas" charset="0"/>
                <a:ea typeface="Consolas" charset="0"/>
                <a:cs typeface="Consolas" charset="0"/>
              </a:rPr>
              <a:t>Orange</a:t>
            </a:r>
          </a:p>
        </p:txBody>
      </p:sp>
      <p:grpSp>
        <p:nvGrpSpPr>
          <p:cNvPr id="38" name="Group 37"/>
          <p:cNvGrpSpPr/>
          <p:nvPr/>
        </p:nvGrpSpPr>
        <p:grpSpPr>
          <a:xfrm>
            <a:off x="1438582" y="4401095"/>
            <a:ext cx="345403" cy="1954037"/>
            <a:chOff x="7526079" y="2414589"/>
            <a:chExt cx="313343" cy="1772667"/>
          </a:xfrm>
        </p:grpSpPr>
        <p:cxnSp>
          <p:nvCxnSpPr>
            <p:cNvPr id="39" name="Straight Arrow Connector 38"/>
            <p:cNvCxnSpPr/>
            <p:nvPr/>
          </p:nvCxnSpPr>
          <p:spPr>
            <a:xfrm flipV="1">
              <a:off x="7682753" y="2414589"/>
              <a:ext cx="0" cy="1772667"/>
            </a:xfrm>
            <a:prstGeom prst="straightConnector1">
              <a:avLst/>
            </a:prstGeom>
            <a:ln>
              <a:solidFill>
                <a:schemeClr val="tx1"/>
              </a:solidFill>
              <a:headEnd w="lg" len="lg"/>
              <a:tailEnd type="none" w="lg" len="lg"/>
            </a:ln>
            <a:effectLst/>
          </p:spPr>
          <p:style>
            <a:lnRef idx="2">
              <a:schemeClr val="accent1"/>
            </a:lnRef>
            <a:fillRef idx="0">
              <a:schemeClr val="accent1"/>
            </a:fillRef>
            <a:effectRef idx="1">
              <a:schemeClr val="accent1"/>
            </a:effectRef>
            <a:fontRef idx="minor">
              <a:schemeClr val="tx1"/>
            </a:fontRef>
          </p:style>
        </p:cxnSp>
        <p:sp>
          <p:nvSpPr>
            <p:cNvPr id="40" name="Triangle 39"/>
            <p:cNvSpPr/>
            <p:nvPr/>
          </p:nvSpPr>
          <p:spPr>
            <a:xfrm>
              <a:off x="7526079" y="2431679"/>
              <a:ext cx="313343" cy="270123"/>
            </a:xfrm>
            <a:prstGeom prst="triangl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sz="2646"/>
            </a:p>
          </p:txBody>
        </p:sp>
      </p:grpSp>
      <p:cxnSp>
        <p:nvCxnSpPr>
          <p:cNvPr id="42" name="Straight Arrow Connector 41"/>
          <p:cNvCxnSpPr>
            <a:stCxn id="36" idx="1"/>
          </p:cNvCxnSpPr>
          <p:nvPr/>
        </p:nvCxnSpPr>
        <p:spPr>
          <a:xfrm flipH="1" flipV="1">
            <a:off x="1611280" y="5390279"/>
            <a:ext cx="1106779" cy="4726"/>
          </a:xfrm>
          <a:prstGeom prst="straightConnector1">
            <a:avLst/>
          </a:prstGeom>
          <a:ln>
            <a:solidFill>
              <a:schemeClr val="tx1"/>
            </a:solidFill>
            <a:headEnd w="lg" len="lg"/>
            <a:tailEnd type="none" w="lg" len="lg"/>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H="1" flipV="1">
            <a:off x="1611279" y="6345956"/>
            <a:ext cx="1106779" cy="4726"/>
          </a:xfrm>
          <a:prstGeom prst="straightConnector1">
            <a:avLst/>
          </a:prstGeom>
          <a:ln>
            <a:solidFill>
              <a:schemeClr val="tx1"/>
            </a:solidFill>
            <a:headEnd w="lg" len="lg"/>
            <a:tailEnd type="non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2925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a:t>Exercise</a:t>
            </a:r>
          </a:p>
        </p:txBody>
      </p:sp>
      <p:sp>
        <p:nvSpPr>
          <p:cNvPr id="7" name="Content Placeholder 6"/>
          <p:cNvSpPr>
            <a:spLocks noGrp="1"/>
          </p:cNvSpPr>
          <p:nvPr>
            <p:ph idx="4294967295"/>
          </p:nvPr>
        </p:nvSpPr>
        <p:spPr>
          <a:xfrm>
            <a:off x="504507" y="1409292"/>
            <a:ext cx="9071610" cy="5343668"/>
          </a:xfrm>
          <a:prstGeom prst="rect">
            <a:avLst/>
          </a:prstGeom>
        </p:spPr>
        <p:txBody>
          <a:bodyPr/>
          <a:lstStyle/>
          <a:p>
            <a:r>
              <a:rPr lang="en-US" dirty="0"/>
              <a:t>Create a </a:t>
            </a:r>
            <a:r>
              <a:rPr lang="en-US" b="1" dirty="0">
                <a:latin typeface="Consolas" charset="0"/>
                <a:ea typeface="Consolas" charset="0"/>
                <a:cs typeface="Consolas" charset="0"/>
              </a:rPr>
              <a:t>Measurable</a:t>
            </a:r>
            <a:r>
              <a:rPr lang="en-US" dirty="0"/>
              <a:t> interface, which specifies </a:t>
            </a:r>
            <a:r>
              <a:rPr lang="en-US" b="1" dirty="0" err="1">
                <a:latin typeface="Consolas" charset="0"/>
                <a:ea typeface="Consolas" charset="0"/>
                <a:cs typeface="Consolas" charset="0"/>
              </a:rPr>
              <a:t>getPerimeter</a:t>
            </a:r>
            <a:r>
              <a:rPr lang="en-US" b="1" dirty="0">
                <a:latin typeface="Consolas" charset="0"/>
                <a:ea typeface="Consolas" charset="0"/>
                <a:cs typeface="Consolas" charset="0"/>
              </a:rPr>
              <a:t>()</a:t>
            </a:r>
            <a:r>
              <a:rPr lang="en-US" dirty="0"/>
              <a:t> and </a:t>
            </a:r>
            <a:r>
              <a:rPr lang="en-US" b="1" dirty="0" err="1">
                <a:latin typeface="Consolas" charset="0"/>
                <a:ea typeface="Consolas" charset="0"/>
                <a:cs typeface="Consolas" charset="0"/>
              </a:rPr>
              <a:t>getArea</a:t>
            </a:r>
            <a:r>
              <a:rPr lang="en-US" b="1" dirty="0">
                <a:latin typeface="Consolas" charset="0"/>
                <a:ea typeface="Consolas" charset="0"/>
                <a:cs typeface="Consolas" charset="0"/>
              </a:rPr>
              <a:t>()</a:t>
            </a:r>
            <a:r>
              <a:rPr lang="en-US" dirty="0"/>
              <a:t> methods</a:t>
            </a:r>
          </a:p>
          <a:p>
            <a:r>
              <a:rPr lang="en-US" dirty="0"/>
              <a:t>Create both </a:t>
            </a:r>
            <a:r>
              <a:rPr lang="en-US" b="1" dirty="0">
                <a:latin typeface="Consolas" charset="0"/>
                <a:ea typeface="Consolas" charset="0"/>
                <a:cs typeface="Consolas" charset="0"/>
              </a:rPr>
              <a:t>Rectangle</a:t>
            </a:r>
            <a:r>
              <a:rPr lang="en-US" dirty="0"/>
              <a:t> and </a:t>
            </a:r>
            <a:r>
              <a:rPr lang="en-US" b="1" dirty="0">
                <a:latin typeface="Consolas" charset="0"/>
                <a:ea typeface="Consolas" charset="0"/>
                <a:cs typeface="Consolas" charset="0"/>
              </a:rPr>
              <a:t>Circle</a:t>
            </a:r>
            <a:r>
              <a:rPr lang="en-US" dirty="0"/>
              <a:t> classes that implement </a:t>
            </a:r>
            <a:r>
              <a:rPr lang="en-US" dirty="0">
                <a:latin typeface="Consolas" charset="0"/>
                <a:ea typeface="Consolas" charset="0"/>
                <a:cs typeface="Consolas" charset="0"/>
              </a:rPr>
              <a:t>Measurable</a:t>
            </a:r>
          </a:p>
          <a:p>
            <a:endParaRPr lang="en-US" dirty="0">
              <a:latin typeface="Consolas" charset="0"/>
              <a:ea typeface="Consolas" charset="0"/>
              <a:cs typeface="Consolas" charset="0"/>
            </a:endParaRPr>
          </a:p>
          <a:p>
            <a:r>
              <a:rPr lang="en-US" dirty="0">
                <a:latin typeface="Consolas" charset="0"/>
                <a:ea typeface="Consolas" charset="0"/>
                <a:cs typeface="Consolas" charset="0"/>
              </a:rPr>
              <a:t>Assignment:</a:t>
            </a:r>
          </a:p>
          <a:p>
            <a:pPr lvl="1"/>
            <a:r>
              <a:rPr lang="en-US" dirty="0">
                <a:latin typeface="Consolas" charset="0"/>
                <a:ea typeface="Consolas" charset="0"/>
                <a:cs typeface="Consolas" charset="0"/>
              </a:rPr>
              <a:t>Create a Triangle class that also implements Measurable and test it in the </a:t>
            </a:r>
            <a:r>
              <a:rPr lang="en-US" dirty="0" err="1">
                <a:latin typeface="Consolas" charset="0"/>
                <a:ea typeface="Consolas" charset="0"/>
                <a:cs typeface="Consolas" charset="0"/>
              </a:rPr>
              <a:t>TestShape</a:t>
            </a:r>
            <a:r>
              <a:rPr lang="en-US" dirty="0">
                <a:latin typeface="Consolas" charset="0"/>
                <a:ea typeface="Consolas" charset="0"/>
                <a:cs typeface="Consolas" charset="0"/>
              </a:rPr>
              <a:t> class.</a:t>
            </a:r>
          </a:p>
          <a:p>
            <a:pPr lvl="2"/>
            <a:r>
              <a:rPr lang="en-US" dirty="0">
                <a:latin typeface="Consolas" charset="0"/>
                <a:ea typeface="Consolas" charset="0"/>
                <a:cs typeface="Consolas" charset="0"/>
              </a:rPr>
              <a:t>Hint: Search in Google for how to calculate area and perimeter of triangle</a:t>
            </a:r>
          </a:p>
        </p:txBody>
      </p:sp>
    </p:spTree>
    <p:extLst>
      <p:ext uri="{BB962C8B-B14F-4D97-AF65-F5344CB8AC3E}">
        <p14:creationId xmlns:p14="http://schemas.microsoft.com/office/powerpoint/2010/main" val="557451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Answer</a:t>
            </a:r>
          </a:p>
        </p:txBody>
      </p:sp>
      <p:sp>
        <p:nvSpPr>
          <p:cNvPr id="8" name="Content Placeholder 7"/>
          <p:cNvSpPr>
            <a:spLocks noGrp="1"/>
          </p:cNvSpPr>
          <p:nvPr>
            <p:ph sz="half" idx="2"/>
          </p:nvPr>
        </p:nvSpPr>
        <p:spPr>
          <a:xfrm>
            <a:off x="504507" y="3149864"/>
            <a:ext cx="4453559" cy="3603096"/>
          </a:xfrm>
        </p:spPr>
        <p:txBody>
          <a:bodyPr>
            <a:normAutofit/>
          </a:bodyPr>
          <a:lstStyle/>
          <a:p>
            <a:pPr marL="0" indent="0">
              <a:lnSpc>
                <a:spcPct val="120000"/>
              </a:lnSpc>
              <a:spcBef>
                <a:spcPts val="0"/>
              </a:spcBef>
              <a:spcAft>
                <a:spcPts val="0"/>
              </a:spcAft>
              <a:buNone/>
            </a:pPr>
            <a:r>
              <a:rPr lang="en-US" sz="1102" b="1" dirty="0">
                <a:latin typeface="Consolas" charset="0"/>
                <a:ea typeface="Consolas" charset="0"/>
                <a:cs typeface="Consolas" charset="0"/>
              </a:rPr>
              <a:t>public class Circle implements Measurable {</a:t>
            </a:r>
          </a:p>
          <a:p>
            <a:pPr marL="0" indent="0">
              <a:lnSpc>
                <a:spcPct val="120000"/>
              </a:lnSpc>
              <a:spcBef>
                <a:spcPts val="0"/>
              </a:spcBef>
              <a:spcAft>
                <a:spcPts val="0"/>
              </a:spcAft>
              <a:buNone/>
            </a:pPr>
            <a:r>
              <a:rPr lang="en-US" sz="1102" b="1" dirty="0">
                <a:latin typeface="Consolas" charset="0"/>
                <a:ea typeface="Consolas" charset="0"/>
                <a:cs typeface="Consolas" charset="0"/>
              </a:rPr>
              <a:t>	final private double radius;</a:t>
            </a:r>
          </a:p>
          <a:p>
            <a:pPr marL="0" indent="0">
              <a:lnSpc>
                <a:spcPct val="120000"/>
              </a:lnSpc>
              <a:spcBef>
                <a:spcPts val="0"/>
              </a:spcBef>
              <a:spcAft>
                <a:spcPts val="0"/>
              </a:spcAft>
              <a:buNone/>
            </a:pPr>
            <a:endParaRPr lang="en-US" sz="1102" b="1" dirty="0">
              <a:latin typeface="Consolas" charset="0"/>
              <a:ea typeface="Consolas" charset="0"/>
              <a:cs typeface="Consolas" charset="0"/>
            </a:endParaRPr>
          </a:p>
          <a:p>
            <a:pPr marL="0" indent="0">
              <a:lnSpc>
                <a:spcPct val="120000"/>
              </a:lnSpc>
              <a:spcBef>
                <a:spcPts val="0"/>
              </a:spcBef>
              <a:spcAft>
                <a:spcPts val="0"/>
              </a:spcAft>
              <a:buNone/>
            </a:pPr>
            <a:r>
              <a:rPr lang="en-US" sz="1102" b="1" dirty="0">
                <a:latin typeface="Consolas" charset="0"/>
                <a:ea typeface="Consolas" charset="0"/>
                <a:cs typeface="Consolas" charset="0"/>
              </a:rPr>
              <a:t>	public Circle(double radius) {</a:t>
            </a:r>
          </a:p>
          <a:p>
            <a:pPr marL="0" indent="0">
              <a:lnSpc>
                <a:spcPct val="120000"/>
              </a:lnSpc>
              <a:spcBef>
                <a:spcPts val="0"/>
              </a:spcBef>
              <a:spcAft>
                <a:spcPts val="0"/>
              </a:spcAft>
              <a:buNone/>
            </a:pPr>
            <a:r>
              <a:rPr lang="en-US" sz="1102" b="1" dirty="0">
                <a:latin typeface="Consolas" charset="0"/>
                <a:ea typeface="Consolas" charset="0"/>
                <a:cs typeface="Consolas" charset="0"/>
              </a:rPr>
              <a:t>		</a:t>
            </a:r>
            <a:r>
              <a:rPr lang="en-US" sz="1102" b="1" dirty="0" err="1">
                <a:latin typeface="Consolas" charset="0"/>
                <a:ea typeface="Consolas" charset="0"/>
                <a:cs typeface="Consolas" charset="0"/>
              </a:rPr>
              <a:t>this.radius</a:t>
            </a:r>
            <a:r>
              <a:rPr lang="en-US" sz="1102" b="1" dirty="0">
                <a:latin typeface="Consolas" charset="0"/>
                <a:ea typeface="Consolas" charset="0"/>
                <a:cs typeface="Consolas" charset="0"/>
              </a:rPr>
              <a:t> = radius;</a:t>
            </a:r>
          </a:p>
          <a:p>
            <a:pPr marL="0" indent="0">
              <a:lnSpc>
                <a:spcPct val="120000"/>
              </a:lnSpc>
              <a:spcBef>
                <a:spcPts val="0"/>
              </a:spcBef>
              <a:spcAft>
                <a:spcPts val="0"/>
              </a:spcAft>
              <a:buNone/>
            </a:pPr>
            <a:r>
              <a:rPr lang="en-US" sz="1102" b="1" dirty="0">
                <a:latin typeface="Consolas" charset="0"/>
                <a:ea typeface="Consolas" charset="0"/>
                <a:cs typeface="Consolas" charset="0"/>
              </a:rPr>
              <a:t>	}</a:t>
            </a:r>
          </a:p>
          <a:p>
            <a:pPr marL="0" indent="0">
              <a:lnSpc>
                <a:spcPct val="120000"/>
              </a:lnSpc>
              <a:spcBef>
                <a:spcPts val="0"/>
              </a:spcBef>
              <a:spcAft>
                <a:spcPts val="0"/>
              </a:spcAft>
              <a:buNone/>
            </a:pPr>
            <a:endParaRPr lang="en-US" sz="1102" b="1" dirty="0">
              <a:latin typeface="Consolas" charset="0"/>
              <a:ea typeface="Consolas" charset="0"/>
              <a:cs typeface="Consolas" charset="0"/>
            </a:endParaRPr>
          </a:p>
          <a:p>
            <a:pPr marL="0" indent="0">
              <a:lnSpc>
                <a:spcPct val="120000"/>
              </a:lnSpc>
              <a:spcBef>
                <a:spcPts val="0"/>
              </a:spcBef>
              <a:spcAft>
                <a:spcPts val="0"/>
              </a:spcAft>
              <a:buNone/>
            </a:pPr>
            <a:r>
              <a:rPr lang="en-US" sz="1102" b="1" dirty="0">
                <a:latin typeface="Consolas" charset="0"/>
                <a:ea typeface="Consolas" charset="0"/>
                <a:cs typeface="Consolas" charset="0"/>
              </a:rPr>
              <a:t>	@Override</a:t>
            </a:r>
          </a:p>
          <a:p>
            <a:pPr marL="0" indent="0">
              <a:lnSpc>
                <a:spcPct val="120000"/>
              </a:lnSpc>
              <a:spcBef>
                <a:spcPts val="0"/>
              </a:spcBef>
              <a:spcAft>
                <a:spcPts val="0"/>
              </a:spcAft>
              <a:buNone/>
            </a:pPr>
            <a:r>
              <a:rPr lang="en-US" sz="1102" b="1" dirty="0">
                <a:latin typeface="Consolas" charset="0"/>
                <a:ea typeface="Consolas" charset="0"/>
                <a:cs typeface="Consolas" charset="0"/>
              </a:rPr>
              <a:t>	public double </a:t>
            </a:r>
            <a:r>
              <a:rPr lang="en-US" sz="1102" b="1" dirty="0" err="1">
                <a:latin typeface="Consolas" charset="0"/>
                <a:ea typeface="Consolas" charset="0"/>
                <a:cs typeface="Consolas" charset="0"/>
              </a:rPr>
              <a:t>getArea</a:t>
            </a:r>
            <a:r>
              <a:rPr lang="en-US" sz="1102" b="1" dirty="0">
                <a:latin typeface="Consolas" charset="0"/>
                <a:ea typeface="Consolas" charset="0"/>
                <a:cs typeface="Consolas" charset="0"/>
              </a:rPr>
              <a:t>() {</a:t>
            </a:r>
          </a:p>
          <a:p>
            <a:pPr marL="0" indent="0">
              <a:lnSpc>
                <a:spcPct val="120000"/>
              </a:lnSpc>
              <a:spcBef>
                <a:spcPts val="0"/>
              </a:spcBef>
              <a:spcAft>
                <a:spcPts val="0"/>
              </a:spcAft>
              <a:buNone/>
            </a:pPr>
            <a:r>
              <a:rPr lang="en-US" sz="1102" b="1" dirty="0">
                <a:latin typeface="Consolas" charset="0"/>
                <a:ea typeface="Consolas" charset="0"/>
                <a:cs typeface="Consolas" charset="0"/>
              </a:rPr>
              <a:t>		return </a:t>
            </a:r>
            <a:r>
              <a:rPr lang="en-US" sz="1102" b="1" dirty="0" err="1">
                <a:latin typeface="Consolas" charset="0"/>
                <a:ea typeface="Consolas" charset="0"/>
                <a:cs typeface="Consolas" charset="0"/>
              </a:rPr>
              <a:t>Math.PI</a:t>
            </a:r>
            <a:r>
              <a:rPr lang="en-US" sz="1102" b="1" dirty="0">
                <a:latin typeface="Consolas" charset="0"/>
                <a:ea typeface="Consolas" charset="0"/>
                <a:cs typeface="Consolas" charset="0"/>
              </a:rPr>
              <a:t>*radius*radius;</a:t>
            </a:r>
          </a:p>
          <a:p>
            <a:pPr marL="0" indent="0">
              <a:lnSpc>
                <a:spcPct val="120000"/>
              </a:lnSpc>
              <a:spcBef>
                <a:spcPts val="0"/>
              </a:spcBef>
              <a:spcAft>
                <a:spcPts val="0"/>
              </a:spcAft>
              <a:buNone/>
            </a:pPr>
            <a:r>
              <a:rPr lang="en-US" sz="1102" b="1" dirty="0">
                <a:latin typeface="Consolas" charset="0"/>
                <a:ea typeface="Consolas" charset="0"/>
                <a:cs typeface="Consolas" charset="0"/>
              </a:rPr>
              <a:t>	}</a:t>
            </a:r>
          </a:p>
          <a:p>
            <a:pPr marL="0" indent="0">
              <a:lnSpc>
                <a:spcPct val="120000"/>
              </a:lnSpc>
              <a:spcBef>
                <a:spcPts val="0"/>
              </a:spcBef>
              <a:spcAft>
                <a:spcPts val="0"/>
              </a:spcAft>
              <a:buNone/>
            </a:pPr>
            <a:endParaRPr lang="en-US" sz="1102" b="1" dirty="0">
              <a:latin typeface="Consolas" charset="0"/>
              <a:ea typeface="Consolas" charset="0"/>
              <a:cs typeface="Consolas" charset="0"/>
            </a:endParaRPr>
          </a:p>
          <a:p>
            <a:pPr marL="0" indent="0">
              <a:lnSpc>
                <a:spcPct val="120000"/>
              </a:lnSpc>
              <a:spcBef>
                <a:spcPts val="0"/>
              </a:spcBef>
              <a:spcAft>
                <a:spcPts val="0"/>
              </a:spcAft>
              <a:buNone/>
            </a:pPr>
            <a:r>
              <a:rPr lang="en-US" sz="1102" b="1" dirty="0">
                <a:latin typeface="Consolas" charset="0"/>
                <a:ea typeface="Consolas" charset="0"/>
                <a:cs typeface="Consolas" charset="0"/>
              </a:rPr>
              <a:t>	@Override public double </a:t>
            </a:r>
            <a:r>
              <a:rPr lang="en-US" sz="1102" b="1" dirty="0" err="1">
                <a:latin typeface="Consolas" charset="0"/>
                <a:ea typeface="Consolas" charset="0"/>
                <a:cs typeface="Consolas" charset="0"/>
              </a:rPr>
              <a:t>getPerimeter</a:t>
            </a:r>
            <a:r>
              <a:rPr lang="en-US" sz="1102" b="1" dirty="0">
                <a:latin typeface="Consolas" charset="0"/>
                <a:ea typeface="Consolas" charset="0"/>
                <a:cs typeface="Consolas" charset="0"/>
              </a:rPr>
              <a:t>() {</a:t>
            </a:r>
          </a:p>
          <a:p>
            <a:pPr marL="0" indent="0">
              <a:lnSpc>
                <a:spcPct val="120000"/>
              </a:lnSpc>
              <a:spcBef>
                <a:spcPts val="0"/>
              </a:spcBef>
              <a:spcAft>
                <a:spcPts val="0"/>
              </a:spcAft>
              <a:buNone/>
            </a:pPr>
            <a:r>
              <a:rPr lang="en-US" sz="1102" b="1" dirty="0">
                <a:latin typeface="Consolas" charset="0"/>
                <a:ea typeface="Consolas" charset="0"/>
                <a:cs typeface="Consolas" charset="0"/>
              </a:rPr>
              <a:t>		return 2.*</a:t>
            </a:r>
            <a:r>
              <a:rPr lang="en-US" sz="1102" b="1" dirty="0" err="1">
                <a:latin typeface="Consolas" charset="0"/>
                <a:ea typeface="Consolas" charset="0"/>
                <a:cs typeface="Consolas" charset="0"/>
              </a:rPr>
              <a:t>Math.PI</a:t>
            </a:r>
            <a:r>
              <a:rPr lang="en-US" sz="1102" b="1" dirty="0">
                <a:latin typeface="Consolas" charset="0"/>
                <a:ea typeface="Consolas" charset="0"/>
                <a:cs typeface="Consolas" charset="0"/>
              </a:rPr>
              <a:t>*radius;</a:t>
            </a:r>
          </a:p>
          <a:p>
            <a:pPr marL="0" indent="0">
              <a:lnSpc>
                <a:spcPct val="120000"/>
              </a:lnSpc>
              <a:spcBef>
                <a:spcPts val="0"/>
              </a:spcBef>
              <a:spcAft>
                <a:spcPts val="0"/>
              </a:spcAft>
              <a:buNone/>
            </a:pPr>
            <a:r>
              <a:rPr lang="en-US" sz="1102" b="1" dirty="0">
                <a:latin typeface="Consolas" charset="0"/>
                <a:ea typeface="Consolas" charset="0"/>
                <a:cs typeface="Consolas" charset="0"/>
              </a:rPr>
              <a:t>	}</a:t>
            </a:r>
          </a:p>
          <a:p>
            <a:pPr marL="0" indent="0">
              <a:lnSpc>
                <a:spcPct val="120000"/>
              </a:lnSpc>
              <a:spcBef>
                <a:spcPts val="0"/>
              </a:spcBef>
              <a:spcAft>
                <a:spcPts val="0"/>
              </a:spcAft>
              <a:buNone/>
            </a:pPr>
            <a:r>
              <a:rPr lang="en-US" sz="1102" b="1" dirty="0">
                <a:latin typeface="Consolas" charset="0"/>
                <a:ea typeface="Consolas" charset="0"/>
                <a:cs typeface="Consolas" charset="0"/>
              </a:rPr>
              <a:t>}</a:t>
            </a:r>
          </a:p>
        </p:txBody>
      </p:sp>
      <p:sp>
        <p:nvSpPr>
          <p:cNvPr id="10" name="Content Placeholder 9"/>
          <p:cNvSpPr>
            <a:spLocks noGrp="1"/>
          </p:cNvSpPr>
          <p:nvPr>
            <p:ph sz="quarter" idx="4"/>
          </p:nvPr>
        </p:nvSpPr>
        <p:spPr>
          <a:xfrm>
            <a:off x="5120809" y="3149864"/>
            <a:ext cx="4455308" cy="3603096"/>
          </a:xfrm>
        </p:spPr>
        <p:txBody>
          <a:bodyPr>
            <a:normAutofit fontScale="92500" lnSpcReduction="10000"/>
          </a:bodyPr>
          <a:lstStyle/>
          <a:p>
            <a:pPr marL="0" indent="0">
              <a:lnSpc>
                <a:spcPct val="120000"/>
              </a:lnSpc>
              <a:spcBef>
                <a:spcPts val="0"/>
              </a:spcBef>
              <a:spcAft>
                <a:spcPts val="0"/>
              </a:spcAft>
              <a:buNone/>
            </a:pPr>
            <a:r>
              <a:rPr lang="en-US" sz="1213" b="1" dirty="0">
                <a:latin typeface="Consolas" charset="0"/>
                <a:ea typeface="Consolas" charset="0"/>
                <a:cs typeface="Consolas" charset="0"/>
              </a:rPr>
              <a:t>public class Rectangle implements Measurable {</a:t>
            </a:r>
          </a:p>
          <a:p>
            <a:pPr marL="0" indent="0">
              <a:lnSpc>
                <a:spcPct val="120000"/>
              </a:lnSpc>
              <a:spcBef>
                <a:spcPts val="0"/>
              </a:spcBef>
              <a:spcAft>
                <a:spcPts val="0"/>
              </a:spcAft>
              <a:buNone/>
            </a:pPr>
            <a:r>
              <a:rPr lang="en-US" sz="1213" b="1" dirty="0">
                <a:latin typeface="Consolas" charset="0"/>
                <a:ea typeface="Consolas" charset="0"/>
                <a:cs typeface="Consolas" charset="0"/>
              </a:rPr>
              <a:t>	final private double h;</a:t>
            </a:r>
          </a:p>
          <a:p>
            <a:pPr marL="0" indent="0">
              <a:lnSpc>
                <a:spcPct val="120000"/>
              </a:lnSpc>
              <a:spcBef>
                <a:spcPts val="0"/>
              </a:spcBef>
              <a:spcAft>
                <a:spcPts val="0"/>
              </a:spcAft>
              <a:buNone/>
            </a:pPr>
            <a:r>
              <a:rPr lang="en-US" sz="1213" b="1" dirty="0">
                <a:latin typeface="Consolas" charset="0"/>
                <a:ea typeface="Consolas" charset="0"/>
                <a:cs typeface="Consolas" charset="0"/>
              </a:rPr>
              <a:t>	final private double w;</a:t>
            </a:r>
          </a:p>
          <a:p>
            <a:pPr marL="0" indent="0">
              <a:lnSpc>
                <a:spcPct val="120000"/>
              </a:lnSpc>
              <a:spcBef>
                <a:spcPts val="0"/>
              </a:spcBef>
              <a:spcAft>
                <a:spcPts val="0"/>
              </a:spcAft>
              <a:buNone/>
            </a:pPr>
            <a:endParaRPr lang="en-US" sz="1213" b="1" dirty="0">
              <a:latin typeface="Consolas" charset="0"/>
              <a:ea typeface="Consolas" charset="0"/>
              <a:cs typeface="Consolas" charset="0"/>
            </a:endParaRPr>
          </a:p>
          <a:p>
            <a:pPr marL="0" indent="0">
              <a:lnSpc>
                <a:spcPct val="120000"/>
              </a:lnSpc>
              <a:spcBef>
                <a:spcPts val="0"/>
              </a:spcBef>
              <a:spcAft>
                <a:spcPts val="0"/>
              </a:spcAft>
              <a:buNone/>
            </a:pPr>
            <a:r>
              <a:rPr lang="en-US" sz="1213" b="1" dirty="0">
                <a:latin typeface="Consolas" charset="0"/>
                <a:ea typeface="Consolas" charset="0"/>
                <a:cs typeface="Consolas" charset="0"/>
              </a:rPr>
              <a:t>	public Rectangle(double h, double w) {</a:t>
            </a:r>
          </a:p>
          <a:p>
            <a:pPr marL="0" indent="0">
              <a:lnSpc>
                <a:spcPct val="120000"/>
              </a:lnSpc>
              <a:spcBef>
                <a:spcPts val="0"/>
              </a:spcBef>
              <a:spcAft>
                <a:spcPts val="0"/>
              </a:spcAft>
              <a:buNone/>
            </a:pPr>
            <a:r>
              <a:rPr lang="en-US" sz="1213" b="1" dirty="0">
                <a:latin typeface="Consolas" charset="0"/>
                <a:ea typeface="Consolas" charset="0"/>
                <a:cs typeface="Consolas" charset="0"/>
              </a:rPr>
              <a:t>		</a:t>
            </a:r>
            <a:r>
              <a:rPr lang="en-US" sz="1213" b="1" dirty="0" err="1">
                <a:latin typeface="Consolas" charset="0"/>
                <a:ea typeface="Consolas" charset="0"/>
                <a:cs typeface="Consolas" charset="0"/>
              </a:rPr>
              <a:t>this.h</a:t>
            </a:r>
            <a:r>
              <a:rPr lang="en-US" sz="1213" b="1" dirty="0">
                <a:latin typeface="Consolas" charset="0"/>
                <a:ea typeface="Consolas" charset="0"/>
                <a:cs typeface="Consolas" charset="0"/>
              </a:rPr>
              <a:t> = h;</a:t>
            </a:r>
          </a:p>
          <a:p>
            <a:pPr marL="0" indent="0">
              <a:lnSpc>
                <a:spcPct val="120000"/>
              </a:lnSpc>
              <a:spcBef>
                <a:spcPts val="0"/>
              </a:spcBef>
              <a:spcAft>
                <a:spcPts val="0"/>
              </a:spcAft>
              <a:buNone/>
            </a:pPr>
            <a:r>
              <a:rPr lang="en-US" sz="1213" b="1" dirty="0">
                <a:latin typeface="Consolas" charset="0"/>
                <a:ea typeface="Consolas" charset="0"/>
                <a:cs typeface="Consolas" charset="0"/>
              </a:rPr>
              <a:t>		</a:t>
            </a:r>
            <a:r>
              <a:rPr lang="en-US" sz="1213" b="1" dirty="0" err="1">
                <a:latin typeface="Consolas" charset="0"/>
                <a:ea typeface="Consolas" charset="0"/>
                <a:cs typeface="Consolas" charset="0"/>
              </a:rPr>
              <a:t>this.w</a:t>
            </a:r>
            <a:r>
              <a:rPr lang="en-US" sz="1213" b="1" dirty="0">
                <a:latin typeface="Consolas" charset="0"/>
                <a:ea typeface="Consolas" charset="0"/>
                <a:cs typeface="Consolas" charset="0"/>
              </a:rPr>
              <a:t> = w;</a:t>
            </a:r>
          </a:p>
          <a:p>
            <a:pPr marL="0" indent="0">
              <a:lnSpc>
                <a:spcPct val="120000"/>
              </a:lnSpc>
              <a:spcBef>
                <a:spcPts val="0"/>
              </a:spcBef>
              <a:spcAft>
                <a:spcPts val="0"/>
              </a:spcAft>
              <a:buNone/>
            </a:pPr>
            <a:r>
              <a:rPr lang="en-US" sz="1213" b="1" dirty="0">
                <a:latin typeface="Consolas" charset="0"/>
                <a:ea typeface="Consolas" charset="0"/>
                <a:cs typeface="Consolas" charset="0"/>
              </a:rPr>
              <a:t>	}</a:t>
            </a:r>
          </a:p>
          <a:p>
            <a:pPr marL="0" indent="0">
              <a:lnSpc>
                <a:spcPct val="120000"/>
              </a:lnSpc>
              <a:spcBef>
                <a:spcPts val="0"/>
              </a:spcBef>
              <a:spcAft>
                <a:spcPts val="0"/>
              </a:spcAft>
              <a:buNone/>
            </a:pPr>
            <a:endParaRPr lang="en-US" sz="1213" b="1" dirty="0">
              <a:latin typeface="Consolas" charset="0"/>
              <a:ea typeface="Consolas" charset="0"/>
              <a:cs typeface="Consolas" charset="0"/>
            </a:endParaRPr>
          </a:p>
          <a:p>
            <a:pPr marL="0" indent="0">
              <a:lnSpc>
                <a:spcPct val="120000"/>
              </a:lnSpc>
              <a:spcBef>
                <a:spcPts val="0"/>
              </a:spcBef>
              <a:spcAft>
                <a:spcPts val="0"/>
              </a:spcAft>
              <a:buNone/>
            </a:pPr>
            <a:r>
              <a:rPr lang="en-US" sz="1213" b="1" dirty="0">
                <a:latin typeface="Consolas" charset="0"/>
                <a:ea typeface="Consolas" charset="0"/>
                <a:cs typeface="Consolas" charset="0"/>
              </a:rPr>
              <a:t>	@Override</a:t>
            </a:r>
          </a:p>
          <a:p>
            <a:pPr marL="0" indent="0">
              <a:lnSpc>
                <a:spcPct val="120000"/>
              </a:lnSpc>
              <a:spcBef>
                <a:spcPts val="0"/>
              </a:spcBef>
              <a:spcAft>
                <a:spcPts val="0"/>
              </a:spcAft>
              <a:buNone/>
            </a:pPr>
            <a:r>
              <a:rPr lang="en-US" sz="1213" b="1" dirty="0">
                <a:latin typeface="Consolas" charset="0"/>
                <a:ea typeface="Consolas" charset="0"/>
                <a:cs typeface="Consolas" charset="0"/>
              </a:rPr>
              <a:t>	public double </a:t>
            </a:r>
            <a:r>
              <a:rPr lang="en-US" sz="1213" b="1" dirty="0" err="1">
                <a:latin typeface="Consolas" charset="0"/>
                <a:ea typeface="Consolas" charset="0"/>
                <a:cs typeface="Consolas" charset="0"/>
              </a:rPr>
              <a:t>getArea</a:t>
            </a:r>
            <a:r>
              <a:rPr lang="en-US" sz="1213" b="1" dirty="0">
                <a:latin typeface="Consolas" charset="0"/>
                <a:ea typeface="Consolas" charset="0"/>
                <a:cs typeface="Consolas" charset="0"/>
              </a:rPr>
              <a:t>() {</a:t>
            </a:r>
          </a:p>
          <a:p>
            <a:pPr marL="0" indent="0">
              <a:lnSpc>
                <a:spcPct val="120000"/>
              </a:lnSpc>
              <a:spcBef>
                <a:spcPts val="0"/>
              </a:spcBef>
              <a:spcAft>
                <a:spcPts val="0"/>
              </a:spcAft>
              <a:buNone/>
            </a:pPr>
            <a:r>
              <a:rPr lang="en-US" sz="1213" b="1" dirty="0">
                <a:latin typeface="Consolas" charset="0"/>
                <a:ea typeface="Consolas" charset="0"/>
                <a:cs typeface="Consolas" charset="0"/>
              </a:rPr>
              <a:t>		return h*w;</a:t>
            </a:r>
          </a:p>
          <a:p>
            <a:pPr marL="0" indent="0">
              <a:lnSpc>
                <a:spcPct val="120000"/>
              </a:lnSpc>
              <a:spcBef>
                <a:spcPts val="0"/>
              </a:spcBef>
              <a:spcAft>
                <a:spcPts val="0"/>
              </a:spcAft>
              <a:buNone/>
            </a:pPr>
            <a:r>
              <a:rPr lang="en-US" sz="1213" b="1" dirty="0">
                <a:latin typeface="Consolas" charset="0"/>
                <a:ea typeface="Consolas" charset="0"/>
                <a:cs typeface="Consolas" charset="0"/>
              </a:rPr>
              <a:t>	}</a:t>
            </a:r>
          </a:p>
          <a:p>
            <a:pPr marL="0" indent="0">
              <a:lnSpc>
                <a:spcPct val="120000"/>
              </a:lnSpc>
              <a:spcBef>
                <a:spcPts val="0"/>
              </a:spcBef>
              <a:spcAft>
                <a:spcPts val="0"/>
              </a:spcAft>
              <a:buNone/>
            </a:pPr>
            <a:endParaRPr lang="en-US" sz="1213" b="1" dirty="0">
              <a:latin typeface="Consolas" charset="0"/>
              <a:ea typeface="Consolas" charset="0"/>
              <a:cs typeface="Consolas" charset="0"/>
            </a:endParaRPr>
          </a:p>
          <a:p>
            <a:pPr marL="0" indent="0">
              <a:lnSpc>
                <a:spcPct val="120000"/>
              </a:lnSpc>
              <a:spcBef>
                <a:spcPts val="0"/>
              </a:spcBef>
              <a:spcAft>
                <a:spcPts val="0"/>
              </a:spcAft>
              <a:buNone/>
            </a:pPr>
            <a:r>
              <a:rPr lang="en-US" sz="1213" b="1" dirty="0">
                <a:latin typeface="Consolas" charset="0"/>
                <a:ea typeface="Consolas" charset="0"/>
                <a:cs typeface="Consolas" charset="0"/>
              </a:rPr>
              <a:t>	@Override</a:t>
            </a:r>
          </a:p>
          <a:p>
            <a:pPr marL="0" indent="0">
              <a:lnSpc>
                <a:spcPct val="120000"/>
              </a:lnSpc>
              <a:spcBef>
                <a:spcPts val="0"/>
              </a:spcBef>
              <a:spcAft>
                <a:spcPts val="0"/>
              </a:spcAft>
              <a:buNone/>
            </a:pPr>
            <a:r>
              <a:rPr lang="en-US" sz="1213" b="1" dirty="0">
                <a:latin typeface="Consolas" charset="0"/>
                <a:ea typeface="Consolas" charset="0"/>
                <a:cs typeface="Consolas" charset="0"/>
              </a:rPr>
              <a:t>	public double </a:t>
            </a:r>
            <a:r>
              <a:rPr lang="en-US" sz="1213" b="1" dirty="0" err="1">
                <a:latin typeface="Consolas" charset="0"/>
                <a:ea typeface="Consolas" charset="0"/>
                <a:cs typeface="Consolas" charset="0"/>
              </a:rPr>
              <a:t>getPerimeter</a:t>
            </a:r>
            <a:r>
              <a:rPr lang="en-US" sz="1213" b="1" dirty="0">
                <a:latin typeface="Consolas" charset="0"/>
                <a:ea typeface="Consolas" charset="0"/>
                <a:cs typeface="Consolas" charset="0"/>
              </a:rPr>
              <a:t>() {</a:t>
            </a:r>
          </a:p>
          <a:p>
            <a:pPr marL="0" indent="0">
              <a:lnSpc>
                <a:spcPct val="120000"/>
              </a:lnSpc>
              <a:spcBef>
                <a:spcPts val="0"/>
              </a:spcBef>
              <a:spcAft>
                <a:spcPts val="0"/>
              </a:spcAft>
              <a:buNone/>
            </a:pPr>
            <a:r>
              <a:rPr lang="en-US" sz="1213" b="1" dirty="0">
                <a:latin typeface="Consolas" charset="0"/>
                <a:ea typeface="Consolas" charset="0"/>
                <a:cs typeface="Consolas" charset="0"/>
              </a:rPr>
              <a:t>		return 2*(h + w);</a:t>
            </a:r>
          </a:p>
          <a:p>
            <a:pPr marL="0" indent="0">
              <a:lnSpc>
                <a:spcPct val="120000"/>
              </a:lnSpc>
              <a:spcBef>
                <a:spcPts val="0"/>
              </a:spcBef>
              <a:spcAft>
                <a:spcPts val="0"/>
              </a:spcAft>
              <a:buNone/>
            </a:pPr>
            <a:r>
              <a:rPr lang="en-US" sz="1213" b="1" dirty="0">
                <a:latin typeface="Consolas" charset="0"/>
                <a:ea typeface="Consolas" charset="0"/>
                <a:cs typeface="Consolas" charset="0"/>
              </a:rPr>
              <a:t>	}</a:t>
            </a:r>
          </a:p>
          <a:p>
            <a:pPr marL="0" indent="0">
              <a:lnSpc>
                <a:spcPct val="120000"/>
              </a:lnSpc>
              <a:spcBef>
                <a:spcPts val="0"/>
              </a:spcBef>
              <a:spcAft>
                <a:spcPts val="0"/>
              </a:spcAft>
              <a:buNone/>
            </a:pPr>
            <a:r>
              <a:rPr lang="en-US" sz="1213" b="1" dirty="0">
                <a:latin typeface="Consolas" charset="0"/>
                <a:ea typeface="Consolas" charset="0"/>
                <a:cs typeface="Consolas" charset="0"/>
              </a:rPr>
              <a:t>}</a:t>
            </a:r>
          </a:p>
        </p:txBody>
      </p:sp>
      <p:sp>
        <p:nvSpPr>
          <p:cNvPr id="7" name="Text Placeholder 6"/>
          <p:cNvSpPr>
            <a:spLocks noGrp="1"/>
          </p:cNvSpPr>
          <p:nvPr>
            <p:ph type="body" idx="1"/>
          </p:nvPr>
        </p:nvSpPr>
        <p:spPr>
          <a:xfrm>
            <a:off x="504506" y="2444645"/>
            <a:ext cx="4453559" cy="705219"/>
          </a:xfrm>
        </p:spPr>
        <p:txBody>
          <a:bodyPr/>
          <a:lstStyle/>
          <a:p>
            <a:r>
              <a:rPr lang="en-US" dirty="0" err="1"/>
              <a:t>Circle.java</a:t>
            </a:r>
            <a:endParaRPr lang="en-US" dirty="0"/>
          </a:p>
        </p:txBody>
      </p:sp>
      <p:sp>
        <p:nvSpPr>
          <p:cNvPr id="9" name="Text Placeholder 8"/>
          <p:cNvSpPr>
            <a:spLocks noGrp="1"/>
          </p:cNvSpPr>
          <p:nvPr>
            <p:ph type="body" sz="quarter" idx="3"/>
          </p:nvPr>
        </p:nvSpPr>
        <p:spPr>
          <a:xfrm>
            <a:off x="5120808" y="2444645"/>
            <a:ext cx="4455308" cy="705219"/>
          </a:xfrm>
        </p:spPr>
        <p:txBody>
          <a:bodyPr/>
          <a:lstStyle/>
          <a:p>
            <a:r>
              <a:rPr lang="en-US" dirty="0" err="1"/>
              <a:t>Rectangle.java</a:t>
            </a:r>
            <a:endParaRPr lang="en-US" dirty="0"/>
          </a:p>
        </p:txBody>
      </p:sp>
      <p:sp>
        <p:nvSpPr>
          <p:cNvPr id="11" name="Content Placeholder 7"/>
          <p:cNvSpPr txBox="1">
            <a:spLocks/>
          </p:cNvSpPr>
          <p:nvPr/>
        </p:nvSpPr>
        <p:spPr>
          <a:xfrm>
            <a:off x="504506" y="1754399"/>
            <a:ext cx="4453559" cy="1017483"/>
          </a:xfrm>
          <a:prstGeom prst="rect">
            <a:avLst/>
          </a:prstGeom>
        </p:spPr>
        <p:txBody>
          <a:bodyPr vert="horz" lIns="100796" tIns="50398" rIns="100796" bIns="50398"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6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6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600" kern="1200">
                <a:solidFill>
                  <a:schemeClr val="tx1"/>
                </a:solidFill>
                <a:latin typeface="+mn-lt"/>
                <a:ea typeface="+mn-ea"/>
                <a:cs typeface="+mn-cs"/>
              </a:defRPr>
            </a:lvl9pPr>
          </a:lstStyle>
          <a:p>
            <a:pPr marL="0" indent="0">
              <a:lnSpc>
                <a:spcPct val="100000"/>
              </a:lnSpc>
              <a:spcBef>
                <a:spcPts val="0"/>
              </a:spcBef>
              <a:spcAft>
                <a:spcPts val="0"/>
              </a:spcAft>
              <a:buNone/>
            </a:pPr>
            <a:r>
              <a:rPr lang="en-US" sz="1102" b="1" dirty="0">
                <a:latin typeface="Consolas" charset="0"/>
                <a:ea typeface="Consolas" charset="0"/>
                <a:cs typeface="Consolas" charset="0"/>
              </a:rPr>
              <a:t>public interface Measurable {</a:t>
            </a:r>
          </a:p>
          <a:p>
            <a:pPr marL="0" indent="0">
              <a:lnSpc>
                <a:spcPct val="100000"/>
              </a:lnSpc>
              <a:spcBef>
                <a:spcPts val="0"/>
              </a:spcBef>
              <a:spcAft>
                <a:spcPts val="0"/>
              </a:spcAft>
              <a:buNone/>
            </a:pPr>
            <a:r>
              <a:rPr lang="en-US" sz="1102" b="1" dirty="0">
                <a:latin typeface="Consolas" charset="0"/>
                <a:ea typeface="Consolas" charset="0"/>
                <a:cs typeface="Consolas" charset="0"/>
              </a:rPr>
              <a:t>	double </a:t>
            </a:r>
            <a:r>
              <a:rPr lang="en-US" sz="1102" b="1" dirty="0" err="1">
                <a:latin typeface="Consolas" charset="0"/>
                <a:ea typeface="Consolas" charset="0"/>
                <a:cs typeface="Consolas" charset="0"/>
              </a:rPr>
              <a:t>getArea</a:t>
            </a:r>
            <a:r>
              <a:rPr lang="en-US" sz="1102" b="1" dirty="0">
                <a:latin typeface="Consolas" charset="0"/>
                <a:ea typeface="Consolas" charset="0"/>
                <a:cs typeface="Consolas" charset="0"/>
              </a:rPr>
              <a:t>();</a:t>
            </a:r>
          </a:p>
          <a:p>
            <a:pPr marL="0" indent="0">
              <a:lnSpc>
                <a:spcPct val="100000"/>
              </a:lnSpc>
              <a:spcBef>
                <a:spcPts val="0"/>
              </a:spcBef>
              <a:spcAft>
                <a:spcPts val="0"/>
              </a:spcAft>
              <a:buNone/>
            </a:pPr>
            <a:r>
              <a:rPr lang="en-US" sz="1102" b="1" dirty="0">
                <a:latin typeface="Consolas" charset="0"/>
                <a:ea typeface="Consolas" charset="0"/>
                <a:cs typeface="Consolas" charset="0"/>
              </a:rPr>
              <a:t>	double </a:t>
            </a:r>
            <a:r>
              <a:rPr lang="en-US" sz="1102" b="1" dirty="0" err="1">
                <a:latin typeface="Consolas" charset="0"/>
                <a:ea typeface="Consolas" charset="0"/>
                <a:cs typeface="Consolas" charset="0"/>
              </a:rPr>
              <a:t>getPerimeter</a:t>
            </a:r>
            <a:r>
              <a:rPr lang="en-US" sz="1102" b="1" dirty="0">
                <a:latin typeface="Consolas" charset="0"/>
                <a:ea typeface="Consolas" charset="0"/>
                <a:cs typeface="Consolas" charset="0"/>
              </a:rPr>
              <a:t>();</a:t>
            </a:r>
          </a:p>
          <a:p>
            <a:pPr marL="0" indent="0">
              <a:lnSpc>
                <a:spcPct val="100000"/>
              </a:lnSpc>
              <a:spcBef>
                <a:spcPts val="0"/>
              </a:spcBef>
              <a:spcAft>
                <a:spcPts val="0"/>
              </a:spcAft>
              <a:buNone/>
            </a:pPr>
            <a:r>
              <a:rPr lang="en-US" sz="1102" b="1" dirty="0">
                <a:latin typeface="Consolas" charset="0"/>
                <a:ea typeface="Consolas" charset="0"/>
                <a:cs typeface="Consolas" charset="0"/>
              </a:rPr>
              <a:t>}</a:t>
            </a:r>
          </a:p>
        </p:txBody>
      </p:sp>
      <p:sp>
        <p:nvSpPr>
          <p:cNvPr id="12" name="Text Placeholder 6"/>
          <p:cNvSpPr txBox="1">
            <a:spLocks/>
          </p:cNvSpPr>
          <p:nvPr/>
        </p:nvSpPr>
        <p:spPr>
          <a:xfrm>
            <a:off x="504505" y="1049178"/>
            <a:ext cx="4453559" cy="705219"/>
          </a:xfrm>
          <a:prstGeom prst="rect">
            <a:avLst/>
          </a:prstGeom>
        </p:spPr>
        <p:txBody>
          <a:bodyPr vert="horz" lIns="100796" tIns="50398" rIns="100796" bIns="50398" rtlCol="0" anchor="b">
            <a:normAutofit/>
          </a:bodyPr>
          <a:lstStyle>
            <a:lvl1pPr marL="0" indent="0" algn="l" defTabSz="457200" rtl="0" eaLnBrk="1" latinLnBrk="0" hangingPunct="1">
              <a:spcBef>
                <a:spcPct val="20000"/>
              </a:spcBef>
              <a:buFont typeface="Arial"/>
              <a:buNone/>
              <a:defRPr sz="2400" b="1" kern="1200">
                <a:solidFill>
                  <a:schemeClr val="tx1"/>
                </a:solidFill>
                <a:latin typeface="Arial"/>
                <a:ea typeface="+mn-ea"/>
                <a:cs typeface="Arial"/>
              </a:defRPr>
            </a:lvl1pPr>
            <a:lvl2pPr marL="457200" indent="0" algn="l" defTabSz="457200" rtl="0" eaLnBrk="1" latinLnBrk="0" hangingPunct="1">
              <a:spcBef>
                <a:spcPct val="20000"/>
              </a:spcBef>
              <a:buFont typeface="Arial"/>
              <a:buNone/>
              <a:defRPr sz="2000" b="1" kern="1200">
                <a:solidFill>
                  <a:schemeClr val="tx1"/>
                </a:solidFill>
                <a:latin typeface="Arial"/>
                <a:ea typeface="+mn-ea"/>
                <a:cs typeface="Arial"/>
              </a:defRPr>
            </a:lvl2pPr>
            <a:lvl3pPr marL="914400" indent="0" algn="l" defTabSz="457200" rtl="0" eaLnBrk="1" latinLnBrk="0" hangingPunct="1">
              <a:spcBef>
                <a:spcPct val="20000"/>
              </a:spcBef>
              <a:buFont typeface="Arial"/>
              <a:buNone/>
              <a:defRPr sz="1800" b="1"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1" kern="1200">
                <a:solidFill>
                  <a:schemeClr val="tx1"/>
                </a:solidFill>
                <a:latin typeface="Arial"/>
                <a:ea typeface="+mn-ea"/>
                <a:cs typeface="Arial"/>
              </a:defRPr>
            </a:lvl4pPr>
            <a:lvl5pPr marL="1828800" indent="0" algn="l" defTabSz="457200" rtl="0" eaLnBrk="1" latinLnBrk="0" hangingPunct="1">
              <a:spcBef>
                <a:spcPct val="20000"/>
              </a:spcBef>
              <a:buFont typeface="Arial"/>
              <a:buNone/>
              <a:defRPr sz="1600" b="1" kern="1200">
                <a:solidFill>
                  <a:schemeClr val="tx1"/>
                </a:solidFill>
                <a:latin typeface="Arial"/>
                <a:ea typeface="+mn-ea"/>
                <a:cs typeface="Arial"/>
              </a:defRPr>
            </a:lvl5pPr>
            <a:lvl6pPr marL="2286000" indent="0" algn="l" defTabSz="457200" rtl="0" eaLnBrk="1" latinLnBrk="0" hangingPunct="1">
              <a:spcBef>
                <a:spcPct val="20000"/>
              </a:spcBef>
              <a:buFont typeface="Arial"/>
              <a:buNone/>
              <a:defRPr sz="1600" b="1"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1600" b="1"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1600" b="1"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1600" b="1" kern="1200">
                <a:solidFill>
                  <a:schemeClr val="tx1"/>
                </a:solidFill>
                <a:latin typeface="+mn-lt"/>
                <a:ea typeface="+mn-ea"/>
                <a:cs typeface="+mn-cs"/>
              </a:defRPr>
            </a:lvl9pPr>
          </a:lstStyle>
          <a:p>
            <a:r>
              <a:rPr lang="en-US" sz="2646" dirty="0" err="1"/>
              <a:t>Measurable.java</a:t>
            </a:r>
            <a:endParaRPr lang="en-US" sz="2646" dirty="0"/>
          </a:p>
        </p:txBody>
      </p:sp>
    </p:spTree>
    <p:extLst>
      <p:ext uri="{BB962C8B-B14F-4D97-AF65-F5344CB8AC3E}">
        <p14:creationId xmlns:p14="http://schemas.microsoft.com/office/powerpoint/2010/main" val="1760364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t>Usage</a:t>
            </a:r>
          </a:p>
        </p:txBody>
      </p:sp>
      <p:sp>
        <p:nvSpPr>
          <p:cNvPr id="11" name="Content Placeholder 10"/>
          <p:cNvSpPr>
            <a:spLocks noGrp="1"/>
          </p:cNvSpPr>
          <p:nvPr>
            <p:ph idx="4294967295"/>
          </p:nvPr>
        </p:nvSpPr>
        <p:spPr>
          <a:xfrm>
            <a:off x="0" y="1409292"/>
            <a:ext cx="10080625" cy="5343668"/>
          </a:xfrm>
          <a:prstGeom prst="rect">
            <a:avLst/>
          </a:prstGeom>
        </p:spPr>
        <p:txBody>
          <a:bodyPr>
            <a:normAutofit/>
          </a:bodyPr>
          <a:lstStyle/>
          <a:p>
            <a:pPr marL="0" indent="0">
              <a:lnSpc>
                <a:spcPct val="110000"/>
              </a:lnSpc>
              <a:spcAft>
                <a:spcPts val="0"/>
              </a:spcAft>
              <a:buNone/>
            </a:pPr>
            <a:r>
              <a:rPr lang="en-US" sz="1800" b="1" dirty="0">
                <a:latin typeface="Consolas" charset="0"/>
                <a:ea typeface="Consolas" charset="0"/>
                <a:cs typeface="Consolas" charset="0"/>
              </a:rPr>
              <a:t>	public static void p(Measurable m) {</a:t>
            </a:r>
          </a:p>
          <a:p>
            <a:pPr marL="0" indent="0">
              <a:lnSpc>
                <a:spcPct val="110000"/>
              </a:lnSpc>
              <a:spcAft>
                <a:spcPts val="0"/>
              </a:spcAft>
              <a:buNone/>
            </a:pPr>
            <a:r>
              <a:rPr lang="en-US" sz="1800" b="1" dirty="0">
                <a:latin typeface="Consolas" charset="0"/>
                <a:ea typeface="Consolas" charset="0"/>
                <a:cs typeface="Consolas" charset="0"/>
              </a:rPr>
              <a:t>		</a:t>
            </a:r>
            <a:r>
              <a:rPr lang="en-US" sz="1800" b="1" dirty="0" err="1">
                <a:latin typeface="Consolas" charset="0"/>
                <a:ea typeface="Consolas" charset="0"/>
                <a:cs typeface="Consolas" charset="0"/>
              </a:rPr>
              <a:t>System.out.printf</a:t>
            </a:r>
            <a:r>
              <a:rPr lang="en-US" sz="1800" b="1" dirty="0">
                <a:latin typeface="Consolas" charset="0"/>
                <a:ea typeface="Consolas" charset="0"/>
                <a:cs typeface="Consolas" charset="0"/>
              </a:rPr>
              <a:t>("p=%.3f a=%.3f%n", </a:t>
            </a:r>
            <a:r>
              <a:rPr lang="en-US" sz="1800" b="1" dirty="0" err="1">
                <a:latin typeface="Consolas" charset="0"/>
                <a:ea typeface="Consolas" charset="0"/>
                <a:cs typeface="Consolas" charset="0"/>
              </a:rPr>
              <a:t>m.getPerimeter</a:t>
            </a:r>
            <a:r>
              <a:rPr lang="en-US" sz="1800" b="1" dirty="0">
                <a:latin typeface="Consolas" charset="0"/>
                <a:ea typeface="Consolas" charset="0"/>
                <a:cs typeface="Consolas" charset="0"/>
              </a:rPr>
              <a:t>(), </a:t>
            </a:r>
            <a:r>
              <a:rPr lang="en-US" sz="1800" b="1" dirty="0" err="1">
                <a:latin typeface="Consolas" charset="0"/>
                <a:ea typeface="Consolas" charset="0"/>
                <a:cs typeface="Consolas" charset="0"/>
              </a:rPr>
              <a:t>m.getArea</a:t>
            </a:r>
            <a:r>
              <a:rPr lang="en-US" sz="1800" b="1" dirty="0">
                <a:latin typeface="Consolas" charset="0"/>
                <a:ea typeface="Consolas" charset="0"/>
                <a:cs typeface="Consolas" charset="0"/>
              </a:rPr>
              <a:t>());</a:t>
            </a:r>
          </a:p>
          <a:p>
            <a:pPr marL="0" indent="0">
              <a:lnSpc>
                <a:spcPct val="110000"/>
              </a:lnSpc>
              <a:spcAft>
                <a:spcPts val="0"/>
              </a:spcAft>
              <a:buNone/>
            </a:pPr>
            <a:r>
              <a:rPr lang="en-US" sz="1800" b="1" dirty="0">
                <a:latin typeface="Consolas" charset="0"/>
                <a:ea typeface="Consolas" charset="0"/>
                <a:cs typeface="Consolas" charset="0"/>
              </a:rPr>
              <a:t>	}</a:t>
            </a:r>
          </a:p>
          <a:p>
            <a:pPr marL="0" indent="0">
              <a:lnSpc>
                <a:spcPct val="110000"/>
              </a:lnSpc>
              <a:spcAft>
                <a:spcPts val="0"/>
              </a:spcAft>
              <a:buNone/>
            </a:pPr>
            <a:endParaRPr lang="en-US" sz="1800" b="1" dirty="0">
              <a:latin typeface="Consolas" charset="0"/>
              <a:ea typeface="Consolas" charset="0"/>
              <a:cs typeface="Consolas" charset="0"/>
            </a:endParaRPr>
          </a:p>
          <a:p>
            <a:pPr marL="0" indent="0">
              <a:lnSpc>
                <a:spcPct val="110000"/>
              </a:lnSpc>
              <a:spcAft>
                <a:spcPts val="0"/>
              </a:spcAft>
              <a:buNone/>
            </a:pPr>
            <a:r>
              <a:rPr lang="en-US" sz="1800" b="1" dirty="0">
                <a:latin typeface="Consolas" charset="0"/>
                <a:ea typeface="Consolas" charset="0"/>
                <a:cs typeface="Consolas" charset="0"/>
              </a:rPr>
              <a:t>	public static void main(String[] </a:t>
            </a:r>
            <a:r>
              <a:rPr lang="en-US" sz="1800" b="1" dirty="0" err="1">
                <a:latin typeface="Consolas" charset="0"/>
                <a:ea typeface="Consolas" charset="0"/>
                <a:cs typeface="Consolas" charset="0"/>
              </a:rPr>
              <a:t>args</a:t>
            </a:r>
            <a:r>
              <a:rPr lang="en-US" sz="1800" b="1" dirty="0">
                <a:latin typeface="Consolas" charset="0"/>
                <a:ea typeface="Consolas" charset="0"/>
                <a:cs typeface="Consolas" charset="0"/>
              </a:rPr>
              <a:t>) {</a:t>
            </a:r>
          </a:p>
          <a:p>
            <a:pPr marL="0" indent="0">
              <a:lnSpc>
                <a:spcPct val="110000"/>
              </a:lnSpc>
              <a:spcAft>
                <a:spcPts val="0"/>
              </a:spcAft>
              <a:buNone/>
            </a:pPr>
            <a:r>
              <a:rPr lang="en-US" sz="1800" b="1" dirty="0">
                <a:latin typeface="Consolas" charset="0"/>
                <a:ea typeface="Consolas" charset="0"/>
                <a:cs typeface="Consolas" charset="0"/>
              </a:rPr>
              <a:t>		final Measurable m1 = new Circle(1);</a:t>
            </a:r>
          </a:p>
          <a:p>
            <a:pPr marL="0" indent="0">
              <a:lnSpc>
                <a:spcPct val="110000"/>
              </a:lnSpc>
              <a:spcAft>
                <a:spcPts val="0"/>
              </a:spcAft>
              <a:buNone/>
            </a:pPr>
            <a:r>
              <a:rPr lang="en-US" sz="1800" b="1" dirty="0">
                <a:latin typeface="Consolas" charset="0"/>
                <a:ea typeface="Consolas" charset="0"/>
                <a:cs typeface="Consolas" charset="0"/>
              </a:rPr>
              <a:t>		p(m1); // </a:t>
            </a:r>
            <a:r>
              <a:rPr lang="mr-IN" sz="1800" b="1" dirty="0" err="1">
                <a:latin typeface="Consolas" charset="0"/>
                <a:ea typeface="Consolas" charset="0"/>
                <a:cs typeface="Consolas" charset="0"/>
              </a:rPr>
              <a:t>p</a:t>
            </a:r>
            <a:r>
              <a:rPr lang="mr-IN" sz="1800" b="1" dirty="0">
                <a:latin typeface="Consolas" charset="0"/>
                <a:ea typeface="Consolas" charset="0"/>
                <a:cs typeface="Consolas" charset="0"/>
              </a:rPr>
              <a:t>=6.283 </a:t>
            </a:r>
            <a:r>
              <a:rPr lang="mr-IN" sz="1800" b="1" dirty="0" err="1">
                <a:latin typeface="Consolas" charset="0"/>
                <a:ea typeface="Consolas" charset="0"/>
                <a:cs typeface="Consolas" charset="0"/>
              </a:rPr>
              <a:t>a</a:t>
            </a:r>
            <a:r>
              <a:rPr lang="mr-IN" sz="1800" b="1" dirty="0">
                <a:latin typeface="Consolas" charset="0"/>
                <a:ea typeface="Consolas" charset="0"/>
                <a:cs typeface="Consolas" charset="0"/>
              </a:rPr>
              <a:t>=3.142</a:t>
            </a:r>
            <a:endParaRPr lang="en-US" sz="1800" b="1" dirty="0">
              <a:latin typeface="Consolas" charset="0"/>
              <a:ea typeface="Consolas" charset="0"/>
              <a:cs typeface="Consolas" charset="0"/>
            </a:endParaRPr>
          </a:p>
          <a:p>
            <a:pPr marL="0" indent="0">
              <a:lnSpc>
                <a:spcPct val="110000"/>
              </a:lnSpc>
              <a:spcAft>
                <a:spcPts val="0"/>
              </a:spcAft>
              <a:buNone/>
            </a:pPr>
            <a:r>
              <a:rPr lang="en-US" sz="1800" b="1" dirty="0">
                <a:latin typeface="Consolas" charset="0"/>
                <a:ea typeface="Consolas" charset="0"/>
                <a:cs typeface="Consolas" charset="0"/>
              </a:rPr>
              <a:t>		p(new Rectangle(2, 3)); // </a:t>
            </a:r>
            <a:r>
              <a:rPr lang="mr-IN" sz="1800" b="1" dirty="0" err="1">
                <a:latin typeface="Consolas" charset="0"/>
                <a:ea typeface="Consolas" charset="0"/>
                <a:cs typeface="Consolas" charset="0"/>
              </a:rPr>
              <a:t>p</a:t>
            </a:r>
            <a:r>
              <a:rPr lang="mr-IN" sz="1800" b="1" dirty="0">
                <a:latin typeface="Consolas" charset="0"/>
                <a:ea typeface="Consolas" charset="0"/>
                <a:cs typeface="Consolas" charset="0"/>
              </a:rPr>
              <a:t>=10.000 </a:t>
            </a:r>
            <a:r>
              <a:rPr lang="mr-IN" sz="1800" b="1" dirty="0" err="1">
                <a:latin typeface="Consolas" charset="0"/>
                <a:ea typeface="Consolas" charset="0"/>
                <a:cs typeface="Consolas" charset="0"/>
              </a:rPr>
              <a:t>a</a:t>
            </a:r>
            <a:r>
              <a:rPr lang="mr-IN" sz="1800" b="1" dirty="0">
                <a:latin typeface="Consolas" charset="0"/>
                <a:ea typeface="Consolas" charset="0"/>
                <a:cs typeface="Consolas" charset="0"/>
              </a:rPr>
              <a:t>=6.000</a:t>
            </a:r>
            <a:endParaRPr lang="en-US" sz="1800" b="1" dirty="0">
              <a:latin typeface="Consolas" charset="0"/>
              <a:ea typeface="Consolas" charset="0"/>
              <a:cs typeface="Consolas" charset="0"/>
            </a:endParaRPr>
          </a:p>
          <a:p>
            <a:pPr marL="0" indent="0">
              <a:lnSpc>
                <a:spcPct val="110000"/>
              </a:lnSpc>
              <a:spcAft>
                <a:spcPts val="0"/>
              </a:spcAft>
              <a:buNone/>
            </a:pPr>
            <a:r>
              <a:rPr lang="en-US" sz="1800" b="1" dirty="0">
                <a:latin typeface="Consolas" charset="0"/>
                <a:ea typeface="Consolas" charset="0"/>
                <a:cs typeface="Consolas" charset="0"/>
              </a:rPr>
              <a:t>	}</a:t>
            </a:r>
          </a:p>
        </p:txBody>
      </p:sp>
    </p:spTree>
    <p:extLst>
      <p:ext uri="{BB962C8B-B14F-4D97-AF65-F5344CB8AC3E}">
        <p14:creationId xmlns:p14="http://schemas.microsoft.com/office/powerpoint/2010/main" val="563946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Real Example: </a:t>
            </a:r>
            <a:r>
              <a:rPr lang="en-US" b="1" dirty="0">
                <a:latin typeface="Consolas" charset="0"/>
                <a:ea typeface="Consolas" charset="0"/>
                <a:cs typeface="Consolas" charset="0"/>
              </a:rPr>
              <a:t>Comparable</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pPr indent="-457200"/>
            <a:r>
              <a:rPr lang="en-US" dirty="0"/>
              <a:t>The </a:t>
            </a:r>
            <a:r>
              <a:rPr lang="en-US" b="1" dirty="0">
                <a:latin typeface="Consolas" charset="0"/>
                <a:ea typeface="Consolas" charset="0"/>
                <a:cs typeface="Consolas" charset="0"/>
              </a:rPr>
              <a:t>Comparable&lt;T&gt;</a:t>
            </a:r>
            <a:r>
              <a:rPr lang="en-US" dirty="0"/>
              <a:t> interface allows you to specify that instances of your class can be compared to instances of type </a:t>
            </a:r>
            <a:r>
              <a:rPr lang="en-US" b="1" dirty="0">
                <a:latin typeface="Consolas" charset="0"/>
                <a:ea typeface="Consolas" charset="0"/>
                <a:cs typeface="Consolas" charset="0"/>
              </a:rPr>
              <a:t>T</a:t>
            </a:r>
            <a:r>
              <a:rPr lang="en-US" dirty="0"/>
              <a:t> (could be the same) </a:t>
            </a:r>
            <a:r>
              <a:rPr lang="mr-IN" dirty="0"/>
              <a:t>–</a:t>
            </a:r>
            <a:r>
              <a:rPr lang="en-US" dirty="0"/>
              <a:t> creates a total ordering!</a:t>
            </a:r>
          </a:p>
          <a:p>
            <a:pPr marL="0" indent="0">
              <a:buNone/>
            </a:pPr>
            <a:endParaRPr lang="en-US" sz="2425" b="1" dirty="0">
              <a:latin typeface="Consolas" charset="0"/>
              <a:ea typeface="Consolas" charset="0"/>
              <a:cs typeface="Consolas" charset="0"/>
            </a:endParaRPr>
          </a:p>
          <a:p>
            <a:pPr marL="0" indent="0">
              <a:buNone/>
            </a:pPr>
            <a:r>
              <a:rPr lang="en-US" sz="2425" b="1" dirty="0">
                <a:latin typeface="Consolas" charset="0"/>
                <a:ea typeface="Consolas" charset="0"/>
                <a:cs typeface="Consolas" charset="0"/>
              </a:rPr>
              <a:t>public interface Comparable&lt;T&gt; {</a:t>
            </a:r>
          </a:p>
          <a:p>
            <a:pPr marL="0" indent="0">
              <a:buNone/>
            </a:pPr>
            <a:r>
              <a:rPr lang="en-US" sz="2425" b="1" dirty="0">
                <a:latin typeface="Consolas" charset="0"/>
                <a:ea typeface="Consolas" charset="0"/>
                <a:cs typeface="Consolas" charset="0"/>
              </a:rPr>
              <a:t>	// Returns a negative integer, zero, or a </a:t>
            </a:r>
          </a:p>
          <a:p>
            <a:pPr marL="0" indent="0">
              <a:buNone/>
            </a:pPr>
            <a:r>
              <a:rPr lang="en-US" sz="2425" b="1" dirty="0">
                <a:latin typeface="Consolas" charset="0"/>
                <a:ea typeface="Consolas" charset="0"/>
                <a:cs typeface="Consolas" charset="0"/>
              </a:rPr>
              <a:t>	// positive integer as this object is less than, </a:t>
            </a:r>
          </a:p>
          <a:p>
            <a:pPr marL="0" indent="0">
              <a:buNone/>
            </a:pPr>
            <a:r>
              <a:rPr lang="en-US" sz="2425" b="1" dirty="0">
                <a:latin typeface="Consolas" charset="0"/>
                <a:ea typeface="Consolas" charset="0"/>
                <a:cs typeface="Consolas" charset="0"/>
              </a:rPr>
              <a:t>	// equal to, or greater than the specified object.</a:t>
            </a:r>
          </a:p>
          <a:p>
            <a:pPr marL="0" indent="0">
              <a:buNone/>
            </a:pPr>
            <a:r>
              <a:rPr lang="en-US" sz="2425" b="1" dirty="0">
                <a:latin typeface="Consolas" charset="0"/>
                <a:ea typeface="Consolas" charset="0"/>
                <a:cs typeface="Consolas" charset="0"/>
              </a:rPr>
              <a:t>	</a:t>
            </a:r>
            <a:r>
              <a:rPr lang="en-US" sz="2425" b="1" dirty="0" err="1">
                <a:latin typeface="Consolas" charset="0"/>
                <a:ea typeface="Consolas" charset="0"/>
                <a:cs typeface="Consolas" charset="0"/>
              </a:rPr>
              <a:t>int</a:t>
            </a:r>
            <a:r>
              <a:rPr lang="en-US" sz="2425" b="1" dirty="0">
                <a:latin typeface="Consolas" charset="0"/>
                <a:ea typeface="Consolas" charset="0"/>
                <a:cs typeface="Consolas" charset="0"/>
              </a:rPr>
              <a:t> </a:t>
            </a:r>
            <a:r>
              <a:rPr lang="en-US" sz="2425" b="1" dirty="0" err="1">
                <a:latin typeface="Consolas" charset="0"/>
                <a:ea typeface="Consolas" charset="0"/>
                <a:cs typeface="Consolas" charset="0"/>
              </a:rPr>
              <a:t>compareTo</a:t>
            </a:r>
            <a:r>
              <a:rPr lang="en-US" sz="2425" b="1" dirty="0">
                <a:latin typeface="Consolas" charset="0"/>
                <a:ea typeface="Consolas" charset="0"/>
                <a:cs typeface="Consolas" charset="0"/>
              </a:rPr>
              <a:t>(T o);</a:t>
            </a:r>
          </a:p>
          <a:p>
            <a:pPr marL="0" indent="0">
              <a:buNone/>
            </a:pPr>
            <a:r>
              <a:rPr lang="en-US" sz="2425" b="1" dirty="0">
                <a:latin typeface="Consolas" charset="0"/>
                <a:ea typeface="Consolas" charset="0"/>
                <a:cs typeface="Consolas" charset="0"/>
              </a:rPr>
              <a:t>}</a:t>
            </a:r>
          </a:p>
          <a:p>
            <a:endParaRPr lang="en-US" dirty="0"/>
          </a:p>
        </p:txBody>
      </p:sp>
    </p:spTree>
    <p:extLst>
      <p:ext uri="{BB962C8B-B14F-4D97-AF65-F5344CB8AC3E}">
        <p14:creationId xmlns:p14="http://schemas.microsoft.com/office/powerpoint/2010/main" val="1408214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t>Example</a:t>
            </a:r>
          </a:p>
        </p:txBody>
      </p:sp>
      <p:sp>
        <p:nvSpPr>
          <p:cNvPr id="9" name="Content Placeholder 8"/>
          <p:cNvSpPr>
            <a:spLocks noGrp="1"/>
          </p:cNvSpPr>
          <p:nvPr>
            <p:ph sz="half" idx="2"/>
          </p:nvPr>
        </p:nvSpPr>
        <p:spPr>
          <a:xfrm>
            <a:off x="504031" y="2254867"/>
            <a:ext cx="4917281" cy="4498094"/>
          </a:xfrm>
        </p:spPr>
        <p:txBody>
          <a:bodyPr>
            <a:normAutofit fontScale="40000" lnSpcReduction="20000"/>
          </a:bodyPr>
          <a:lstStyle/>
          <a:p>
            <a:pPr marL="0" indent="0">
              <a:lnSpc>
                <a:spcPct val="120000"/>
              </a:lnSpc>
              <a:spcAft>
                <a:spcPts val="0"/>
              </a:spcAft>
              <a:buNone/>
            </a:pPr>
            <a:r>
              <a:rPr lang="en-US" b="1" dirty="0">
                <a:latin typeface="Consolas" charset="0"/>
                <a:ea typeface="Consolas" charset="0"/>
                <a:cs typeface="Consolas" charset="0"/>
              </a:rPr>
              <a:t>public class Circle implements Measurable, Comparable&lt;Circle&gt; {</a:t>
            </a:r>
          </a:p>
          <a:p>
            <a:pPr marL="0" indent="0">
              <a:lnSpc>
                <a:spcPct val="120000"/>
              </a:lnSpc>
              <a:spcAft>
                <a:spcPts val="0"/>
              </a:spcAft>
              <a:buNone/>
            </a:pPr>
            <a:r>
              <a:rPr lang="en-US" b="1" dirty="0">
                <a:latin typeface="Consolas" charset="0"/>
                <a:ea typeface="Consolas" charset="0"/>
                <a:cs typeface="Consolas" charset="0"/>
              </a:rPr>
              <a:t>	final private double radius;</a:t>
            </a:r>
          </a:p>
          <a:p>
            <a:pPr marL="0" indent="0">
              <a:lnSpc>
                <a:spcPct val="120000"/>
              </a:lnSpc>
              <a:spcAft>
                <a:spcPts val="0"/>
              </a:spcAft>
              <a:buNone/>
            </a:pPr>
            <a:endParaRPr lang="en-US" b="1" dirty="0">
              <a:latin typeface="Consolas" charset="0"/>
              <a:ea typeface="Consolas" charset="0"/>
              <a:cs typeface="Consolas" charset="0"/>
            </a:endParaRPr>
          </a:p>
          <a:p>
            <a:pPr marL="0" indent="0">
              <a:lnSpc>
                <a:spcPct val="120000"/>
              </a:lnSpc>
              <a:spcAft>
                <a:spcPts val="0"/>
              </a:spcAft>
              <a:buNone/>
            </a:pPr>
            <a:r>
              <a:rPr lang="en-US" b="1" dirty="0">
                <a:latin typeface="Consolas" charset="0"/>
                <a:ea typeface="Consolas" charset="0"/>
                <a:cs typeface="Consolas" charset="0"/>
              </a:rPr>
              <a:t>	public Circle(double radius) {</a:t>
            </a:r>
          </a:p>
          <a:p>
            <a:pPr marL="0" indent="0">
              <a:lnSpc>
                <a:spcPct val="120000"/>
              </a:lnSpc>
              <a:spcAft>
                <a:spcPts val="0"/>
              </a:spcAft>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this.radius</a:t>
            </a:r>
            <a:r>
              <a:rPr lang="en-US" b="1" dirty="0">
                <a:latin typeface="Consolas" charset="0"/>
                <a:ea typeface="Consolas" charset="0"/>
                <a:cs typeface="Consolas" charset="0"/>
              </a:rPr>
              <a:t> = radius;</a:t>
            </a:r>
          </a:p>
          <a:p>
            <a:pPr marL="0" indent="0">
              <a:lnSpc>
                <a:spcPct val="120000"/>
              </a:lnSpc>
              <a:spcAft>
                <a:spcPts val="0"/>
              </a:spcAft>
              <a:buNone/>
            </a:pPr>
            <a:r>
              <a:rPr lang="en-US" b="1" dirty="0">
                <a:latin typeface="Consolas" charset="0"/>
                <a:ea typeface="Consolas" charset="0"/>
                <a:cs typeface="Consolas" charset="0"/>
              </a:rPr>
              <a:t>	}</a:t>
            </a:r>
          </a:p>
          <a:p>
            <a:pPr marL="0" indent="0">
              <a:lnSpc>
                <a:spcPct val="120000"/>
              </a:lnSpc>
              <a:spcAft>
                <a:spcPts val="0"/>
              </a:spcAft>
              <a:buNone/>
            </a:pPr>
            <a:r>
              <a:rPr lang="en-US" b="1" dirty="0">
                <a:latin typeface="Consolas" charset="0"/>
                <a:ea typeface="Consolas" charset="0"/>
                <a:cs typeface="Consolas" charset="0"/>
              </a:rPr>
              <a:t>	@Override</a:t>
            </a:r>
          </a:p>
          <a:p>
            <a:pPr marL="0" indent="0">
              <a:lnSpc>
                <a:spcPct val="120000"/>
              </a:lnSpc>
              <a:spcAft>
                <a:spcPts val="0"/>
              </a:spcAft>
              <a:buNone/>
            </a:pPr>
            <a:r>
              <a:rPr lang="en-US" b="1" dirty="0">
                <a:latin typeface="Consolas" charset="0"/>
                <a:ea typeface="Consolas" charset="0"/>
                <a:cs typeface="Consolas" charset="0"/>
              </a:rPr>
              <a:t>	public double </a:t>
            </a:r>
            <a:r>
              <a:rPr lang="en-US" b="1" dirty="0" err="1">
                <a:latin typeface="Consolas" charset="0"/>
                <a:ea typeface="Consolas" charset="0"/>
                <a:cs typeface="Consolas" charset="0"/>
              </a:rPr>
              <a:t>getArea</a:t>
            </a:r>
            <a:r>
              <a:rPr lang="en-US" b="1" dirty="0">
                <a:latin typeface="Consolas" charset="0"/>
                <a:ea typeface="Consolas" charset="0"/>
                <a:cs typeface="Consolas" charset="0"/>
              </a:rPr>
              <a:t>() {</a:t>
            </a:r>
          </a:p>
          <a:p>
            <a:pPr marL="0" indent="0">
              <a:lnSpc>
                <a:spcPct val="120000"/>
              </a:lnSpc>
              <a:spcAft>
                <a:spcPts val="0"/>
              </a:spcAft>
              <a:buNone/>
            </a:pPr>
            <a:r>
              <a:rPr lang="en-US" b="1" dirty="0">
                <a:latin typeface="Consolas" charset="0"/>
                <a:ea typeface="Consolas" charset="0"/>
                <a:cs typeface="Consolas" charset="0"/>
              </a:rPr>
              <a:t>		return </a:t>
            </a:r>
            <a:r>
              <a:rPr lang="en-US" b="1" dirty="0" err="1">
                <a:latin typeface="Consolas" charset="0"/>
                <a:ea typeface="Consolas" charset="0"/>
                <a:cs typeface="Consolas" charset="0"/>
              </a:rPr>
              <a:t>Math.PI</a:t>
            </a:r>
            <a:r>
              <a:rPr lang="en-US" b="1" dirty="0">
                <a:latin typeface="Consolas" charset="0"/>
                <a:ea typeface="Consolas" charset="0"/>
                <a:cs typeface="Consolas" charset="0"/>
              </a:rPr>
              <a:t>*radius*radius;</a:t>
            </a:r>
          </a:p>
          <a:p>
            <a:pPr marL="0" indent="0">
              <a:lnSpc>
                <a:spcPct val="120000"/>
              </a:lnSpc>
              <a:spcAft>
                <a:spcPts val="0"/>
              </a:spcAft>
              <a:buNone/>
            </a:pPr>
            <a:r>
              <a:rPr lang="en-US" b="1" dirty="0">
                <a:latin typeface="Consolas" charset="0"/>
                <a:ea typeface="Consolas" charset="0"/>
                <a:cs typeface="Consolas" charset="0"/>
              </a:rPr>
              <a:t>	}</a:t>
            </a:r>
          </a:p>
          <a:p>
            <a:pPr marL="0" indent="0">
              <a:lnSpc>
                <a:spcPct val="120000"/>
              </a:lnSpc>
              <a:spcAft>
                <a:spcPts val="0"/>
              </a:spcAft>
              <a:buNone/>
            </a:pPr>
            <a:endParaRPr lang="en-US" b="1" dirty="0">
              <a:latin typeface="Consolas" charset="0"/>
              <a:ea typeface="Consolas" charset="0"/>
              <a:cs typeface="Consolas" charset="0"/>
            </a:endParaRPr>
          </a:p>
          <a:p>
            <a:pPr marL="0" indent="0">
              <a:lnSpc>
                <a:spcPct val="120000"/>
              </a:lnSpc>
              <a:spcAft>
                <a:spcPts val="0"/>
              </a:spcAft>
              <a:buNone/>
            </a:pPr>
            <a:r>
              <a:rPr lang="en-US" b="1" dirty="0">
                <a:latin typeface="Consolas" charset="0"/>
                <a:ea typeface="Consolas" charset="0"/>
                <a:cs typeface="Consolas" charset="0"/>
              </a:rPr>
              <a:t>	@Override</a:t>
            </a:r>
          </a:p>
          <a:p>
            <a:pPr marL="0" indent="0">
              <a:lnSpc>
                <a:spcPct val="120000"/>
              </a:lnSpc>
              <a:spcAft>
                <a:spcPts val="0"/>
              </a:spcAft>
              <a:buNone/>
            </a:pPr>
            <a:r>
              <a:rPr lang="en-US" b="1" dirty="0">
                <a:latin typeface="Consolas" charset="0"/>
                <a:ea typeface="Consolas" charset="0"/>
                <a:cs typeface="Consolas" charset="0"/>
              </a:rPr>
              <a:t>	public double </a:t>
            </a:r>
            <a:r>
              <a:rPr lang="en-US" b="1" dirty="0" err="1">
                <a:latin typeface="Consolas" charset="0"/>
                <a:ea typeface="Consolas" charset="0"/>
                <a:cs typeface="Consolas" charset="0"/>
              </a:rPr>
              <a:t>getPerimeter</a:t>
            </a:r>
            <a:r>
              <a:rPr lang="en-US" b="1" dirty="0">
                <a:latin typeface="Consolas" charset="0"/>
                <a:ea typeface="Consolas" charset="0"/>
                <a:cs typeface="Consolas" charset="0"/>
              </a:rPr>
              <a:t>() {</a:t>
            </a:r>
          </a:p>
          <a:p>
            <a:pPr marL="0" indent="0">
              <a:lnSpc>
                <a:spcPct val="120000"/>
              </a:lnSpc>
              <a:spcAft>
                <a:spcPts val="0"/>
              </a:spcAft>
              <a:buNone/>
            </a:pPr>
            <a:r>
              <a:rPr lang="en-US" b="1" dirty="0">
                <a:latin typeface="Consolas" charset="0"/>
                <a:ea typeface="Consolas" charset="0"/>
                <a:cs typeface="Consolas" charset="0"/>
              </a:rPr>
              <a:t>		return 2.*</a:t>
            </a:r>
            <a:r>
              <a:rPr lang="en-US" b="1" dirty="0" err="1">
                <a:latin typeface="Consolas" charset="0"/>
                <a:ea typeface="Consolas" charset="0"/>
                <a:cs typeface="Consolas" charset="0"/>
              </a:rPr>
              <a:t>Math.PI</a:t>
            </a:r>
            <a:r>
              <a:rPr lang="en-US" b="1" dirty="0">
                <a:latin typeface="Consolas" charset="0"/>
                <a:ea typeface="Consolas" charset="0"/>
                <a:cs typeface="Consolas" charset="0"/>
              </a:rPr>
              <a:t>*radius;</a:t>
            </a:r>
          </a:p>
          <a:p>
            <a:pPr marL="0" indent="0">
              <a:lnSpc>
                <a:spcPct val="120000"/>
              </a:lnSpc>
              <a:spcAft>
                <a:spcPts val="0"/>
              </a:spcAft>
              <a:buNone/>
            </a:pPr>
            <a:r>
              <a:rPr lang="en-US" b="1" dirty="0">
                <a:latin typeface="Consolas" charset="0"/>
                <a:ea typeface="Consolas" charset="0"/>
                <a:cs typeface="Consolas" charset="0"/>
              </a:rPr>
              <a:t>	}</a:t>
            </a:r>
          </a:p>
          <a:p>
            <a:pPr marL="0" indent="0">
              <a:lnSpc>
                <a:spcPct val="120000"/>
              </a:lnSpc>
              <a:spcAft>
                <a:spcPts val="0"/>
              </a:spcAft>
              <a:buNone/>
            </a:pPr>
            <a:endParaRPr lang="en-US" b="1" dirty="0">
              <a:latin typeface="Consolas" charset="0"/>
              <a:ea typeface="Consolas" charset="0"/>
              <a:cs typeface="Consolas" charset="0"/>
            </a:endParaRPr>
          </a:p>
          <a:p>
            <a:pPr marL="0" indent="0">
              <a:lnSpc>
                <a:spcPct val="120000"/>
              </a:lnSpc>
              <a:spcAft>
                <a:spcPts val="0"/>
              </a:spcAft>
              <a:buNone/>
            </a:pPr>
            <a:r>
              <a:rPr lang="en-US" b="1" dirty="0">
                <a:latin typeface="Consolas" charset="0"/>
                <a:ea typeface="Consolas" charset="0"/>
                <a:cs typeface="Consolas" charset="0"/>
              </a:rPr>
              <a:t>	@Override</a:t>
            </a:r>
          </a:p>
          <a:p>
            <a:pPr marL="0" indent="0">
              <a:lnSpc>
                <a:spcPct val="120000"/>
              </a:lnSpc>
              <a:spcAft>
                <a:spcPts val="0"/>
              </a:spcAft>
              <a:buNone/>
            </a:pPr>
            <a:r>
              <a:rPr lang="en-US" b="1" dirty="0">
                <a:latin typeface="Consolas" charset="0"/>
                <a:ea typeface="Consolas" charset="0"/>
                <a:cs typeface="Consolas" charset="0"/>
              </a:rPr>
              <a:t>	public </a:t>
            </a:r>
            <a:r>
              <a:rPr lang="en-US" b="1" dirty="0" err="1">
                <a:latin typeface="Consolas" charset="0"/>
                <a:ea typeface="Consolas" charset="0"/>
                <a:cs typeface="Consolas" charset="0"/>
              </a:rPr>
              <a:t>int</a:t>
            </a:r>
            <a:r>
              <a:rPr lang="en-US" b="1" dirty="0">
                <a:latin typeface="Consolas" charset="0"/>
                <a:ea typeface="Consolas" charset="0"/>
                <a:cs typeface="Consolas" charset="0"/>
              </a:rPr>
              <a:t> </a:t>
            </a:r>
            <a:r>
              <a:rPr lang="en-US" b="1" dirty="0" err="1">
                <a:latin typeface="Consolas" charset="0"/>
                <a:ea typeface="Consolas" charset="0"/>
                <a:cs typeface="Consolas" charset="0"/>
              </a:rPr>
              <a:t>compareTo</a:t>
            </a:r>
            <a:r>
              <a:rPr lang="en-US" b="1" dirty="0">
                <a:latin typeface="Consolas" charset="0"/>
                <a:ea typeface="Consolas" charset="0"/>
                <a:cs typeface="Consolas" charset="0"/>
              </a:rPr>
              <a:t>(Circle o) {</a:t>
            </a:r>
          </a:p>
          <a:p>
            <a:pPr marL="0" indent="0">
              <a:lnSpc>
                <a:spcPct val="120000"/>
              </a:lnSpc>
              <a:spcAft>
                <a:spcPts val="0"/>
              </a:spcAft>
              <a:buNone/>
            </a:pPr>
            <a:r>
              <a:rPr lang="en-US" b="1" dirty="0">
                <a:latin typeface="Consolas" charset="0"/>
                <a:ea typeface="Consolas" charset="0"/>
                <a:cs typeface="Consolas" charset="0"/>
              </a:rPr>
              <a:t>		return </a:t>
            </a:r>
            <a:r>
              <a:rPr lang="en-US" b="1" dirty="0" err="1">
                <a:latin typeface="Consolas" charset="0"/>
                <a:ea typeface="Consolas" charset="0"/>
                <a:cs typeface="Consolas" charset="0"/>
              </a:rPr>
              <a:t>Double.compare</a:t>
            </a:r>
            <a:r>
              <a:rPr lang="en-US" b="1" dirty="0">
                <a:latin typeface="Consolas" charset="0"/>
                <a:ea typeface="Consolas" charset="0"/>
                <a:cs typeface="Consolas" charset="0"/>
              </a:rPr>
              <a:t>(</a:t>
            </a:r>
            <a:r>
              <a:rPr lang="en-US" b="1" dirty="0" err="1">
                <a:latin typeface="Consolas" charset="0"/>
                <a:ea typeface="Consolas" charset="0"/>
                <a:cs typeface="Consolas" charset="0"/>
              </a:rPr>
              <a:t>this.radius</a:t>
            </a:r>
            <a:r>
              <a:rPr lang="en-US" b="1" dirty="0">
                <a:latin typeface="Consolas" charset="0"/>
                <a:ea typeface="Consolas" charset="0"/>
                <a:cs typeface="Consolas" charset="0"/>
              </a:rPr>
              <a:t>, </a:t>
            </a:r>
            <a:r>
              <a:rPr lang="en-US" b="1" dirty="0" err="1">
                <a:latin typeface="Consolas" charset="0"/>
                <a:ea typeface="Consolas" charset="0"/>
                <a:cs typeface="Consolas" charset="0"/>
              </a:rPr>
              <a:t>o.radius</a:t>
            </a:r>
            <a:r>
              <a:rPr lang="en-US" b="1" dirty="0">
                <a:latin typeface="Consolas" charset="0"/>
                <a:ea typeface="Consolas" charset="0"/>
                <a:cs typeface="Consolas" charset="0"/>
              </a:rPr>
              <a:t>);</a:t>
            </a:r>
          </a:p>
          <a:p>
            <a:pPr marL="0" indent="0">
              <a:lnSpc>
                <a:spcPct val="120000"/>
              </a:lnSpc>
              <a:spcAft>
                <a:spcPts val="0"/>
              </a:spcAft>
              <a:buNone/>
            </a:pPr>
            <a:r>
              <a:rPr lang="en-US" b="1" dirty="0">
                <a:latin typeface="Consolas" charset="0"/>
                <a:ea typeface="Consolas" charset="0"/>
                <a:cs typeface="Consolas" charset="0"/>
              </a:rPr>
              <a:t>	}</a:t>
            </a:r>
          </a:p>
          <a:p>
            <a:pPr marL="0" indent="0">
              <a:lnSpc>
                <a:spcPct val="120000"/>
              </a:lnSpc>
              <a:spcAft>
                <a:spcPts val="0"/>
              </a:spcAft>
              <a:buNone/>
            </a:pPr>
            <a:r>
              <a:rPr lang="en-US" b="1" dirty="0">
                <a:latin typeface="Consolas" charset="0"/>
                <a:ea typeface="Consolas" charset="0"/>
                <a:cs typeface="Consolas" charset="0"/>
              </a:rPr>
              <a:t>}</a:t>
            </a:r>
          </a:p>
        </p:txBody>
      </p:sp>
      <p:sp>
        <p:nvSpPr>
          <p:cNvPr id="11" name="Content Placeholder 10"/>
          <p:cNvSpPr>
            <a:spLocks noGrp="1"/>
          </p:cNvSpPr>
          <p:nvPr>
            <p:ph sz="quarter" idx="4"/>
          </p:nvPr>
        </p:nvSpPr>
        <p:spPr>
          <a:xfrm>
            <a:off x="5573712" y="2670802"/>
            <a:ext cx="3968274" cy="4498094"/>
          </a:xfrm>
        </p:spPr>
        <p:txBody>
          <a:bodyPr>
            <a:normAutofit/>
          </a:bodyPr>
          <a:lstStyle/>
          <a:p>
            <a:pPr marL="0" indent="0">
              <a:lnSpc>
                <a:spcPct val="100000"/>
              </a:lnSpc>
              <a:spcAft>
                <a:spcPts val="0"/>
              </a:spcAft>
              <a:buNone/>
            </a:pPr>
            <a:r>
              <a:rPr lang="en-US" sz="1102" b="1" dirty="0">
                <a:latin typeface="Consolas" charset="0"/>
                <a:ea typeface="Consolas" charset="0"/>
                <a:cs typeface="Consolas" charset="0"/>
              </a:rPr>
              <a:t>final Comparable&lt;Circle&gt; c1 = new Circle(1);</a:t>
            </a:r>
          </a:p>
          <a:p>
            <a:pPr marL="0" indent="0">
              <a:lnSpc>
                <a:spcPct val="100000"/>
              </a:lnSpc>
              <a:spcAft>
                <a:spcPts val="0"/>
              </a:spcAft>
              <a:buNone/>
            </a:pPr>
            <a:endParaRPr lang="en-US" sz="1102" b="1" dirty="0">
              <a:latin typeface="Consolas" charset="0"/>
              <a:ea typeface="Consolas" charset="0"/>
              <a:cs typeface="Consolas" charset="0"/>
            </a:endParaRPr>
          </a:p>
          <a:p>
            <a:pPr marL="0" indent="0">
              <a:lnSpc>
                <a:spcPct val="100000"/>
              </a:lnSpc>
              <a:spcAft>
                <a:spcPts val="0"/>
              </a:spcAft>
              <a:buNone/>
            </a:pPr>
            <a:r>
              <a:rPr lang="en-US" sz="1102" b="1" dirty="0" err="1">
                <a:latin typeface="Consolas" charset="0"/>
                <a:ea typeface="Consolas" charset="0"/>
                <a:cs typeface="Consolas" charset="0"/>
              </a:rPr>
              <a:t>System.out.printf</a:t>
            </a:r>
            <a:r>
              <a:rPr lang="en-US" sz="1102" b="1" dirty="0">
                <a:latin typeface="Consolas" charset="0"/>
                <a:ea typeface="Consolas" charset="0"/>
                <a:cs typeface="Consolas" charset="0"/>
              </a:rPr>
              <a:t>("%d%n",c1.compareTo((Circle) new Circle(2)));</a:t>
            </a:r>
          </a:p>
        </p:txBody>
      </p:sp>
      <p:sp>
        <p:nvSpPr>
          <p:cNvPr id="8" name="Text Placeholder 7"/>
          <p:cNvSpPr>
            <a:spLocks noGrp="1"/>
          </p:cNvSpPr>
          <p:nvPr>
            <p:ph type="body" idx="1"/>
          </p:nvPr>
        </p:nvSpPr>
        <p:spPr/>
        <p:txBody>
          <a:bodyPr/>
          <a:lstStyle/>
          <a:p>
            <a:r>
              <a:rPr lang="en-US" dirty="0" err="1"/>
              <a:t>Circle.java</a:t>
            </a:r>
            <a:endParaRPr lang="en-US" dirty="0"/>
          </a:p>
        </p:txBody>
      </p:sp>
    </p:spTree>
    <p:extLst>
      <p:ext uri="{BB962C8B-B14F-4D97-AF65-F5344CB8AC3E}">
        <p14:creationId xmlns:p14="http://schemas.microsoft.com/office/powerpoint/2010/main" val="436365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Java 8: Functional Interfaces</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A "functional" interface is one that has a </a:t>
            </a:r>
            <a:r>
              <a:rPr lang="en-US" u="sng" dirty="0"/>
              <a:t>single abstract</a:t>
            </a:r>
            <a:r>
              <a:rPr lang="en-US" dirty="0"/>
              <a:t> method</a:t>
            </a:r>
          </a:p>
          <a:p>
            <a:pPr lvl="1"/>
            <a:r>
              <a:rPr lang="en-US" dirty="0"/>
              <a:t>Makes it easy to treat a class like a method (or "function" in other languages)</a:t>
            </a:r>
          </a:p>
          <a:p>
            <a:r>
              <a:rPr lang="en-US" dirty="0"/>
              <a:t>Many such interfaces exist already in the </a:t>
            </a:r>
            <a:r>
              <a:rPr lang="en-US" b="1" dirty="0" err="1">
                <a:latin typeface="Consolas" charset="0"/>
                <a:ea typeface="Consolas" charset="0"/>
                <a:cs typeface="Consolas" charset="0"/>
              </a:rPr>
              <a:t>java.util.function</a:t>
            </a:r>
            <a:r>
              <a:rPr lang="en-US" dirty="0"/>
              <a:t> package</a:t>
            </a:r>
            <a:r>
              <a:rPr lang="mr-IN" dirty="0"/>
              <a:t>…</a:t>
            </a:r>
            <a:endParaRPr lang="en-US" dirty="0"/>
          </a:p>
          <a:p>
            <a:pPr lvl="1"/>
            <a:r>
              <a:rPr lang="en-US" b="1" dirty="0">
                <a:latin typeface="Consolas" charset="0"/>
                <a:ea typeface="Consolas" charset="0"/>
                <a:cs typeface="Consolas" charset="0"/>
              </a:rPr>
              <a:t>Predicate&lt;T&gt;</a:t>
            </a:r>
            <a:r>
              <a:rPr lang="en-US" dirty="0"/>
              <a:t>: return a </a:t>
            </a:r>
            <a:r>
              <a:rPr lang="en-US" dirty="0" err="1"/>
              <a:t>boolean</a:t>
            </a:r>
            <a:r>
              <a:rPr lang="en-US" dirty="0"/>
              <a:t> given a single parameter of type </a:t>
            </a:r>
            <a:r>
              <a:rPr lang="en-US" b="1" dirty="0">
                <a:latin typeface="Consolas" charset="0"/>
                <a:ea typeface="Consolas" charset="0"/>
                <a:cs typeface="Consolas" charset="0"/>
              </a:rPr>
              <a:t>T</a:t>
            </a:r>
          </a:p>
          <a:p>
            <a:pPr lvl="1"/>
            <a:r>
              <a:rPr lang="en-US" b="1" dirty="0" err="1">
                <a:latin typeface="Consolas" charset="0"/>
                <a:ea typeface="Consolas" charset="0"/>
                <a:cs typeface="Consolas" charset="0"/>
              </a:rPr>
              <a:t>BiPredicate</a:t>
            </a:r>
            <a:r>
              <a:rPr lang="en-US" b="1" dirty="0">
                <a:latin typeface="Consolas" charset="0"/>
                <a:ea typeface="Consolas" charset="0"/>
                <a:cs typeface="Consolas" charset="0"/>
              </a:rPr>
              <a:t>&lt;T,U&gt;</a:t>
            </a:r>
            <a:r>
              <a:rPr lang="en-US" dirty="0"/>
              <a:t>: return a </a:t>
            </a:r>
            <a:r>
              <a:rPr lang="en-US" dirty="0" err="1"/>
              <a:t>boolean</a:t>
            </a:r>
            <a:r>
              <a:rPr lang="en-US" dirty="0"/>
              <a:t> given two parameters of type </a:t>
            </a:r>
            <a:r>
              <a:rPr lang="en-US" b="1" dirty="0">
                <a:latin typeface="Consolas" charset="0"/>
                <a:ea typeface="Consolas" charset="0"/>
                <a:cs typeface="Consolas" charset="0"/>
              </a:rPr>
              <a:t>T</a:t>
            </a:r>
            <a:r>
              <a:rPr lang="en-US" dirty="0"/>
              <a:t> and </a:t>
            </a:r>
            <a:r>
              <a:rPr lang="en-US" b="1" dirty="0">
                <a:latin typeface="Consolas" charset="0"/>
                <a:ea typeface="Consolas" charset="0"/>
                <a:cs typeface="Consolas" charset="0"/>
              </a:rPr>
              <a:t>U</a:t>
            </a:r>
          </a:p>
          <a:p>
            <a:endParaRPr lang="en-US" dirty="0"/>
          </a:p>
        </p:txBody>
      </p:sp>
    </p:spTree>
    <p:extLst>
      <p:ext uri="{BB962C8B-B14F-4D97-AF65-F5344CB8AC3E}">
        <p14:creationId xmlns:p14="http://schemas.microsoft.com/office/powerpoint/2010/main" val="1081160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Java 8: Lambda Expressions</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A lambda expression, also termed an </a:t>
            </a:r>
            <a:r>
              <a:rPr lang="en-US" i="1" dirty="0"/>
              <a:t>anonymous function</a:t>
            </a:r>
            <a:r>
              <a:rPr lang="en-US" dirty="0"/>
              <a:t>, allows you to very succinctly create and return a class that implements a functional interface</a:t>
            </a:r>
          </a:p>
          <a:p>
            <a:r>
              <a:rPr lang="en-US" dirty="0"/>
              <a:t>Syntax:</a:t>
            </a:r>
          </a:p>
          <a:p>
            <a:pPr lvl="1"/>
            <a:r>
              <a:rPr lang="en-US" dirty="0"/>
              <a:t>Parameter list, types optional, in </a:t>
            </a:r>
            <a:r>
              <a:rPr lang="en-US" b="1" dirty="0">
                <a:latin typeface="Consolas" charset="0"/>
                <a:ea typeface="Consolas" charset="0"/>
                <a:cs typeface="Consolas" charset="0"/>
              </a:rPr>
              <a:t>()</a:t>
            </a:r>
            <a:r>
              <a:rPr lang="en-US" dirty="0"/>
              <a:t>’s</a:t>
            </a:r>
          </a:p>
          <a:p>
            <a:pPr lvl="2"/>
            <a:r>
              <a:rPr lang="en-US" dirty="0"/>
              <a:t>Can omit </a:t>
            </a:r>
            <a:r>
              <a:rPr lang="en-US" b="1" dirty="0">
                <a:latin typeface="Consolas" charset="0"/>
                <a:ea typeface="Consolas" charset="0"/>
                <a:cs typeface="Consolas" charset="0"/>
              </a:rPr>
              <a:t>()</a:t>
            </a:r>
            <a:r>
              <a:rPr lang="en-US" dirty="0"/>
              <a:t>’s if only one</a:t>
            </a:r>
          </a:p>
          <a:p>
            <a:pPr lvl="1"/>
            <a:r>
              <a:rPr lang="en-US" dirty="0"/>
              <a:t>Single block, in </a:t>
            </a:r>
            <a:r>
              <a:rPr lang="en-US" b="1" dirty="0">
                <a:latin typeface="Consolas" charset="0"/>
                <a:ea typeface="Consolas" charset="0"/>
                <a:cs typeface="Consolas" charset="0"/>
              </a:rPr>
              <a:t>{}</a:t>
            </a:r>
            <a:r>
              <a:rPr lang="en-US" dirty="0"/>
              <a:t>’s if not single expression</a:t>
            </a:r>
          </a:p>
          <a:p>
            <a:pPr lvl="2"/>
            <a:r>
              <a:rPr lang="en-US" dirty="0"/>
              <a:t>If just returning a value, can omit </a:t>
            </a:r>
            <a:r>
              <a:rPr lang="en-US" b="1" dirty="0">
                <a:latin typeface="Consolas" charset="0"/>
                <a:ea typeface="Consolas" charset="0"/>
                <a:cs typeface="Consolas" charset="0"/>
              </a:rPr>
              <a:t>return</a:t>
            </a:r>
          </a:p>
        </p:txBody>
      </p:sp>
    </p:spTree>
    <p:extLst>
      <p:ext uri="{BB962C8B-B14F-4D97-AF65-F5344CB8AC3E}">
        <p14:creationId xmlns:p14="http://schemas.microsoft.com/office/powerpoint/2010/main" val="1204428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48" dirty="0"/>
              <a:t>Example: Class</a:t>
            </a:r>
          </a:p>
        </p:txBody>
      </p:sp>
      <p:sp>
        <p:nvSpPr>
          <p:cNvPr id="8" name="Content Placeholder 7"/>
          <p:cNvSpPr>
            <a:spLocks noGrp="1"/>
          </p:cNvSpPr>
          <p:nvPr>
            <p:ph sz="half" idx="2"/>
          </p:nvPr>
        </p:nvSpPr>
        <p:spPr>
          <a:xfrm>
            <a:off x="504507" y="2228248"/>
            <a:ext cx="4453559" cy="1167792"/>
          </a:xfrm>
        </p:spPr>
        <p:txBody>
          <a:bodyPr>
            <a:normAutofit/>
          </a:bodyPr>
          <a:lstStyle/>
          <a:p>
            <a:pPr marL="0" indent="0">
              <a:lnSpc>
                <a:spcPct val="100000"/>
              </a:lnSpc>
              <a:spcBef>
                <a:spcPts val="0"/>
              </a:spcBef>
              <a:spcAft>
                <a:spcPts val="0"/>
              </a:spcAft>
              <a:buNone/>
            </a:pPr>
            <a:r>
              <a:rPr lang="en-US" sz="1323" b="1" dirty="0">
                <a:latin typeface="Consolas" charset="0"/>
                <a:ea typeface="Consolas" charset="0"/>
                <a:cs typeface="Consolas" charset="0"/>
              </a:rPr>
              <a:t>@</a:t>
            </a:r>
            <a:r>
              <a:rPr lang="en-US" sz="1323" b="1" dirty="0" err="1">
                <a:latin typeface="Consolas" charset="0"/>
                <a:ea typeface="Consolas" charset="0"/>
                <a:cs typeface="Consolas" charset="0"/>
              </a:rPr>
              <a:t>FunctionalInterface</a:t>
            </a:r>
            <a:endParaRPr lang="en-US" sz="1323" b="1" dirty="0">
              <a:latin typeface="Consolas" charset="0"/>
              <a:ea typeface="Consolas" charset="0"/>
              <a:cs typeface="Consolas" charset="0"/>
            </a:endParaRPr>
          </a:p>
          <a:p>
            <a:pPr marL="0" indent="0">
              <a:lnSpc>
                <a:spcPct val="100000"/>
              </a:lnSpc>
              <a:spcBef>
                <a:spcPts val="0"/>
              </a:spcBef>
              <a:spcAft>
                <a:spcPts val="0"/>
              </a:spcAft>
              <a:buNone/>
            </a:pPr>
            <a:r>
              <a:rPr lang="en-US" sz="1323" b="1" dirty="0">
                <a:latin typeface="Consolas" charset="0"/>
                <a:ea typeface="Consolas" charset="0"/>
                <a:cs typeface="Consolas" charset="0"/>
              </a:rPr>
              <a:t>public interface I1 {</a:t>
            </a:r>
          </a:p>
          <a:p>
            <a:pPr marL="0" indent="0">
              <a:lnSpc>
                <a:spcPct val="100000"/>
              </a:lnSpc>
              <a:spcBef>
                <a:spcPts val="0"/>
              </a:spcBef>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boolaean</a:t>
            </a:r>
            <a:r>
              <a:rPr lang="en-US" sz="1323" b="1" dirty="0">
                <a:latin typeface="Consolas" charset="0"/>
                <a:ea typeface="Consolas" charset="0"/>
                <a:cs typeface="Consolas" charset="0"/>
              </a:rPr>
              <a:t> test(int x);</a:t>
            </a:r>
          </a:p>
          <a:p>
            <a:pPr marL="0" indent="0">
              <a:lnSpc>
                <a:spcPct val="100000"/>
              </a:lnSpc>
              <a:spcBef>
                <a:spcPts val="0"/>
              </a:spcBef>
              <a:spcAft>
                <a:spcPts val="0"/>
              </a:spcAft>
              <a:buNone/>
            </a:pPr>
            <a:r>
              <a:rPr lang="en-US" sz="1323" b="1" dirty="0">
                <a:latin typeface="Consolas" charset="0"/>
                <a:ea typeface="Consolas" charset="0"/>
                <a:cs typeface="Consolas" charset="0"/>
              </a:rPr>
              <a:t>}</a:t>
            </a:r>
          </a:p>
        </p:txBody>
      </p:sp>
      <p:sp>
        <p:nvSpPr>
          <p:cNvPr id="12" name="Content Placeholder 11"/>
          <p:cNvSpPr>
            <a:spLocks noGrp="1"/>
          </p:cNvSpPr>
          <p:nvPr>
            <p:ph sz="quarter" idx="4"/>
          </p:nvPr>
        </p:nvSpPr>
        <p:spPr/>
        <p:txBody>
          <a:bodyPr>
            <a:normAutofit/>
          </a:bodyPr>
          <a:lstStyle/>
          <a:p>
            <a:pPr marL="0" indent="0">
              <a:lnSpc>
                <a:spcPct val="120000"/>
              </a:lnSpc>
              <a:spcBef>
                <a:spcPts val="0"/>
              </a:spcBef>
              <a:spcAft>
                <a:spcPts val="0"/>
              </a:spcAft>
              <a:buNone/>
            </a:pPr>
            <a:r>
              <a:rPr lang="en-US" sz="1323" b="1" dirty="0">
                <a:latin typeface="Consolas" charset="0"/>
                <a:ea typeface="Consolas" charset="0"/>
                <a:cs typeface="Consolas" charset="0"/>
              </a:rPr>
              <a:t>public static void </a:t>
            </a:r>
            <a:r>
              <a:rPr lang="en-US" sz="1323" b="1" dirty="0" err="1">
                <a:latin typeface="Consolas" charset="0"/>
                <a:ea typeface="Consolas" charset="0"/>
                <a:cs typeface="Consolas" charset="0"/>
              </a:rPr>
              <a:t>happyOrSad</a:t>
            </a:r>
            <a:r>
              <a:rPr lang="en-US" sz="1323" b="1" dirty="0">
                <a:latin typeface="Consolas" charset="0"/>
                <a:ea typeface="Consolas" charset="0"/>
                <a:cs typeface="Consolas" charset="0"/>
              </a:rPr>
              <a:t>(I1 </a:t>
            </a:r>
            <a:r>
              <a:rPr lang="en-US" sz="1323" b="1" dirty="0" err="1">
                <a:latin typeface="Consolas" charset="0"/>
                <a:ea typeface="Consolas" charset="0"/>
                <a:cs typeface="Consolas" charset="0"/>
              </a:rPr>
              <a:t>var</a:t>
            </a:r>
            <a:r>
              <a:rPr lang="en-US" sz="1323" b="1" dirty="0">
                <a:latin typeface="Consolas" charset="0"/>
                <a:ea typeface="Consolas" charset="0"/>
                <a:cs typeface="Consolas" charset="0"/>
              </a:rPr>
              <a:t>) {</a:t>
            </a:r>
          </a:p>
          <a:p>
            <a:pPr marL="0" indent="0">
              <a:lnSpc>
                <a:spcPct val="120000"/>
              </a:lnSpc>
              <a:spcBef>
                <a:spcPts val="0"/>
              </a:spcBef>
              <a:spcAft>
                <a:spcPts val="0"/>
              </a:spcAft>
              <a:buNone/>
            </a:pPr>
            <a:r>
              <a:rPr lang="en-US" sz="1323" b="1" dirty="0">
                <a:latin typeface="Consolas" charset="0"/>
                <a:ea typeface="Consolas" charset="0"/>
                <a:cs typeface="Consolas" charset="0"/>
              </a:rPr>
              <a:t>	for (</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=0;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&lt;10;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 {</a:t>
            </a:r>
          </a:p>
          <a:p>
            <a:pPr marL="0" indent="0">
              <a:lnSpc>
                <a:spcPct val="120000"/>
              </a:lnSpc>
              <a:spcBef>
                <a:spcPts val="0"/>
              </a:spcBef>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("%d :",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a:t>
            </a:r>
          </a:p>
          <a:p>
            <a:pPr marL="0" indent="0">
              <a:lnSpc>
                <a:spcPct val="120000"/>
              </a:lnSpc>
              <a:spcBef>
                <a:spcPts val="0"/>
              </a:spcBef>
              <a:spcAft>
                <a:spcPts val="0"/>
              </a:spcAft>
              <a:buNone/>
            </a:pPr>
            <a:r>
              <a:rPr lang="en-US" sz="1323" b="1" dirty="0">
                <a:latin typeface="Consolas" charset="0"/>
                <a:ea typeface="Consolas" charset="0"/>
                <a:cs typeface="Consolas" charset="0"/>
              </a:rPr>
              <a:t>		if (</a:t>
            </a:r>
            <a:r>
              <a:rPr lang="en-US" sz="1323" b="1" dirty="0" err="1">
                <a:latin typeface="Consolas" charset="0"/>
                <a:ea typeface="Consolas" charset="0"/>
                <a:cs typeface="Consolas" charset="0"/>
              </a:rPr>
              <a:t>var.test</a:t>
            </a:r>
            <a:r>
              <a:rPr lang="en-US" sz="1323" b="1" dirty="0">
                <a:latin typeface="Consolas" charset="0"/>
                <a:ea typeface="Consolas" charset="0"/>
                <a:cs typeface="Consolas" charset="0"/>
              </a:rPr>
              <a:t>(</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 {</a:t>
            </a:r>
          </a:p>
          <a:p>
            <a:pPr marL="0" indent="0">
              <a:lnSpc>
                <a:spcPct val="120000"/>
              </a:lnSpc>
              <a:spcBef>
                <a:spcPts val="0"/>
              </a:spcBef>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				} else {</a:t>
            </a:r>
          </a:p>
          <a:p>
            <a:pPr marL="0" indent="0">
              <a:lnSpc>
                <a:spcPct val="120000"/>
              </a:lnSpc>
              <a:spcBef>
                <a:spcPts val="0"/>
              </a:spcBef>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a:t>
            </a:r>
          </a:p>
          <a:p>
            <a:pPr marL="0" indent="0">
              <a:lnSpc>
                <a:spcPct val="120000"/>
              </a:lnSpc>
              <a:spcBef>
                <a:spcPts val="0"/>
              </a:spcBef>
              <a:spcAft>
                <a:spcPts val="0"/>
              </a:spcAft>
              <a:buNone/>
            </a:pPr>
            <a:r>
              <a:rPr lang="en-US" sz="1323" b="1" dirty="0">
                <a:latin typeface="Consolas" charset="0"/>
                <a:ea typeface="Consolas" charset="0"/>
                <a:cs typeface="Consolas" charset="0"/>
              </a:rPr>
              <a:t>		}</a:t>
            </a:r>
          </a:p>
          <a:p>
            <a:pPr marL="0" indent="0">
              <a:lnSpc>
                <a:spcPct val="120000"/>
              </a:lnSpc>
              <a:spcBef>
                <a:spcPts val="0"/>
              </a:spcBef>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("%n");</a:t>
            </a:r>
          </a:p>
          <a:p>
            <a:pPr marL="0" indent="0">
              <a:lnSpc>
                <a:spcPct val="120000"/>
              </a:lnSpc>
              <a:spcBef>
                <a:spcPts val="0"/>
              </a:spcBef>
              <a:spcAft>
                <a:spcPts val="0"/>
              </a:spcAft>
              <a:buNone/>
            </a:pPr>
            <a:r>
              <a:rPr lang="en-US" sz="1323" b="1" dirty="0">
                <a:latin typeface="Consolas" charset="0"/>
                <a:ea typeface="Consolas" charset="0"/>
                <a:cs typeface="Consolas" charset="0"/>
              </a:rPr>
              <a:t>	}</a:t>
            </a:r>
          </a:p>
          <a:p>
            <a:pPr marL="0" indent="0">
              <a:lnSpc>
                <a:spcPct val="120000"/>
              </a:lnSpc>
              <a:spcBef>
                <a:spcPts val="0"/>
              </a:spcBef>
              <a:spcAft>
                <a:spcPts val="0"/>
              </a:spcAft>
              <a:buNone/>
            </a:pPr>
            <a:r>
              <a:rPr lang="en-US" sz="1323" b="1" dirty="0">
                <a:latin typeface="Consolas" charset="0"/>
                <a:ea typeface="Consolas" charset="0"/>
                <a:cs typeface="Consolas" charset="0"/>
              </a:rPr>
              <a:t>}</a:t>
            </a:r>
          </a:p>
          <a:p>
            <a:pPr marL="0" indent="0">
              <a:lnSpc>
                <a:spcPct val="120000"/>
              </a:lnSpc>
              <a:spcBef>
                <a:spcPts val="0"/>
              </a:spcBef>
              <a:spcAft>
                <a:spcPts val="0"/>
              </a:spcAft>
              <a:buNone/>
            </a:pPr>
            <a:endParaRPr lang="en-US" sz="1323" b="1" dirty="0">
              <a:latin typeface="Consolas" charset="0"/>
              <a:ea typeface="Consolas" charset="0"/>
              <a:cs typeface="Consolas" charset="0"/>
            </a:endParaRPr>
          </a:p>
          <a:p>
            <a:pPr marL="0" indent="0">
              <a:lnSpc>
                <a:spcPct val="120000"/>
              </a:lnSpc>
              <a:spcBef>
                <a:spcPts val="0"/>
              </a:spcBef>
              <a:spcAft>
                <a:spcPts val="0"/>
              </a:spcAft>
              <a:buNone/>
            </a:pPr>
            <a:r>
              <a:rPr lang="en-US" sz="1323" b="1" dirty="0">
                <a:latin typeface="Consolas" charset="0"/>
                <a:ea typeface="Consolas" charset="0"/>
                <a:cs typeface="Consolas" charset="0"/>
              </a:rPr>
              <a:t>public static void main(String[] </a:t>
            </a:r>
            <a:r>
              <a:rPr lang="en-US" sz="1323" b="1" dirty="0" err="1">
                <a:latin typeface="Consolas" charset="0"/>
                <a:ea typeface="Consolas" charset="0"/>
                <a:cs typeface="Consolas" charset="0"/>
              </a:rPr>
              <a:t>args</a:t>
            </a:r>
            <a:r>
              <a:rPr lang="en-US" sz="1323" b="1" dirty="0">
                <a:latin typeface="Consolas" charset="0"/>
                <a:ea typeface="Consolas" charset="0"/>
                <a:cs typeface="Consolas" charset="0"/>
              </a:rPr>
              <a:t>) {</a:t>
            </a:r>
          </a:p>
          <a:p>
            <a:pPr marL="0" indent="0">
              <a:lnSpc>
                <a:spcPct val="120000"/>
              </a:lnSpc>
              <a:spcBef>
                <a:spcPts val="0"/>
              </a:spcBef>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happyOrSad</a:t>
            </a:r>
            <a:r>
              <a:rPr lang="en-US" sz="1323" b="1" dirty="0">
                <a:latin typeface="Consolas" charset="0"/>
                <a:ea typeface="Consolas" charset="0"/>
                <a:cs typeface="Consolas" charset="0"/>
              </a:rPr>
              <a:t>(new </a:t>
            </a:r>
            <a:r>
              <a:rPr lang="en-US" sz="1323" b="1" dirty="0" err="1">
                <a:latin typeface="Consolas" charset="0"/>
                <a:ea typeface="Consolas" charset="0"/>
                <a:cs typeface="Consolas" charset="0"/>
              </a:rPr>
              <a:t>IsEven</a:t>
            </a:r>
            <a:r>
              <a:rPr lang="en-US" sz="1323" b="1" dirty="0">
                <a:latin typeface="Consolas" charset="0"/>
                <a:ea typeface="Consolas" charset="0"/>
                <a:cs typeface="Consolas" charset="0"/>
              </a:rPr>
              <a:t>());</a:t>
            </a:r>
          </a:p>
          <a:p>
            <a:pPr marL="0" indent="0">
              <a:lnSpc>
                <a:spcPct val="120000"/>
              </a:lnSpc>
              <a:spcBef>
                <a:spcPts val="0"/>
              </a:spcBef>
              <a:spcAft>
                <a:spcPts val="0"/>
              </a:spcAft>
              <a:buNone/>
            </a:pPr>
            <a:r>
              <a:rPr lang="en-US" sz="1323" b="1" dirty="0">
                <a:latin typeface="Consolas" charset="0"/>
                <a:ea typeface="Consolas" charset="0"/>
                <a:cs typeface="Consolas" charset="0"/>
              </a:rPr>
              <a:t>}</a:t>
            </a:r>
          </a:p>
        </p:txBody>
      </p:sp>
      <p:sp>
        <p:nvSpPr>
          <p:cNvPr id="7" name="Text Placeholder 6"/>
          <p:cNvSpPr>
            <a:spLocks noGrp="1"/>
          </p:cNvSpPr>
          <p:nvPr>
            <p:ph type="body" idx="1"/>
          </p:nvPr>
        </p:nvSpPr>
        <p:spPr/>
        <p:txBody>
          <a:bodyPr/>
          <a:lstStyle/>
          <a:p>
            <a:r>
              <a:rPr lang="en-US" dirty="0">
                <a:latin typeface="Arial" charset="0"/>
                <a:ea typeface="Arial" charset="0"/>
                <a:cs typeface="Arial" charset="0"/>
              </a:rPr>
              <a:t>I1.java</a:t>
            </a:r>
          </a:p>
        </p:txBody>
      </p:sp>
      <p:sp>
        <p:nvSpPr>
          <p:cNvPr id="11" name="Text Placeholder 10"/>
          <p:cNvSpPr>
            <a:spLocks noGrp="1"/>
          </p:cNvSpPr>
          <p:nvPr>
            <p:ph type="body" sz="quarter" idx="3"/>
          </p:nvPr>
        </p:nvSpPr>
        <p:spPr/>
        <p:txBody>
          <a:bodyPr/>
          <a:lstStyle/>
          <a:p>
            <a:r>
              <a:rPr lang="en-US" dirty="0" err="1"/>
              <a:t>Foo.java</a:t>
            </a:r>
            <a:endParaRPr lang="en-US" dirty="0"/>
          </a:p>
        </p:txBody>
      </p:sp>
      <p:sp>
        <p:nvSpPr>
          <p:cNvPr id="14" name="Content Placeholder 7"/>
          <p:cNvSpPr txBox="1">
            <a:spLocks/>
          </p:cNvSpPr>
          <p:nvPr/>
        </p:nvSpPr>
        <p:spPr>
          <a:xfrm>
            <a:off x="504507" y="4162887"/>
            <a:ext cx="4453559" cy="1810669"/>
          </a:xfrm>
          <a:prstGeom prst="rect">
            <a:avLst/>
          </a:prstGeom>
        </p:spPr>
        <p:txBody>
          <a:bodyPr vert="horz" lIns="100796" tIns="50398" rIns="100796" bIns="50398"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6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6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600" kern="1200">
                <a:solidFill>
                  <a:schemeClr val="tx1"/>
                </a:solidFill>
                <a:latin typeface="+mn-lt"/>
                <a:ea typeface="+mn-ea"/>
                <a:cs typeface="+mn-cs"/>
              </a:defRPr>
            </a:lvl9pPr>
          </a:lstStyle>
          <a:p>
            <a:pPr marL="0" indent="0">
              <a:lnSpc>
                <a:spcPct val="100000"/>
              </a:lnSpc>
              <a:spcBef>
                <a:spcPts val="0"/>
              </a:spcBef>
              <a:spcAft>
                <a:spcPts val="0"/>
              </a:spcAft>
              <a:buNone/>
            </a:pPr>
            <a:r>
              <a:rPr lang="en-US" sz="1323" b="1" dirty="0">
                <a:latin typeface="Consolas" charset="0"/>
                <a:ea typeface="Consolas" charset="0"/>
                <a:cs typeface="Consolas" charset="0"/>
              </a:rPr>
              <a:t>public class </a:t>
            </a:r>
            <a:r>
              <a:rPr lang="en-US" sz="1323" b="1" dirty="0" err="1">
                <a:latin typeface="Consolas" charset="0"/>
                <a:ea typeface="Consolas" charset="0"/>
                <a:cs typeface="Consolas" charset="0"/>
              </a:rPr>
              <a:t>IsEven</a:t>
            </a:r>
            <a:r>
              <a:rPr lang="en-US" sz="1323" b="1" dirty="0">
                <a:latin typeface="Consolas" charset="0"/>
                <a:ea typeface="Consolas" charset="0"/>
                <a:cs typeface="Consolas" charset="0"/>
              </a:rPr>
              <a:t> implements I1 {</a:t>
            </a:r>
          </a:p>
          <a:p>
            <a:pPr marL="0" indent="0">
              <a:lnSpc>
                <a:spcPct val="100000"/>
              </a:lnSpc>
              <a:spcBef>
                <a:spcPts val="0"/>
              </a:spcBef>
              <a:spcAft>
                <a:spcPts val="0"/>
              </a:spcAft>
              <a:buNone/>
            </a:pPr>
            <a:r>
              <a:rPr lang="en-US" sz="1323" b="1" dirty="0">
                <a:latin typeface="Consolas" charset="0"/>
                <a:ea typeface="Consolas" charset="0"/>
                <a:cs typeface="Consolas" charset="0"/>
              </a:rPr>
              <a:t>	@Override</a:t>
            </a:r>
          </a:p>
          <a:p>
            <a:pPr marL="0" indent="0">
              <a:lnSpc>
                <a:spcPct val="100000"/>
              </a:lnSpc>
              <a:spcBef>
                <a:spcPts val="0"/>
              </a:spcBef>
              <a:spcAft>
                <a:spcPts val="0"/>
              </a:spcAft>
              <a:buNone/>
            </a:pPr>
            <a:r>
              <a:rPr lang="en-US" sz="1323" b="1" dirty="0">
                <a:latin typeface="Consolas" charset="0"/>
                <a:ea typeface="Consolas" charset="0"/>
                <a:cs typeface="Consolas" charset="0"/>
              </a:rPr>
              <a:t>	public </a:t>
            </a:r>
            <a:r>
              <a:rPr lang="en-US" sz="1323" b="1" dirty="0" err="1">
                <a:latin typeface="Consolas" charset="0"/>
                <a:ea typeface="Consolas" charset="0"/>
                <a:cs typeface="Consolas" charset="0"/>
              </a:rPr>
              <a:t>boolean</a:t>
            </a:r>
            <a:r>
              <a:rPr lang="en-US" sz="1323" b="1" dirty="0">
                <a:latin typeface="Consolas" charset="0"/>
                <a:ea typeface="Consolas" charset="0"/>
                <a:cs typeface="Consolas" charset="0"/>
              </a:rPr>
              <a:t> test(</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p) {</a:t>
            </a:r>
          </a:p>
          <a:p>
            <a:pPr marL="0" indent="0">
              <a:lnSpc>
                <a:spcPct val="100000"/>
              </a:lnSpc>
              <a:spcBef>
                <a:spcPts val="0"/>
              </a:spcBef>
              <a:spcAft>
                <a:spcPts val="0"/>
              </a:spcAft>
              <a:buNone/>
            </a:pPr>
            <a:r>
              <a:rPr lang="en-US" sz="1323" b="1" dirty="0">
                <a:latin typeface="Consolas" charset="0"/>
                <a:ea typeface="Consolas" charset="0"/>
                <a:cs typeface="Consolas" charset="0"/>
              </a:rPr>
              <a:t>		return p%2 == 0;</a:t>
            </a:r>
          </a:p>
          <a:p>
            <a:pPr marL="0" indent="0">
              <a:lnSpc>
                <a:spcPct val="100000"/>
              </a:lnSpc>
              <a:spcBef>
                <a:spcPts val="0"/>
              </a:spcBef>
              <a:spcAft>
                <a:spcPts val="0"/>
              </a:spcAft>
              <a:buNone/>
            </a:pPr>
            <a:r>
              <a:rPr lang="en-US" sz="1323" b="1" dirty="0">
                <a:latin typeface="Consolas" charset="0"/>
                <a:ea typeface="Consolas" charset="0"/>
                <a:cs typeface="Consolas" charset="0"/>
              </a:rPr>
              <a:t>	}</a:t>
            </a:r>
          </a:p>
          <a:p>
            <a:pPr marL="0" indent="0">
              <a:lnSpc>
                <a:spcPct val="100000"/>
              </a:lnSpc>
              <a:spcBef>
                <a:spcPts val="0"/>
              </a:spcBef>
              <a:spcAft>
                <a:spcPts val="0"/>
              </a:spcAft>
              <a:buNone/>
            </a:pPr>
            <a:r>
              <a:rPr lang="en-US" sz="1323" b="1" dirty="0">
                <a:latin typeface="Consolas" charset="0"/>
                <a:ea typeface="Consolas" charset="0"/>
                <a:cs typeface="Consolas" charset="0"/>
              </a:rPr>
              <a:t>}</a:t>
            </a:r>
          </a:p>
        </p:txBody>
      </p:sp>
      <p:sp>
        <p:nvSpPr>
          <p:cNvPr id="15" name="Text Placeholder 6"/>
          <p:cNvSpPr txBox="1">
            <a:spLocks/>
          </p:cNvSpPr>
          <p:nvPr/>
        </p:nvSpPr>
        <p:spPr>
          <a:xfrm>
            <a:off x="504507" y="3344965"/>
            <a:ext cx="4453559" cy="705219"/>
          </a:xfrm>
          <a:prstGeom prst="rect">
            <a:avLst/>
          </a:prstGeom>
        </p:spPr>
        <p:txBody>
          <a:bodyPr vert="horz" lIns="100796" tIns="50398" rIns="100796" bIns="50398" rtlCol="0" anchor="b">
            <a:normAutofit/>
          </a:bodyPr>
          <a:lstStyle>
            <a:lvl1pPr marL="0" indent="0" algn="l" defTabSz="457200" rtl="0" eaLnBrk="1" latinLnBrk="0" hangingPunct="1">
              <a:spcBef>
                <a:spcPct val="20000"/>
              </a:spcBef>
              <a:buFont typeface="Arial"/>
              <a:buNone/>
              <a:defRPr sz="2400" b="1" kern="1200">
                <a:solidFill>
                  <a:schemeClr val="tx1"/>
                </a:solidFill>
                <a:latin typeface="Arial"/>
                <a:ea typeface="+mn-ea"/>
                <a:cs typeface="Arial"/>
              </a:defRPr>
            </a:lvl1pPr>
            <a:lvl2pPr marL="457200" indent="0" algn="l" defTabSz="457200" rtl="0" eaLnBrk="1" latinLnBrk="0" hangingPunct="1">
              <a:spcBef>
                <a:spcPct val="20000"/>
              </a:spcBef>
              <a:buFont typeface="Arial"/>
              <a:buNone/>
              <a:defRPr sz="2000" b="1" kern="1200">
                <a:solidFill>
                  <a:schemeClr val="tx1"/>
                </a:solidFill>
                <a:latin typeface="Arial"/>
                <a:ea typeface="+mn-ea"/>
                <a:cs typeface="Arial"/>
              </a:defRPr>
            </a:lvl2pPr>
            <a:lvl3pPr marL="914400" indent="0" algn="l" defTabSz="457200" rtl="0" eaLnBrk="1" latinLnBrk="0" hangingPunct="1">
              <a:spcBef>
                <a:spcPct val="20000"/>
              </a:spcBef>
              <a:buFont typeface="Arial"/>
              <a:buNone/>
              <a:defRPr sz="1800" b="1"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1" kern="1200">
                <a:solidFill>
                  <a:schemeClr val="tx1"/>
                </a:solidFill>
                <a:latin typeface="Arial"/>
                <a:ea typeface="+mn-ea"/>
                <a:cs typeface="Arial"/>
              </a:defRPr>
            </a:lvl4pPr>
            <a:lvl5pPr marL="1828800" indent="0" algn="l" defTabSz="457200" rtl="0" eaLnBrk="1" latinLnBrk="0" hangingPunct="1">
              <a:spcBef>
                <a:spcPct val="20000"/>
              </a:spcBef>
              <a:buFont typeface="Arial"/>
              <a:buNone/>
              <a:defRPr sz="1600" b="1" kern="1200">
                <a:solidFill>
                  <a:schemeClr val="tx1"/>
                </a:solidFill>
                <a:latin typeface="Arial"/>
                <a:ea typeface="+mn-ea"/>
                <a:cs typeface="Arial"/>
              </a:defRPr>
            </a:lvl5pPr>
            <a:lvl6pPr marL="2286000" indent="0" algn="l" defTabSz="457200" rtl="0" eaLnBrk="1" latinLnBrk="0" hangingPunct="1">
              <a:spcBef>
                <a:spcPct val="20000"/>
              </a:spcBef>
              <a:buFont typeface="Arial"/>
              <a:buNone/>
              <a:defRPr sz="1600" b="1"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1600" b="1"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1600" b="1"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1600" b="1" kern="1200">
                <a:solidFill>
                  <a:schemeClr val="tx1"/>
                </a:solidFill>
                <a:latin typeface="+mn-lt"/>
                <a:ea typeface="+mn-ea"/>
                <a:cs typeface="+mn-cs"/>
              </a:defRPr>
            </a:lvl9pPr>
          </a:lstStyle>
          <a:p>
            <a:r>
              <a:rPr lang="en-US" sz="2646" dirty="0" err="1">
                <a:latin typeface="Arial" charset="0"/>
                <a:ea typeface="Arial" charset="0"/>
                <a:cs typeface="Arial" charset="0"/>
              </a:rPr>
              <a:t>IsEven.java</a:t>
            </a:r>
            <a:endParaRPr lang="en-US" sz="2646" dirty="0">
              <a:latin typeface="Arial" charset="0"/>
              <a:ea typeface="Arial" charset="0"/>
              <a:cs typeface="Arial" charset="0"/>
            </a:endParaRPr>
          </a:p>
        </p:txBody>
      </p:sp>
    </p:spTree>
    <p:extLst>
      <p:ext uri="{BB962C8B-B14F-4D97-AF65-F5344CB8AC3E}">
        <p14:creationId xmlns:p14="http://schemas.microsoft.com/office/powerpoint/2010/main" val="1884502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48" dirty="0"/>
              <a:t>Example: Lambda</a:t>
            </a:r>
          </a:p>
        </p:txBody>
      </p:sp>
      <p:sp>
        <p:nvSpPr>
          <p:cNvPr id="8" name="Content Placeholder 7"/>
          <p:cNvSpPr>
            <a:spLocks noGrp="1"/>
          </p:cNvSpPr>
          <p:nvPr>
            <p:ph sz="half" idx="2"/>
          </p:nvPr>
        </p:nvSpPr>
        <p:spPr/>
        <p:txBody>
          <a:bodyPr>
            <a:normAutofit/>
          </a:bodyPr>
          <a:lstStyle/>
          <a:p>
            <a:pPr marL="0" indent="0">
              <a:lnSpc>
                <a:spcPct val="100000"/>
              </a:lnSpc>
              <a:spcAft>
                <a:spcPts val="0"/>
              </a:spcAft>
              <a:buNone/>
            </a:pPr>
            <a:r>
              <a:rPr lang="en-US" sz="1323" b="1" dirty="0">
                <a:latin typeface="Consolas" charset="0"/>
                <a:ea typeface="Consolas" charset="0"/>
                <a:cs typeface="Consolas" charset="0"/>
              </a:rPr>
              <a:t>@</a:t>
            </a:r>
            <a:r>
              <a:rPr lang="en-US" sz="1323" b="1" dirty="0" err="1">
                <a:latin typeface="Consolas" charset="0"/>
                <a:ea typeface="Consolas" charset="0"/>
                <a:cs typeface="Consolas" charset="0"/>
              </a:rPr>
              <a:t>FunctionalInterface</a:t>
            </a:r>
            <a:endParaRPr lang="en-US" sz="1323" b="1" dirty="0">
              <a:latin typeface="Consolas" charset="0"/>
              <a:ea typeface="Consolas" charset="0"/>
              <a:cs typeface="Consolas" charset="0"/>
            </a:endParaRPr>
          </a:p>
          <a:p>
            <a:pPr marL="0" indent="0">
              <a:lnSpc>
                <a:spcPct val="100000"/>
              </a:lnSpc>
              <a:spcAft>
                <a:spcPts val="0"/>
              </a:spcAft>
              <a:buNone/>
            </a:pPr>
            <a:r>
              <a:rPr lang="en-US" sz="1323" b="1" dirty="0">
                <a:latin typeface="Consolas" charset="0"/>
                <a:ea typeface="Consolas" charset="0"/>
                <a:cs typeface="Consolas" charset="0"/>
              </a:rPr>
              <a:t>public interface I1 {</a:t>
            </a:r>
          </a:p>
          <a:p>
            <a:pPr marL="0" indent="0">
              <a:lnSpc>
                <a:spcPct val="10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boolean</a:t>
            </a:r>
            <a:r>
              <a:rPr lang="en-US" sz="1323" b="1" dirty="0">
                <a:latin typeface="Consolas" charset="0"/>
                <a:ea typeface="Consolas" charset="0"/>
                <a:cs typeface="Consolas" charset="0"/>
              </a:rPr>
              <a:t> test(</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x);</a:t>
            </a:r>
          </a:p>
          <a:p>
            <a:pPr marL="0" indent="0">
              <a:lnSpc>
                <a:spcPct val="100000"/>
              </a:lnSpc>
              <a:spcAft>
                <a:spcPts val="0"/>
              </a:spcAft>
              <a:buNone/>
            </a:pPr>
            <a:r>
              <a:rPr lang="en-US" sz="1323" b="1" dirty="0">
                <a:latin typeface="Consolas" charset="0"/>
                <a:ea typeface="Consolas" charset="0"/>
                <a:cs typeface="Consolas" charset="0"/>
              </a:rPr>
              <a:t>}</a:t>
            </a:r>
          </a:p>
        </p:txBody>
      </p:sp>
      <p:sp>
        <p:nvSpPr>
          <p:cNvPr id="12" name="Content Placeholder 11"/>
          <p:cNvSpPr>
            <a:spLocks noGrp="1"/>
          </p:cNvSpPr>
          <p:nvPr>
            <p:ph sz="quarter" idx="4"/>
          </p:nvPr>
        </p:nvSpPr>
        <p:spPr/>
        <p:txBody>
          <a:bodyPr>
            <a:normAutofit/>
          </a:bodyPr>
          <a:lstStyle/>
          <a:p>
            <a:pPr marL="0" indent="0">
              <a:lnSpc>
                <a:spcPct val="120000"/>
              </a:lnSpc>
              <a:spcAft>
                <a:spcPts val="0"/>
              </a:spcAft>
              <a:buNone/>
            </a:pPr>
            <a:r>
              <a:rPr lang="en-US" sz="1323" b="1" dirty="0">
                <a:latin typeface="Consolas" charset="0"/>
                <a:ea typeface="Consolas" charset="0"/>
                <a:cs typeface="Consolas" charset="0"/>
              </a:rPr>
              <a:t>public static void </a:t>
            </a:r>
            <a:r>
              <a:rPr lang="en-US" sz="1323" b="1" dirty="0" err="1">
                <a:latin typeface="Consolas" charset="0"/>
                <a:ea typeface="Consolas" charset="0"/>
                <a:cs typeface="Consolas" charset="0"/>
              </a:rPr>
              <a:t>happyOrSad</a:t>
            </a:r>
            <a:r>
              <a:rPr lang="en-US" sz="1323" b="1" dirty="0">
                <a:latin typeface="Consolas" charset="0"/>
                <a:ea typeface="Consolas" charset="0"/>
                <a:cs typeface="Consolas" charset="0"/>
              </a:rPr>
              <a:t>(I1 </a:t>
            </a:r>
            <a:r>
              <a:rPr lang="en-US" sz="1323" b="1" dirty="0" err="1">
                <a:latin typeface="Consolas" charset="0"/>
                <a:ea typeface="Consolas" charset="0"/>
                <a:cs typeface="Consolas" charset="0"/>
              </a:rPr>
              <a:t>var</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for (</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=0;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&lt;10;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("%d :",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a:t>
            </a:r>
          </a:p>
          <a:p>
            <a:pPr marL="0" indent="0">
              <a:lnSpc>
                <a:spcPct val="120000"/>
              </a:lnSpc>
              <a:spcAft>
                <a:spcPts val="0"/>
              </a:spcAft>
              <a:buNone/>
            </a:pPr>
            <a:r>
              <a:rPr lang="en-US" sz="1323" b="1" dirty="0">
                <a:latin typeface="Consolas" charset="0"/>
                <a:ea typeface="Consolas" charset="0"/>
                <a:cs typeface="Consolas" charset="0"/>
              </a:rPr>
              <a:t>		if (</a:t>
            </a:r>
            <a:r>
              <a:rPr lang="en-US" sz="1323" b="1" dirty="0" err="1">
                <a:latin typeface="Consolas" charset="0"/>
                <a:ea typeface="Consolas" charset="0"/>
                <a:cs typeface="Consolas" charset="0"/>
              </a:rPr>
              <a:t>var.test</a:t>
            </a:r>
            <a:r>
              <a:rPr lang="en-US" sz="1323" b="1" dirty="0">
                <a:latin typeface="Consolas" charset="0"/>
                <a:ea typeface="Consolas" charset="0"/>
                <a:cs typeface="Consolas" charset="0"/>
              </a:rPr>
              <a:t>(</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				} else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("%n");</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a:t>
            </a:r>
          </a:p>
          <a:p>
            <a:pPr marL="0" indent="0">
              <a:lnSpc>
                <a:spcPct val="120000"/>
              </a:lnSpc>
              <a:spcAft>
                <a:spcPts val="0"/>
              </a:spcAft>
              <a:buNone/>
            </a:pPr>
            <a:endParaRPr lang="en-US" sz="1323" b="1" dirty="0">
              <a:latin typeface="Consolas" charset="0"/>
              <a:ea typeface="Consolas" charset="0"/>
              <a:cs typeface="Consolas" charset="0"/>
            </a:endParaRPr>
          </a:p>
          <a:p>
            <a:pPr marL="0" indent="0">
              <a:lnSpc>
                <a:spcPct val="120000"/>
              </a:lnSpc>
              <a:spcAft>
                <a:spcPts val="0"/>
              </a:spcAft>
              <a:buNone/>
            </a:pPr>
            <a:r>
              <a:rPr lang="en-US" sz="1323" b="1" dirty="0">
                <a:latin typeface="Consolas" charset="0"/>
                <a:ea typeface="Consolas" charset="0"/>
                <a:cs typeface="Consolas" charset="0"/>
              </a:rPr>
              <a:t>public static void main(String[] </a:t>
            </a:r>
            <a:r>
              <a:rPr lang="en-US" sz="1323" b="1" dirty="0" err="1">
                <a:latin typeface="Consolas" charset="0"/>
                <a:ea typeface="Consolas" charset="0"/>
                <a:cs typeface="Consolas" charset="0"/>
              </a:rPr>
              <a:t>args</a:t>
            </a:r>
            <a:r>
              <a:rPr lang="en-US" sz="1323" b="1" dirty="0">
                <a:latin typeface="Consolas" charset="0"/>
                <a:ea typeface="Consolas" charset="0"/>
                <a:cs typeface="Consolas" charset="0"/>
              </a:rPr>
              <a:t>) {		</a:t>
            </a:r>
            <a:r>
              <a:rPr lang="en-US" sz="1323" b="1" dirty="0" err="1">
                <a:latin typeface="Consolas" charset="0"/>
                <a:ea typeface="Consolas" charset="0"/>
                <a:cs typeface="Consolas" charset="0"/>
              </a:rPr>
              <a:t>happyOrSad</a:t>
            </a:r>
            <a:r>
              <a:rPr lang="en-US" sz="1323" b="1" dirty="0">
                <a:latin typeface="Consolas" charset="0"/>
                <a:ea typeface="Consolas" charset="0"/>
                <a:cs typeface="Consolas" charset="0"/>
              </a:rPr>
              <a:t>(p-&gt;p%2 == 0);</a:t>
            </a:r>
          </a:p>
          <a:p>
            <a:pPr marL="0" indent="0">
              <a:lnSpc>
                <a:spcPct val="120000"/>
              </a:lnSpc>
              <a:spcAft>
                <a:spcPts val="0"/>
              </a:spcAft>
              <a:buNone/>
            </a:pPr>
            <a:r>
              <a:rPr lang="en-US" sz="1323" b="1" dirty="0">
                <a:latin typeface="Consolas" charset="0"/>
                <a:ea typeface="Consolas" charset="0"/>
                <a:cs typeface="Consolas" charset="0"/>
              </a:rPr>
              <a:t>}</a:t>
            </a:r>
          </a:p>
        </p:txBody>
      </p:sp>
      <p:sp>
        <p:nvSpPr>
          <p:cNvPr id="7" name="Text Placeholder 6"/>
          <p:cNvSpPr>
            <a:spLocks noGrp="1"/>
          </p:cNvSpPr>
          <p:nvPr>
            <p:ph type="body" idx="1"/>
          </p:nvPr>
        </p:nvSpPr>
        <p:spPr/>
        <p:txBody>
          <a:bodyPr/>
          <a:lstStyle/>
          <a:p>
            <a:r>
              <a:rPr lang="en-US" dirty="0">
                <a:latin typeface="Arial" charset="0"/>
                <a:ea typeface="Arial" charset="0"/>
                <a:cs typeface="Arial" charset="0"/>
              </a:rPr>
              <a:t>I1.java</a:t>
            </a:r>
          </a:p>
        </p:txBody>
      </p:sp>
      <p:sp>
        <p:nvSpPr>
          <p:cNvPr id="11" name="Text Placeholder 10"/>
          <p:cNvSpPr>
            <a:spLocks noGrp="1"/>
          </p:cNvSpPr>
          <p:nvPr>
            <p:ph type="body" sz="quarter" idx="3"/>
          </p:nvPr>
        </p:nvSpPr>
        <p:spPr/>
        <p:txBody>
          <a:bodyPr/>
          <a:lstStyle/>
          <a:p>
            <a:r>
              <a:rPr lang="en-US" dirty="0" err="1"/>
              <a:t>Foo.java</a:t>
            </a:r>
            <a:endParaRPr lang="en-US" dirty="0"/>
          </a:p>
        </p:txBody>
      </p:sp>
      <p:sp>
        <p:nvSpPr>
          <p:cNvPr id="9" name="Content Placeholder 11">
            <a:extLst>
              <a:ext uri="{FF2B5EF4-FFF2-40B4-BE49-F238E27FC236}">
                <a16:creationId xmlns:a16="http://schemas.microsoft.com/office/drawing/2014/main" id="{1F6330A9-7812-41F3-8AE1-03E0A0E50713}"/>
              </a:ext>
            </a:extLst>
          </p:cNvPr>
          <p:cNvSpPr txBox="1">
            <a:spLocks/>
          </p:cNvSpPr>
          <p:nvPr/>
        </p:nvSpPr>
        <p:spPr bwMode="auto">
          <a:xfrm>
            <a:off x="-3951745" y="122237"/>
            <a:ext cx="3810457" cy="44980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457200" indent="-274320" algn="l" defTabSz="449263" rtl="0" eaLnBrk="1" fontAlgn="base" hangingPunct="1">
              <a:lnSpc>
                <a:spcPct val="100000"/>
              </a:lnSpc>
              <a:spcBef>
                <a:spcPct val="0"/>
              </a:spcBef>
              <a:spcAft>
                <a:spcPts val="0"/>
              </a:spcAft>
              <a:buClr>
                <a:srgbClr val="820000"/>
              </a:buClr>
              <a:buSzPct val="100000"/>
              <a:buFont typeface="Wingdings" pitchFamily="2" charset="2"/>
              <a:buChar char="§"/>
              <a:defRPr sz="2646">
                <a:solidFill>
                  <a:srgbClr val="000000"/>
                </a:solidFill>
                <a:latin typeface="Tahoma" pitchFamily="34" charset="0"/>
                <a:ea typeface="Tahoma" pitchFamily="34" charset="0"/>
                <a:cs typeface="Tahoma" pitchFamily="34" charset="0"/>
              </a:defRPr>
            </a:lvl1pPr>
            <a:lvl2pPr marL="914400" indent="-274320" algn="l" defTabSz="449263" rtl="0" eaLnBrk="1" fontAlgn="base" hangingPunct="1">
              <a:lnSpc>
                <a:spcPct val="100000"/>
              </a:lnSpc>
              <a:spcBef>
                <a:spcPct val="0"/>
              </a:spcBef>
              <a:spcAft>
                <a:spcPts val="0"/>
              </a:spcAft>
              <a:buClr>
                <a:srgbClr val="820000"/>
              </a:buClr>
              <a:buSzPct val="100000"/>
              <a:buFont typeface="Verdana" pitchFamily="34" charset="0"/>
              <a:buChar char="»"/>
              <a:defRPr sz="2205">
                <a:solidFill>
                  <a:srgbClr val="000000"/>
                </a:solidFill>
                <a:latin typeface="Tahoma" pitchFamily="34" charset="0"/>
                <a:ea typeface="Tahoma" pitchFamily="34" charset="0"/>
                <a:cs typeface="Tahoma" pitchFamily="34" charset="0"/>
              </a:defRPr>
            </a:lvl2pPr>
            <a:lvl3pPr marL="1257300" indent="-274320" algn="l" defTabSz="449263" rtl="0" eaLnBrk="1" fontAlgn="base" hangingPunct="1">
              <a:lnSpc>
                <a:spcPct val="100000"/>
              </a:lnSpc>
              <a:spcBef>
                <a:spcPct val="0"/>
              </a:spcBef>
              <a:spcAft>
                <a:spcPts val="0"/>
              </a:spcAft>
              <a:buClr>
                <a:srgbClr val="820000"/>
              </a:buClr>
              <a:buSzPct val="100000"/>
              <a:buFont typeface="Wingdings" pitchFamily="2" charset="2"/>
              <a:buChar char="§"/>
              <a:defRPr sz="1984">
                <a:solidFill>
                  <a:srgbClr val="000000"/>
                </a:solidFill>
                <a:latin typeface="Tahoma" pitchFamily="34" charset="0"/>
                <a:ea typeface="Tahoma" pitchFamily="34" charset="0"/>
                <a:cs typeface="Tahoma" pitchFamily="34" charset="0"/>
              </a:defRPr>
            </a:lvl3pPr>
            <a:lvl4pPr marL="1714500" indent="-342900" algn="l" defTabSz="449263" rtl="0" eaLnBrk="1" fontAlgn="base" hangingPunct="1">
              <a:lnSpc>
                <a:spcPct val="100000"/>
              </a:lnSpc>
              <a:spcBef>
                <a:spcPct val="0"/>
              </a:spcBef>
              <a:spcAft>
                <a:spcPts val="0"/>
              </a:spcAft>
              <a:buClr>
                <a:srgbClr val="820000"/>
              </a:buClr>
              <a:buSzPct val="100000"/>
              <a:buFont typeface="Wingdings" pitchFamily="2" charset="2"/>
              <a:buChar char="§"/>
              <a:defRPr sz="1764">
                <a:solidFill>
                  <a:srgbClr val="000000"/>
                </a:solidFill>
                <a:latin typeface="Tahoma" pitchFamily="34" charset="0"/>
                <a:ea typeface="Tahoma" pitchFamily="34" charset="0"/>
                <a:cs typeface="Tahoma" pitchFamily="34" charset="0"/>
              </a:defRPr>
            </a:lvl4pPr>
            <a:lvl5pPr marL="2171700" indent="-342900" algn="l" defTabSz="449263" rtl="0" eaLnBrk="1" fontAlgn="base" hangingPunct="1">
              <a:lnSpc>
                <a:spcPct val="100000"/>
              </a:lnSpc>
              <a:spcBef>
                <a:spcPct val="0"/>
              </a:spcBef>
              <a:spcAft>
                <a:spcPts val="0"/>
              </a:spcAft>
              <a:buClr>
                <a:srgbClr val="820000"/>
              </a:buClr>
              <a:buSzPct val="100000"/>
              <a:buFont typeface="Wingdings" pitchFamily="2" charset="2"/>
              <a:buChar char="§"/>
              <a:defRPr sz="1764">
                <a:solidFill>
                  <a:srgbClr val="000000"/>
                </a:solidFill>
                <a:latin typeface="Tahoma" pitchFamily="34" charset="0"/>
                <a:ea typeface="Tahoma" pitchFamily="34" charset="0"/>
                <a:cs typeface="Tahoma" pitchFamily="34" charset="0"/>
              </a:defRPr>
            </a:lvl5pPr>
            <a:lvl6pPr marL="25146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1764">
                <a:solidFill>
                  <a:srgbClr val="000000"/>
                </a:solidFill>
                <a:latin typeface="+mn-lt"/>
                <a:ea typeface="+mn-ea"/>
                <a:cs typeface="+mn-cs"/>
              </a:defRPr>
            </a:lvl6pPr>
            <a:lvl7pPr marL="29718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1764">
                <a:solidFill>
                  <a:srgbClr val="000000"/>
                </a:solidFill>
                <a:latin typeface="+mn-lt"/>
                <a:ea typeface="+mn-ea"/>
                <a:cs typeface="+mn-cs"/>
              </a:defRPr>
            </a:lvl7pPr>
            <a:lvl8pPr marL="34290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1764">
                <a:solidFill>
                  <a:srgbClr val="000000"/>
                </a:solidFill>
                <a:latin typeface="+mn-lt"/>
                <a:ea typeface="+mn-ea"/>
                <a:cs typeface="+mn-cs"/>
              </a:defRPr>
            </a:lvl8pPr>
            <a:lvl9pPr marL="38862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1764">
                <a:solidFill>
                  <a:srgbClr val="000000"/>
                </a:solidFill>
                <a:latin typeface="+mn-lt"/>
                <a:ea typeface="+mn-ea"/>
                <a:cs typeface="+mn-cs"/>
              </a:defRPr>
            </a:lvl9pPr>
          </a:lstStyle>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public static void </a:t>
            </a:r>
            <a:r>
              <a:rPr lang="en-US" sz="1323" b="1" kern="0" dirty="0" err="1">
                <a:latin typeface="Consolas" charset="0"/>
                <a:ea typeface="Consolas" charset="0"/>
                <a:cs typeface="Consolas" charset="0"/>
              </a:rPr>
              <a:t>happyOrSad</a:t>
            </a:r>
            <a:r>
              <a:rPr lang="en-US" sz="1323" b="1" kern="0" dirty="0">
                <a:latin typeface="Consolas" charset="0"/>
                <a:ea typeface="Consolas" charset="0"/>
                <a:cs typeface="Consolas" charset="0"/>
              </a:rPr>
              <a:t>(I1 var) {</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for (int i=0; i&lt;10; i++) {</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a:t>
            </a:r>
            <a:r>
              <a:rPr lang="en-US" sz="1323" b="1" kern="0" dirty="0" err="1">
                <a:latin typeface="Consolas" charset="0"/>
                <a:ea typeface="Consolas" charset="0"/>
                <a:cs typeface="Consolas" charset="0"/>
              </a:rPr>
              <a:t>System.out.printf</a:t>
            </a:r>
            <a:r>
              <a:rPr lang="en-US" sz="1323" b="1" kern="0" dirty="0">
                <a:latin typeface="Consolas" charset="0"/>
                <a:ea typeface="Consolas" charset="0"/>
                <a:cs typeface="Consolas" charset="0"/>
              </a:rPr>
              <a:t>("%d :", i);</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if (</a:t>
            </a:r>
            <a:r>
              <a:rPr lang="en-US" sz="1323" b="1" kern="0" dirty="0" err="1">
                <a:latin typeface="Consolas" charset="0"/>
                <a:ea typeface="Consolas" charset="0"/>
                <a:cs typeface="Consolas" charset="0"/>
              </a:rPr>
              <a:t>var.test</a:t>
            </a:r>
            <a:r>
              <a:rPr lang="en-US" sz="1323" b="1" kern="0" dirty="0">
                <a:latin typeface="Consolas" charset="0"/>
                <a:ea typeface="Consolas" charset="0"/>
                <a:cs typeface="Consolas" charset="0"/>
              </a:rPr>
              <a:t>(i)) {</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a:t>
            </a:r>
            <a:r>
              <a:rPr lang="en-US" sz="1323" b="1" kern="0" dirty="0" err="1">
                <a:latin typeface="Consolas" charset="0"/>
                <a:ea typeface="Consolas" charset="0"/>
                <a:cs typeface="Consolas" charset="0"/>
              </a:rPr>
              <a:t>System.out.printf</a:t>
            </a:r>
            <a:r>
              <a:rPr lang="en-US" sz="1323" b="1" kern="0" dirty="0">
                <a:latin typeface="Consolas" charset="0"/>
                <a:ea typeface="Consolas" charset="0"/>
                <a:cs typeface="Consolas" charset="0"/>
              </a:rPr>
              <a:t>(")");				} else {</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a:t>
            </a:r>
            <a:r>
              <a:rPr lang="en-US" sz="1323" b="1" kern="0" dirty="0" err="1">
                <a:latin typeface="Consolas" charset="0"/>
                <a:ea typeface="Consolas" charset="0"/>
                <a:cs typeface="Consolas" charset="0"/>
              </a:rPr>
              <a:t>System.out.printf</a:t>
            </a:r>
            <a:r>
              <a:rPr lang="en-US" sz="1323" b="1" kern="0" dirty="0">
                <a:latin typeface="Consolas" charset="0"/>
                <a:ea typeface="Consolas" charset="0"/>
                <a:cs typeface="Consolas" charset="0"/>
              </a:rPr>
              <a:t>("(");</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a:t>
            </a:r>
            <a:r>
              <a:rPr lang="en-US" sz="1323" b="1" kern="0" dirty="0" err="1">
                <a:latin typeface="Consolas" charset="0"/>
                <a:ea typeface="Consolas" charset="0"/>
                <a:cs typeface="Consolas" charset="0"/>
              </a:rPr>
              <a:t>System.out.printf</a:t>
            </a:r>
            <a:r>
              <a:rPr lang="en-US" sz="1323" b="1" kern="0" dirty="0">
                <a:latin typeface="Consolas" charset="0"/>
                <a:ea typeface="Consolas" charset="0"/>
                <a:cs typeface="Consolas" charset="0"/>
              </a:rPr>
              <a:t>("%n");</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a:t>
            </a:r>
          </a:p>
          <a:p>
            <a:pPr marL="0" indent="0">
              <a:lnSpc>
                <a:spcPct val="120000"/>
              </a:lnSpc>
              <a:spcBef>
                <a:spcPts val="0"/>
              </a:spcBef>
              <a:buFont typeface="Wingdings" pitchFamily="2" charset="2"/>
              <a:buNone/>
            </a:pPr>
            <a:endParaRPr lang="en-US" sz="1323" b="1" kern="0" dirty="0">
              <a:latin typeface="Consolas" charset="0"/>
              <a:ea typeface="Consolas" charset="0"/>
              <a:cs typeface="Consolas" charset="0"/>
            </a:endParaRP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public static void main(String[] </a:t>
            </a:r>
            <a:r>
              <a:rPr lang="en-US" sz="1323" b="1" kern="0" dirty="0" err="1">
                <a:latin typeface="Consolas" charset="0"/>
                <a:ea typeface="Consolas" charset="0"/>
                <a:cs typeface="Consolas" charset="0"/>
              </a:rPr>
              <a:t>args</a:t>
            </a:r>
            <a:r>
              <a:rPr lang="en-US" sz="1323" b="1" kern="0" dirty="0">
                <a:latin typeface="Consolas" charset="0"/>
                <a:ea typeface="Consolas" charset="0"/>
                <a:cs typeface="Consolas" charset="0"/>
              </a:rPr>
              <a:t>) {</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	</a:t>
            </a:r>
            <a:r>
              <a:rPr lang="en-US" sz="1323" b="1" kern="0" dirty="0" err="1">
                <a:latin typeface="Consolas" charset="0"/>
                <a:ea typeface="Consolas" charset="0"/>
                <a:cs typeface="Consolas" charset="0"/>
              </a:rPr>
              <a:t>happyOrSad</a:t>
            </a:r>
            <a:r>
              <a:rPr lang="en-US" sz="1323" b="1" kern="0" dirty="0">
                <a:latin typeface="Consolas" charset="0"/>
                <a:ea typeface="Consolas" charset="0"/>
                <a:cs typeface="Consolas" charset="0"/>
              </a:rPr>
              <a:t>(new </a:t>
            </a:r>
            <a:r>
              <a:rPr lang="en-US" sz="1323" b="1" kern="0" dirty="0" err="1">
                <a:latin typeface="Consolas" charset="0"/>
                <a:ea typeface="Consolas" charset="0"/>
                <a:cs typeface="Consolas" charset="0"/>
              </a:rPr>
              <a:t>IsEven</a:t>
            </a:r>
            <a:r>
              <a:rPr lang="en-US" sz="1323" b="1" kern="0" dirty="0">
                <a:latin typeface="Consolas" charset="0"/>
                <a:ea typeface="Consolas" charset="0"/>
                <a:cs typeface="Consolas" charset="0"/>
              </a:rPr>
              <a:t>());</a:t>
            </a:r>
          </a:p>
          <a:p>
            <a:pPr marL="0" indent="0">
              <a:lnSpc>
                <a:spcPct val="120000"/>
              </a:lnSpc>
              <a:spcBef>
                <a:spcPts val="0"/>
              </a:spcBef>
              <a:buFont typeface="Wingdings" pitchFamily="2" charset="2"/>
              <a:buNone/>
            </a:pPr>
            <a:r>
              <a:rPr lang="en-US" sz="1323" b="1" kern="0" dirty="0">
                <a:latin typeface="Consolas" charset="0"/>
                <a:ea typeface="Consolas" charset="0"/>
                <a:cs typeface="Consolas" charset="0"/>
              </a:rPr>
              <a:t>}</a:t>
            </a:r>
          </a:p>
        </p:txBody>
      </p:sp>
      <p:sp>
        <p:nvSpPr>
          <p:cNvPr id="10" name="Content Placeholder 7">
            <a:extLst>
              <a:ext uri="{FF2B5EF4-FFF2-40B4-BE49-F238E27FC236}">
                <a16:creationId xmlns:a16="http://schemas.microsoft.com/office/drawing/2014/main" id="{465205B2-02C8-4982-A74A-BBC4968B12BC}"/>
              </a:ext>
            </a:extLst>
          </p:cNvPr>
          <p:cNvSpPr txBox="1">
            <a:spLocks/>
          </p:cNvSpPr>
          <p:nvPr/>
        </p:nvSpPr>
        <p:spPr>
          <a:xfrm>
            <a:off x="-4112287" y="4885520"/>
            <a:ext cx="3666200" cy="1810669"/>
          </a:xfrm>
          <a:prstGeom prst="rect">
            <a:avLst/>
          </a:prstGeom>
        </p:spPr>
        <p:txBody>
          <a:bodyPr vert="horz" lIns="100796" tIns="50398" rIns="100796" bIns="50398"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6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6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600" kern="1200">
                <a:solidFill>
                  <a:schemeClr val="tx1"/>
                </a:solidFill>
                <a:latin typeface="+mn-lt"/>
                <a:ea typeface="+mn-ea"/>
                <a:cs typeface="+mn-cs"/>
              </a:defRPr>
            </a:lvl9pPr>
          </a:lstStyle>
          <a:p>
            <a:pPr marL="0" indent="0">
              <a:lnSpc>
                <a:spcPct val="100000"/>
              </a:lnSpc>
              <a:spcBef>
                <a:spcPts val="0"/>
              </a:spcBef>
              <a:spcAft>
                <a:spcPts val="0"/>
              </a:spcAft>
              <a:buNone/>
            </a:pPr>
            <a:r>
              <a:rPr lang="en-US" sz="1323" b="1" dirty="0">
                <a:latin typeface="Consolas" charset="0"/>
                <a:ea typeface="Consolas" charset="0"/>
                <a:cs typeface="Consolas" charset="0"/>
              </a:rPr>
              <a:t>public class </a:t>
            </a:r>
            <a:r>
              <a:rPr lang="en-US" sz="1323" b="1" dirty="0" err="1">
                <a:latin typeface="Consolas" charset="0"/>
                <a:ea typeface="Consolas" charset="0"/>
                <a:cs typeface="Consolas" charset="0"/>
              </a:rPr>
              <a:t>IsEven</a:t>
            </a:r>
            <a:r>
              <a:rPr lang="en-US" sz="1323" b="1" dirty="0">
                <a:latin typeface="Consolas" charset="0"/>
                <a:ea typeface="Consolas" charset="0"/>
                <a:cs typeface="Consolas" charset="0"/>
              </a:rPr>
              <a:t> implements I1 {</a:t>
            </a:r>
          </a:p>
          <a:p>
            <a:pPr marL="0" indent="0">
              <a:lnSpc>
                <a:spcPct val="100000"/>
              </a:lnSpc>
              <a:spcBef>
                <a:spcPts val="0"/>
              </a:spcBef>
              <a:spcAft>
                <a:spcPts val="0"/>
              </a:spcAft>
              <a:buNone/>
            </a:pPr>
            <a:r>
              <a:rPr lang="en-US" sz="1323" b="1" dirty="0">
                <a:latin typeface="Consolas" charset="0"/>
                <a:ea typeface="Consolas" charset="0"/>
                <a:cs typeface="Consolas" charset="0"/>
              </a:rPr>
              <a:t>	@Override</a:t>
            </a:r>
          </a:p>
          <a:p>
            <a:pPr marL="0" indent="0">
              <a:lnSpc>
                <a:spcPct val="100000"/>
              </a:lnSpc>
              <a:spcBef>
                <a:spcPts val="0"/>
              </a:spcBef>
              <a:spcAft>
                <a:spcPts val="0"/>
              </a:spcAft>
              <a:buNone/>
            </a:pPr>
            <a:r>
              <a:rPr lang="en-US" sz="1323" b="1" dirty="0">
                <a:latin typeface="Consolas" charset="0"/>
                <a:ea typeface="Consolas" charset="0"/>
                <a:cs typeface="Consolas" charset="0"/>
              </a:rPr>
              <a:t>	public </a:t>
            </a:r>
            <a:r>
              <a:rPr lang="en-US" sz="1323" b="1" dirty="0" err="1">
                <a:latin typeface="Consolas" charset="0"/>
                <a:ea typeface="Consolas" charset="0"/>
                <a:cs typeface="Consolas" charset="0"/>
              </a:rPr>
              <a:t>boolean</a:t>
            </a:r>
            <a:r>
              <a:rPr lang="en-US" sz="1323" b="1" dirty="0">
                <a:latin typeface="Consolas" charset="0"/>
                <a:ea typeface="Consolas" charset="0"/>
                <a:cs typeface="Consolas" charset="0"/>
              </a:rPr>
              <a:t> test(</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p) {</a:t>
            </a:r>
          </a:p>
          <a:p>
            <a:pPr marL="0" indent="0">
              <a:lnSpc>
                <a:spcPct val="100000"/>
              </a:lnSpc>
              <a:spcBef>
                <a:spcPts val="0"/>
              </a:spcBef>
              <a:spcAft>
                <a:spcPts val="0"/>
              </a:spcAft>
              <a:buNone/>
            </a:pPr>
            <a:r>
              <a:rPr lang="en-US" sz="1323" b="1" dirty="0">
                <a:latin typeface="Consolas" charset="0"/>
                <a:ea typeface="Consolas" charset="0"/>
                <a:cs typeface="Consolas" charset="0"/>
              </a:rPr>
              <a:t>		return p%2 == 0;</a:t>
            </a:r>
          </a:p>
          <a:p>
            <a:pPr marL="0" indent="0">
              <a:lnSpc>
                <a:spcPct val="100000"/>
              </a:lnSpc>
              <a:spcBef>
                <a:spcPts val="0"/>
              </a:spcBef>
              <a:spcAft>
                <a:spcPts val="0"/>
              </a:spcAft>
              <a:buNone/>
            </a:pPr>
            <a:r>
              <a:rPr lang="en-US" sz="1323" b="1" dirty="0">
                <a:latin typeface="Consolas" charset="0"/>
                <a:ea typeface="Consolas" charset="0"/>
                <a:cs typeface="Consolas" charset="0"/>
              </a:rPr>
              <a:t>	}</a:t>
            </a:r>
          </a:p>
          <a:p>
            <a:pPr marL="0" indent="0">
              <a:lnSpc>
                <a:spcPct val="100000"/>
              </a:lnSpc>
              <a:spcBef>
                <a:spcPts val="0"/>
              </a:spcBef>
              <a:spcAft>
                <a:spcPts val="0"/>
              </a:spcAft>
              <a:buNone/>
            </a:pPr>
            <a:r>
              <a:rPr lang="en-US" sz="1323" b="1" dirty="0">
                <a:latin typeface="Consolas" charset="0"/>
                <a:ea typeface="Consolas" charset="0"/>
                <a:cs typeface="Consolas" charset="0"/>
              </a:rPr>
              <a:t>}</a:t>
            </a:r>
          </a:p>
        </p:txBody>
      </p:sp>
    </p:spTree>
    <p:extLst>
      <p:ext uri="{BB962C8B-B14F-4D97-AF65-F5344CB8AC3E}">
        <p14:creationId xmlns:p14="http://schemas.microsoft.com/office/powerpoint/2010/main" val="644472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48" dirty="0"/>
              <a:t>Example: Class in a Class!</a:t>
            </a:r>
          </a:p>
        </p:txBody>
      </p:sp>
      <p:sp>
        <p:nvSpPr>
          <p:cNvPr id="8" name="Content Placeholder 7"/>
          <p:cNvSpPr>
            <a:spLocks noGrp="1"/>
          </p:cNvSpPr>
          <p:nvPr>
            <p:ph sz="half" idx="2"/>
          </p:nvPr>
        </p:nvSpPr>
        <p:spPr>
          <a:xfrm>
            <a:off x="504507" y="2254867"/>
            <a:ext cx="4453559" cy="1383227"/>
          </a:xfrm>
        </p:spPr>
        <p:txBody>
          <a:bodyPr>
            <a:normAutofit/>
          </a:bodyPr>
          <a:lstStyle/>
          <a:p>
            <a:pPr marL="0" indent="0">
              <a:lnSpc>
                <a:spcPct val="110000"/>
              </a:lnSpc>
              <a:spcAft>
                <a:spcPts val="0"/>
              </a:spcAft>
              <a:buNone/>
            </a:pPr>
            <a:r>
              <a:rPr lang="en-US" sz="1323" b="1" dirty="0">
                <a:latin typeface="Consolas" charset="0"/>
                <a:ea typeface="Consolas" charset="0"/>
                <a:cs typeface="Consolas" charset="0"/>
              </a:rPr>
              <a:t>@</a:t>
            </a:r>
            <a:r>
              <a:rPr lang="en-US" sz="1323" b="1" dirty="0" err="1">
                <a:latin typeface="Consolas" charset="0"/>
                <a:ea typeface="Consolas" charset="0"/>
                <a:cs typeface="Consolas" charset="0"/>
              </a:rPr>
              <a:t>FunctionalInterface</a:t>
            </a:r>
            <a:endParaRPr lang="en-US" sz="1323" b="1" dirty="0">
              <a:latin typeface="Consolas" charset="0"/>
              <a:ea typeface="Consolas" charset="0"/>
              <a:cs typeface="Consolas" charset="0"/>
            </a:endParaRPr>
          </a:p>
          <a:p>
            <a:pPr marL="0" indent="0">
              <a:lnSpc>
                <a:spcPct val="110000"/>
              </a:lnSpc>
              <a:spcAft>
                <a:spcPts val="0"/>
              </a:spcAft>
              <a:buNone/>
            </a:pPr>
            <a:r>
              <a:rPr lang="en-US" sz="1323" b="1" dirty="0">
                <a:latin typeface="Consolas" charset="0"/>
                <a:ea typeface="Consolas" charset="0"/>
                <a:cs typeface="Consolas" charset="0"/>
              </a:rPr>
              <a:t>public interface I1 {</a:t>
            </a:r>
          </a:p>
          <a:p>
            <a:pPr marL="0" indent="0">
              <a:lnSpc>
                <a:spcPct val="11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boolean</a:t>
            </a:r>
            <a:r>
              <a:rPr lang="en-US" sz="1323" b="1" dirty="0">
                <a:latin typeface="Consolas" charset="0"/>
                <a:ea typeface="Consolas" charset="0"/>
                <a:cs typeface="Consolas" charset="0"/>
              </a:rPr>
              <a:t> test(</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x);</a:t>
            </a:r>
          </a:p>
          <a:p>
            <a:pPr marL="0" indent="0">
              <a:lnSpc>
                <a:spcPct val="110000"/>
              </a:lnSpc>
              <a:spcAft>
                <a:spcPts val="0"/>
              </a:spcAft>
              <a:buNone/>
            </a:pPr>
            <a:r>
              <a:rPr lang="en-US" sz="1323" b="1" dirty="0">
                <a:latin typeface="Consolas" charset="0"/>
                <a:ea typeface="Consolas" charset="0"/>
                <a:cs typeface="Consolas" charset="0"/>
              </a:rPr>
              <a:t>}</a:t>
            </a:r>
          </a:p>
        </p:txBody>
      </p:sp>
      <p:sp>
        <p:nvSpPr>
          <p:cNvPr id="12" name="Content Placeholder 11"/>
          <p:cNvSpPr>
            <a:spLocks noGrp="1"/>
          </p:cNvSpPr>
          <p:nvPr>
            <p:ph sz="quarter" idx="4"/>
          </p:nvPr>
        </p:nvSpPr>
        <p:spPr>
          <a:xfrm>
            <a:off x="5120809" y="2254866"/>
            <a:ext cx="4455308" cy="4660785"/>
          </a:xfrm>
        </p:spPr>
        <p:txBody>
          <a:bodyPr>
            <a:normAutofit fontScale="92500" lnSpcReduction="20000"/>
          </a:bodyPr>
          <a:lstStyle/>
          <a:p>
            <a:pPr marL="0" indent="0">
              <a:lnSpc>
                <a:spcPct val="120000"/>
              </a:lnSpc>
              <a:spcAft>
                <a:spcPts val="0"/>
              </a:spcAft>
              <a:buNone/>
            </a:pPr>
            <a:r>
              <a:rPr lang="en-US" sz="1323" b="1" dirty="0">
                <a:latin typeface="Consolas" charset="0"/>
                <a:ea typeface="Consolas" charset="0"/>
                <a:cs typeface="Consolas" charset="0"/>
              </a:rPr>
              <a:t>public class Foo {</a:t>
            </a:r>
          </a:p>
          <a:p>
            <a:pPr marL="0" indent="0">
              <a:lnSpc>
                <a:spcPct val="120000"/>
              </a:lnSpc>
              <a:spcAft>
                <a:spcPts val="0"/>
              </a:spcAft>
              <a:buNone/>
            </a:pPr>
            <a:r>
              <a:rPr lang="en-US" sz="1323" b="1" dirty="0">
                <a:latin typeface="Consolas" charset="0"/>
                <a:ea typeface="Consolas" charset="0"/>
                <a:cs typeface="Consolas" charset="0"/>
              </a:rPr>
              <a:t>	private static class </a:t>
            </a:r>
            <a:r>
              <a:rPr lang="en-US" sz="1323" b="1" dirty="0" err="1">
                <a:latin typeface="Consolas" charset="0"/>
                <a:ea typeface="Consolas" charset="0"/>
                <a:cs typeface="Consolas" charset="0"/>
              </a:rPr>
              <a:t>IsEven</a:t>
            </a:r>
            <a:r>
              <a:rPr lang="en-US" sz="1323" b="1" dirty="0">
                <a:latin typeface="Consolas" charset="0"/>
                <a:ea typeface="Consolas" charset="0"/>
                <a:cs typeface="Consolas" charset="0"/>
              </a:rPr>
              <a:t> implements I1 {</a:t>
            </a:r>
          </a:p>
          <a:p>
            <a:pPr marL="0" indent="0">
              <a:lnSpc>
                <a:spcPct val="120000"/>
              </a:lnSpc>
              <a:spcAft>
                <a:spcPts val="0"/>
              </a:spcAft>
              <a:buNone/>
            </a:pPr>
            <a:r>
              <a:rPr lang="en-US" sz="1323" b="1" dirty="0">
                <a:latin typeface="Consolas" charset="0"/>
                <a:ea typeface="Consolas" charset="0"/>
                <a:cs typeface="Consolas" charset="0"/>
              </a:rPr>
              <a:t>		@Override</a:t>
            </a:r>
          </a:p>
          <a:p>
            <a:pPr marL="0" indent="0">
              <a:lnSpc>
                <a:spcPct val="120000"/>
              </a:lnSpc>
              <a:spcAft>
                <a:spcPts val="0"/>
              </a:spcAft>
              <a:buNone/>
            </a:pPr>
            <a:r>
              <a:rPr lang="en-US" sz="1323" b="1" dirty="0">
                <a:latin typeface="Consolas" charset="0"/>
                <a:ea typeface="Consolas" charset="0"/>
                <a:cs typeface="Consolas" charset="0"/>
              </a:rPr>
              <a:t>		public </a:t>
            </a:r>
            <a:r>
              <a:rPr lang="en-US" sz="1323" b="1" dirty="0" err="1">
                <a:latin typeface="Consolas" charset="0"/>
                <a:ea typeface="Consolas" charset="0"/>
                <a:cs typeface="Consolas" charset="0"/>
              </a:rPr>
              <a:t>boolean</a:t>
            </a:r>
            <a:r>
              <a:rPr lang="en-US" sz="1323" b="1" dirty="0">
                <a:latin typeface="Consolas" charset="0"/>
                <a:ea typeface="Consolas" charset="0"/>
                <a:cs typeface="Consolas" charset="0"/>
              </a:rPr>
              <a:t> test(</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p) {</a:t>
            </a:r>
          </a:p>
          <a:p>
            <a:pPr marL="0" indent="0">
              <a:lnSpc>
                <a:spcPct val="120000"/>
              </a:lnSpc>
              <a:spcAft>
                <a:spcPts val="0"/>
              </a:spcAft>
              <a:buNone/>
            </a:pPr>
            <a:r>
              <a:rPr lang="en-US" sz="1323" b="1" dirty="0">
                <a:latin typeface="Consolas" charset="0"/>
                <a:ea typeface="Consolas" charset="0"/>
                <a:cs typeface="Consolas" charset="0"/>
              </a:rPr>
              <a:t>			return p%2 == 0;</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endParaRPr lang="en-US" sz="1323" b="1" dirty="0">
              <a:latin typeface="Consolas" charset="0"/>
              <a:ea typeface="Consolas" charset="0"/>
              <a:cs typeface="Consolas" charset="0"/>
            </a:endParaRPr>
          </a:p>
          <a:p>
            <a:pPr marL="0" indent="0">
              <a:lnSpc>
                <a:spcPct val="120000"/>
              </a:lnSpc>
              <a:spcAft>
                <a:spcPts val="0"/>
              </a:spcAft>
              <a:buNone/>
            </a:pPr>
            <a:r>
              <a:rPr lang="en-US" sz="1323" b="1" dirty="0">
                <a:latin typeface="Consolas" charset="0"/>
                <a:ea typeface="Consolas" charset="0"/>
                <a:cs typeface="Consolas" charset="0"/>
              </a:rPr>
              <a:t>	public static void </a:t>
            </a:r>
            <a:r>
              <a:rPr lang="en-US" sz="1323" b="1" dirty="0" err="1">
                <a:latin typeface="Consolas" charset="0"/>
                <a:ea typeface="Consolas" charset="0"/>
                <a:cs typeface="Consolas" charset="0"/>
              </a:rPr>
              <a:t>happyOrSad</a:t>
            </a:r>
            <a:r>
              <a:rPr lang="en-US" sz="1323" b="1" dirty="0">
                <a:latin typeface="Consolas" charset="0"/>
                <a:ea typeface="Consolas" charset="0"/>
                <a:cs typeface="Consolas" charset="0"/>
              </a:rPr>
              <a:t>(I1 </a:t>
            </a:r>
            <a:r>
              <a:rPr lang="en-US" sz="1323" b="1" dirty="0" err="1">
                <a:latin typeface="Consolas" charset="0"/>
                <a:ea typeface="Consolas" charset="0"/>
                <a:cs typeface="Consolas" charset="0"/>
              </a:rPr>
              <a:t>var</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for (</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=0;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&lt;10;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("%d :",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a:t>
            </a:r>
          </a:p>
          <a:p>
            <a:pPr marL="0" indent="0">
              <a:lnSpc>
                <a:spcPct val="120000"/>
              </a:lnSpc>
              <a:spcAft>
                <a:spcPts val="0"/>
              </a:spcAft>
              <a:buNone/>
            </a:pPr>
            <a:r>
              <a:rPr lang="en-US" sz="1323" b="1" dirty="0">
                <a:latin typeface="Consolas" charset="0"/>
                <a:ea typeface="Consolas" charset="0"/>
                <a:cs typeface="Consolas" charset="0"/>
              </a:rPr>
              <a:t>			if (</a:t>
            </a:r>
            <a:r>
              <a:rPr lang="en-US" sz="1323" b="1" dirty="0" err="1">
                <a:latin typeface="Consolas" charset="0"/>
                <a:ea typeface="Consolas" charset="0"/>
                <a:cs typeface="Consolas" charset="0"/>
              </a:rPr>
              <a:t>var.test</a:t>
            </a:r>
            <a:r>
              <a:rPr lang="en-US" sz="1323" b="1" dirty="0">
                <a:latin typeface="Consolas" charset="0"/>
                <a:ea typeface="Consolas" charset="0"/>
                <a:cs typeface="Consolas" charset="0"/>
              </a:rPr>
              <a:t>(</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a:t>
            </a:r>
          </a:p>
          <a:p>
            <a:pPr marL="0" indent="0">
              <a:lnSpc>
                <a:spcPct val="120000"/>
              </a:lnSpc>
              <a:spcAft>
                <a:spcPts val="0"/>
              </a:spcAft>
              <a:buNone/>
            </a:pPr>
            <a:r>
              <a:rPr lang="en-US" sz="1323" b="1" dirty="0">
                <a:latin typeface="Consolas" charset="0"/>
                <a:ea typeface="Consolas" charset="0"/>
                <a:cs typeface="Consolas" charset="0"/>
              </a:rPr>
              <a:t>			} else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("%n");</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endParaRPr lang="en-US" sz="1323" b="1" dirty="0">
              <a:latin typeface="Consolas" charset="0"/>
              <a:ea typeface="Consolas" charset="0"/>
              <a:cs typeface="Consolas" charset="0"/>
            </a:endParaRPr>
          </a:p>
          <a:p>
            <a:pPr marL="0" indent="0">
              <a:lnSpc>
                <a:spcPct val="120000"/>
              </a:lnSpc>
              <a:spcAft>
                <a:spcPts val="0"/>
              </a:spcAft>
              <a:buNone/>
            </a:pPr>
            <a:r>
              <a:rPr lang="en-US" sz="1323" b="1" dirty="0">
                <a:latin typeface="Consolas" charset="0"/>
                <a:ea typeface="Consolas" charset="0"/>
                <a:cs typeface="Consolas" charset="0"/>
              </a:rPr>
              <a:t>	public static void main(String[] </a:t>
            </a:r>
            <a:r>
              <a:rPr lang="en-US" sz="1323" b="1" dirty="0" err="1">
                <a:latin typeface="Consolas" charset="0"/>
                <a:ea typeface="Consolas" charset="0"/>
                <a:cs typeface="Consolas" charset="0"/>
              </a:rPr>
              <a:t>args</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happyOrSad</a:t>
            </a:r>
            <a:r>
              <a:rPr lang="en-US" sz="1323" b="1" dirty="0">
                <a:latin typeface="Consolas" charset="0"/>
                <a:ea typeface="Consolas" charset="0"/>
                <a:cs typeface="Consolas" charset="0"/>
              </a:rPr>
              <a:t>(new </a:t>
            </a:r>
            <a:r>
              <a:rPr lang="en-US" sz="1323" b="1" dirty="0" err="1">
                <a:latin typeface="Consolas" charset="0"/>
                <a:ea typeface="Consolas" charset="0"/>
                <a:cs typeface="Consolas" charset="0"/>
              </a:rPr>
              <a:t>IsEven</a:t>
            </a:r>
            <a:r>
              <a:rPr lang="en-US" sz="1323" b="1" dirty="0">
                <a:latin typeface="Consolas" charset="0"/>
                <a:ea typeface="Consolas" charset="0"/>
                <a:cs typeface="Consolas" charset="0"/>
              </a:rPr>
              <a:t>());</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a:t>
            </a:r>
          </a:p>
        </p:txBody>
      </p:sp>
      <p:sp>
        <p:nvSpPr>
          <p:cNvPr id="7" name="Text Placeholder 6"/>
          <p:cNvSpPr>
            <a:spLocks noGrp="1"/>
          </p:cNvSpPr>
          <p:nvPr>
            <p:ph type="body" idx="1"/>
          </p:nvPr>
        </p:nvSpPr>
        <p:spPr/>
        <p:txBody>
          <a:bodyPr/>
          <a:lstStyle/>
          <a:p>
            <a:r>
              <a:rPr lang="en-US" dirty="0">
                <a:latin typeface="Arial" charset="0"/>
                <a:ea typeface="Arial" charset="0"/>
                <a:cs typeface="Arial" charset="0"/>
              </a:rPr>
              <a:t>I1.java</a:t>
            </a:r>
          </a:p>
        </p:txBody>
      </p:sp>
      <p:sp>
        <p:nvSpPr>
          <p:cNvPr id="11" name="Text Placeholder 10"/>
          <p:cNvSpPr>
            <a:spLocks noGrp="1"/>
          </p:cNvSpPr>
          <p:nvPr>
            <p:ph type="body" sz="quarter" idx="3"/>
          </p:nvPr>
        </p:nvSpPr>
        <p:spPr/>
        <p:txBody>
          <a:bodyPr/>
          <a:lstStyle/>
          <a:p>
            <a:r>
              <a:rPr lang="en-US" dirty="0" err="1"/>
              <a:t>Foo.java</a:t>
            </a:r>
            <a:endParaRPr lang="en-US" dirty="0"/>
          </a:p>
        </p:txBody>
      </p:sp>
    </p:spTree>
    <p:extLst>
      <p:ext uri="{BB962C8B-B14F-4D97-AF65-F5344CB8AC3E}">
        <p14:creationId xmlns:p14="http://schemas.microsoft.com/office/powerpoint/2010/main" val="1744540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48" dirty="0"/>
              <a:t>Example: Anonymous Class</a:t>
            </a:r>
            <a:endParaRPr lang="en-US" sz="3748" i="1" dirty="0"/>
          </a:p>
        </p:txBody>
      </p:sp>
      <p:sp>
        <p:nvSpPr>
          <p:cNvPr id="8" name="Content Placeholder 7"/>
          <p:cNvSpPr>
            <a:spLocks noGrp="1"/>
          </p:cNvSpPr>
          <p:nvPr>
            <p:ph sz="half" idx="2"/>
          </p:nvPr>
        </p:nvSpPr>
        <p:spPr>
          <a:xfrm>
            <a:off x="504507" y="2254866"/>
            <a:ext cx="4453559" cy="1412629"/>
          </a:xfrm>
        </p:spPr>
        <p:txBody>
          <a:bodyPr>
            <a:normAutofit/>
          </a:bodyPr>
          <a:lstStyle/>
          <a:p>
            <a:pPr marL="0" indent="0">
              <a:lnSpc>
                <a:spcPct val="110000"/>
              </a:lnSpc>
              <a:spcAft>
                <a:spcPts val="0"/>
              </a:spcAft>
              <a:buNone/>
            </a:pPr>
            <a:r>
              <a:rPr lang="en-US" sz="1323" b="1" dirty="0">
                <a:latin typeface="Consolas" charset="0"/>
                <a:ea typeface="Consolas" charset="0"/>
                <a:cs typeface="Consolas" charset="0"/>
              </a:rPr>
              <a:t>@</a:t>
            </a:r>
            <a:r>
              <a:rPr lang="en-US" sz="1323" b="1" dirty="0" err="1">
                <a:latin typeface="Consolas" charset="0"/>
                <a:ea typeface="Consolas" charset="0"/>
                <a:cs typeface="Consolas" charset="0"/>
              </a:rPr>
              <a:t>FunctionalInterface</a:t>
            </a:r>
            <a:endParaRPr lang="en-US" sz="1323" b="1" dirty="0">
              <a:latin typeface="Consolas" charset="0"/>
              <a:ea typeface="Consolas" charset="0"/>
              <a:cs typeface="Consolas" charset="0"/>
            </a:endParaRPr>
          </a:p>
          <a:p>
            <a:pPr marL="0" indent="0">
              <a:lnSpc>
                <a:spcPct val="110000"/>
              </a:lnSpc>
              <a:spcAft>
                <a:spcPts val="0"/>
              </a:spcAft>
              <a:buNone/>
            </a:pPr>
            <a:r>
              <a:rPr lang="en-US" sz="1323" b="1" dirty="0">
                <a:latin typeface="Consolas" charset="0"/>
                <a:ea typeface="Consolas" charset="0"/>
                <a:cs typeface="Consolas" charset="0"/>
              </a:rPr>
              <a:t>public interface I1 {</a:t>
            </a:r>
          </a:p>
          <a:p>
            <a:pPr marL="0" indent="0">
              <a:lnSpc>
                <a:spcPct val="11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boolean</a:t>
            </a:r>
            <a:r>
              <a:rPr lang="en-US" sz="1323" b="1" dirty="0">
                <a:latin typeface="Consolas" charset="0"/>
                <a:ea typeface="Consolas" charset="0"/>
                <a:cs typeface="Consolas" charset="0"/>
              </a:rPr>
              <a:t> test(</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x);</a:t>
            </a:r>
          </a:p>
          <a:p>
            <a:pPr marL="0" indent="0">
              <a:lnSpc>
                <a:spcPct val="110000"/>
              </a:lnSpc>
              <a:spcAft>
                <a:spcPts val="0"/>
              </a:spcAft>
              <a:buNone/>
            </a:pPr>
            <a:r>
              <a:rPr lang="en-US" sz="1323" b="1" dirty="0">
                <a:latin typeface="Consolas" charset="0"/>
                <a:ea typeface="Consolas" charset="0"/>
                <a:cs typeface="Consolas" charset="0"/>
              </a:rPr>
              <a:t>}</a:t>
            </a:r>
          </a:p>
        </p:txBody>
      </p:sp>
      <p:sp>
        <p:nvSpPr>
          <p:cNvPr id="12" name="Content Placeholder 11"/>
          <p:cNvSpPr>
            <a:spLocks noGrp="1"/>
          </p:cNvSpPr>
          <p:nvPr>
            <p:ph sz="quarter" idx="4"/>
          </p:nvPr>
        </p:nvSpPr>
        <p:spPr/>
        <p:txBody>
          <a:bodyPr>
            <a:normAutofit lnSpcReduction="10000"/>
          </a:bodyPr>
          <a:lstStyle/>
          <a:p>
            <a:pPr marL="0" indent="0">
              <a:lnSpc>
                <a:spcPct val="120000"/>
              </a:lnSpc>
              <a:spcAft>
                <a:spcPts val="0"/>
              </a:spcAft>
              <a:buNone/>
            </a:pPr>
            <a:r>
              <a:rPr lang="en-US" sz="1323" b="1" dirty="0">
                <a:latin typeface="Consolas" charset="0"/>
                <a:ea typeface="Consolas" charset="0"/>
                <a:cs typeface="Consolas" charset="0"/>
              </a:rPr>
              <a:t>public static void </a:t>
            </a:r>
            <a:r>
              <a:rPr lang="en-US" sz="1323" b="1" dirty="0" err="1">
                <a:latin typeface="Consolas" charset="0"/>
                <a:ea typeface="Consolas" charset="0"/>
                <a:cs typeface="Consolas" charset="0"/>
              </a:rPr>
              <a:t>happyOrSad</a:t>
            </a:r>
            <a:r>
              <a:rPr lang="en-US" sz="1323" b="1" dirty="0">
                <a:latin typeface="Consolas" charset="0"/>
                <a:ea typeface="Consolas" charset="0"/>
                <a:cs typeface="Consolas" charset="0"/>
              </a:rPr>
              <a:t>(I1 </a:t>
            </a:r>
            <a:r>
              <a:rPr lang="en-US" sz="1323" b="1" dirty="0" err="1">
                <a:latin typeface="Consolas" charset="0"/>
                <a:ea typeface="Consolas" charset="0"/>
                <a:cs typeface="Consolas" charset="0"/>
              </a:rPr>
              <a:t>var</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for (</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=0;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&lt;10;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("%d :", </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a:t>
            </a:r>
          </a:p>
          <a:p>
            <a:pPr marL="0" indent="0">
              <a:lnSpc>
                <a:spcPct val="120000"/>
              </a:lnSpc>
              <a:spcAft>
                <a:spcPts val="0"/>
              </a:spcAft>
              <a:buNone/>
            </a:pPr>
            <a:r>
              <a:rPr lang="en-US" sz="1323" b="1" dirty="0">
                <a:latin typeface="Consolas" charset="0"/>
                <a:ea typeface="Consolas" charset="0"/>
                <a:cs typeface="Consolas" charset="0"/>
              </a:rPr>
              <a:t>		if (</a:t>
            </a:r>
            <a:r>
              <a:rPr lang="en-US" sz="1323" b="1" dirty="0" err="1">
                <a:latin typeface="Consolas" charset="0"/>
                <a:ea typeface="Consolas" charset="0"/>
                <a:cs typeface="Consolas" charset="0"/>
              </a:rPr>
              <a:t>var.test</a:t>
            </a:r>
            <a:r>
              <a:rPr lang="en-US" sz="1323" b="1" dirty="0">
                <a:latin typeface="Consolas" charset="0"/>
                <a:ea typeface="Consolas" charset="0"/>
                <a:cs typeface="Consolas" charset="0"/>
              </a:rPr>
              <a:t>(</a:t>
            </a:r>
            <a:r>
              <a:rPr lang="en-US" sz="1323" b="1" dirty="0" err="1">
                <a:latin typeface="Consolas" charset="0"/>
                <a:ea typeface="Consolas" charset="0"/>
                <a:cs typeface="Consolas" charset="0"/>
              </a:rPr>
              <a:t>i</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			} else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System.out.printf</a:t>
            </a:r>
            <a:r>
              <a:rPr lang="en-US" sz="1323" b="1" dirty="0">
                <a:latin typeface="Consolas" charset="0"/>
                <a:ea typeface="Consolas" charset="0"/>
                <a:cs typeface="Consolas" charset="0"/>
              </a:rPr>
              <a:t>("%n");</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a:t>
            </a:r>
          </a:p>
          <a:p>
            <a:pPr marL="0" indent="0">
              <a:lnSpc>
                <a:spcPct val="120000"/>
              </a:lnSpc>
              <a:spcAft>
                <a:spcPts val="0"/>
              </a:spcAft>
              <a:buNone/>
            </a:pPr>
            <a:endParaRPr lang="en-US" sz="1323" b="1" dirty="0">
              <a:latin typeface="Consolas" charset="0"/>
              <a:ea typeface="Consolas" charset="0"/>
              <a:cs typeface="Consolas" charset="0"/>
            </a:endParaRPr>
          </a:p>
          <a:p>
            <a:pPr marL="0" indent="0">
              <a:lnSpc>
                <a:spcPct val="120000"/>
              </a:lnSpc>
              <a:spcAft>
                <a:spcPts val="0"/>
              </a:spcAft>
              <a:buNone/>
            </a:pPr>
            <a:r>
              <a:rPr lang="en-US" sz="1323" b="1" dirty="0">
                <a:latin typeface="Consolas" charset="0"/>
                <a:ea typeface="Consolas" charset="0"/>
                <a:cs typeface="Consolas" charset="0"/>
              </a:rPr>
              <a:t>public static void main(String[] </a:t>
            </a:r>
            <a:r>
              <a:rPr lang="en-US" sz="1323" b="1" dirty="0" err="1">
                <a:latin typeface="Consolas" charset="0"/>
                <a:ea typeface="Consolas" charset="0"/>
                <a:cs typeface="Consolas" charset="0"/>
              </a:rPr>
              <a:t>args</a:t>
            </a: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r>
              <a:rPr lang="en-US" sz="1323" b="1" dirty="0" err="1">
                <a:latin typeface="Consolas" charset="0"/>
                <a:ea typeface="Consolas" charset="0"/>
                <a:cs typeface="Consolas" charset="0"/>
              </a:rPr>
              <a:t>happyOrSad</a:t>
            </a:r>
            <a:r>
              <a:rPr lang="en-US" sz="1323" b="1" dirty="0">
                <a:latin typeface="Consolas" charset="0"/>
                <a:ea typeface="Consolas" charset="0"/>
                <a:cs typeface="Consolas" charset="0"/>
              </a:rPr>
              <a:t>(new I1() {</a:t>
            </a:r>
          </a:p>
          <a:p>
            <a:pPr marL="0" indent="0">
              <a:lnSpc>
                <a:spcPct val="120000"/>
              </a:lnSpc>
              <a:spcAft>
                <a:spcPts val="0"/>
              </a:spcAft>
              <a:buNone/>
            </a:pPr>
            <a:r>
              <a:rPr lang="en-US" sz="1323" b="1" dirty="0">
                <a:latin typeface="Consolas" charset="0"/>
                <a:ea typeface="Consolas" charset="0"/>
                <a:cs typeface="Consolas" charset="0"/>
              </a:rPr>
              <a:t>		@Override</a:t>
            </a:r>
          </a:p>
          <a:p>
            <a:pPr marL="0" indent="0">
              <a:lnSpc>
                <a:spcPct val="120000"/>
              </a:lnSpc>
              <a:spcAft>
                <a:spcPts val="0"/>
              </a:spcAft>
              <a:buNone/>
            </a:pPr>
            <a:r>
              <a:rPr lang="en-US" sz="1323" b="1" dirty="0">
                <a:latin typeface="Consolas" charset="0"/>
                <a:ea typeface="Consolas" charset="0"/>
                <a:cs typeface="Consolas" charset="0"/>
              </a:rPr>
              <a:t>		public </a:t>
            </a:r>
            <a:r>
              <a:rPr lang="en-US" sz="1323" b="1" dirty="0" err="1">
                <a:latin typeface="Consolas" charset="0"/>
                <a:ea typeface="Consolas" charset="0"/>
                <a:cs typeface="Consolas" charset="0"/>
              </a:rPr>
              <a:t>boolean</a:t>
            </a:r>
            <a:r>
              <a:rPr lang="en-US" sz="1323" b="1" dirty="0">
                <a:latin typeface="Consolas" charset="0"/>
                <a:ea typeface="Consolas" charset="0"/>
                <a:cs typeface="Consolas" charset="0"/>
              </a:rPr>
              <a:t> test(</a:t>
            </a:r>
            <a:r>
              <a:rPr lang="en-US" sz="1323" b="1" dirty="0" err="1">
                <a:latin typeface="Consolas" charset="0"/>
                <a:ea typeface="Consolas" charset="0"/>
                <a:cs typeface="Consolas" charset="0"/>
              </a:rPr>
              <a:t>int</a:t>
            </a:r>
            <a:r>
              <a:rPr lang="en-US" sz="1323" b="1" dirty="0">
                <a:latin typeface="Consolas" charset="0"/>
                <a:ea typeface="Consolas" charset="0"/>
                <a:cs typeface="Consolas" charset="0"/>
              </a:rPr>
              <a:t> p) {</a:t>
            </a:r>
          </a:p>
          <a:p>
            <a:pPr marL="0" indent="0">
              <a:lnSpc>
                <a:spcPct val="120000"/>
              </a:lnSpc>
              <a:spcAft>
                <a:spcPts val="0"/>
              </a:spcAft>
              <a:buNone/>
            </a:pPr>
            <a:r>
              <a:rPr lang="en-US" sz="1323" b="1" dirty="0">
                <a:latin typeface="Consolas" charset="0"/>
                <a:ea typeface="Consolas" charset="0"/>
                <a:cs typeface="Consolas" charset="0"/>
              </a:rPr>
              <a:t>			return p%2 == 0;	</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	});</a:t>
            </a:r>
          </a:p>
          <a:p>
            <a:pPr marL="0" indent="0">
              <a:lnSpc>
                <a:spcPct val="120000"/>
              </a:lnSpc>
              <a:spcAft>
                <a:spcPts val="0"/>
              </a:spcAft>
              <a:buNone/>
            </a:pPr>
            <a:r>
              <a:rPr lang="en-US" sz="1323" b="1" dirty="0">
                <a:latin typeface="Consolas" charset="0"/>
                <a:ea typeface="Consolas" charset="0"/>
                <a:cs typeface="Consolas" charset="0"/>
              </a:rPr>
              <a:t>}</a:t>
            </a:r>
          </a:p>
        </p:txBody>
      </p:sp>
      <p:sp>
        <p:nvSpPr>
          <p:cNvPr id="7" name="Text Placeholder 6"/>
          <p:cNvSpPr>
            <a:spLocks noGrp="1"/>
          </p:cNvSpPr>
          <p:nvPr>
            <p:ph type="body" idx="1"/>
          </p:nvPr>
        </p:nvSpPr>
        <p:spPr/>
        <p:txBody>
          <a:bodyPr/>
          <a:lstStyle/>
          <a:p>
            <a:r>
              <a:rPr lang="en-US" dirty="0">
                <a:latin typeface="Arial" charset="0"/>
                <a:ea typeface="Arial" charset="0"/>
                <a:cs typeface="Arial" charset="0"/>
              </a:rPr>
              <a:t>I1.java</a:t>
            </a:r>
          </a:p>
        </p:txBody>
      </p:sp>
      <p:sp>
        <p:nvSpPr>
          <p:cNvPr id="11" name="Text Placeholder 10"/>
          <p:cNvSpPr>
            <a:spLocks noGrp="1"/>
          </p:cNvSpPr>
          <p:nvPr>
            <p:ph type="body" sz="quarter" idx="3"/>
          </p:nvPr>
        </p:nvSpPr>
        <p:spPr/>
        <p:txBody>
          <a:bodyPr/>
          <a:lstStyle/>
          <a:p>
            <a:r>
              <a:rPr lang="en-US" dirty="0" err="1"/>
              <a:t>Foo.java</a:t>
            </a:r>
            <a:endParaRPr lang="en-US" dirty="0"/>
          </a:p>
        </p:txBody>
      </p:sp>
      <p:sp>
        <p:nvSpPr>
          <p:cNvPr id="13" name="Rounded Rectangle 12"/>
          <p:cNvSpPr/>
          <p:nvPr/>
        </p:nvSpPr>
        <p:spPr>
          <a:xfrm>
            <a:off x="504507" y="3927287"/>
            <a:ext cx="4304247" cy="2728573"/>
          </a:xfrm>
          <a:prstGeom prst="roundRect">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646" u="sng" dirty="0">
                <a:solidFill>
                  <a:schemeClr val="tx1"/>
                </a:solidFill>
                <a:latin typeface="Arial" charset="0"/>
                <a:ea typeface="Arial" charset="0"/>
                <a:cs typeface="Arial" charset="0"/>
              </a:rPr>
              <a:t>Notes</a:t>
            </a:r>
          </a:p>
          <a:p>
            <a:pPr marL="314982" indent="-314982">
              <a:buFont typeface="Arial" charset="0"/>
              <a:buChar char="•"/>
            </a:pPr>
            <a:r>
              <a:rPr lang="en-US" sz="2646" dirty="0">
                <a:solidFill>
                  <a:schemeClr val="tx1"/>
                </a:solidFill>
                <a:latin typeface="Arial" charset="0"/>
                <a:ea typeface="Arial" charset="0"/>
                <a:cs typeface="Arial" charset="0"/>
              </a:rPr>
              <a:t>Existed before Java 8</a:t>
            </a:r>
          </a:p>
          <a:p>
            <a:pPr marL="314982" indent="-314982">
              <a:buFont typeface="Arial" charset="0"/>
              <a:buChar char="•"/>
            </a:pPr>
            <a:r>
              <a:rPr lang="en-US" sz="2646" dirty="0">
                <a:solidFill>
                  <a:schemeClr val="tx1"/>
                </a:solidFill>
                <a:latin typeface="Arial" charset="0"/>
                <a:ea typeface="Arial" charset="0"/>
                <a:cs typeface="Arial" charset="0"/>
              </a:rPr>
              <a:t>Works to create any single-use class (e.g. subclass, non-functional interface)</a:t>
            </a:r>
          </a:p>
        </p:txBody>
      </p:sp>
    </p:spTree>
    <p:extLst>
      <p:ext uri="{BB962C8B-B14F-4D97-AF65-F5344CB8AC3E}">
        <p14:creationId xmlns:p14="http://schemas.microsoft.com/office/powerpoint/2010/main" val="89427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t>Interface vs. Abstract Class</a:t>
            </a:r>
          </a:p>
        </p:txBody>
      </p:sp>
      <p:sp>
        <p:nvSpPr>
          <p:cNvPr id="11" name="Content Placeholder 10"/>
          <p:cNvSpPr>
            <a:spLocks noGrp="1"/>
          </p:cNvSpPr>
          <p:nvPr>
            <p:ph idx="4294967295"/>
          </p:nvPr>
        </p:nvSpPr>
        <p:spPr>
          <a:xfrm>
            <a:off x="504507" y="1409292"/>
            <a:ext cx="9071610" cy="5343668"/>
          </a:xfrm>
          <a:prstGeom prst="rect">
            <a:avLst/>
          </a:prstGeom>
        </p:spPr>
        <p:txBody>
          <a:bodyPr>
            <a:normAutofit/>
          </a:bodyPr>
          <a:lstStyle/>
          <a:p>
            <a:r>
              <a:rPr lang="en-US" dirty="0"/>
              <a:t>Due to single inheritance, abstract classes should be used for strong </a:t>
            </a:r>
            <a:r>
              <a:rPr lang="en-US" i="1" dirty="0"/>
              <a:t>is-a</a:t>
            </a:r>
            <a:r>
              <a:rPr lang="en-US" dirty="0"/>
              <a:t> relationships</a:t>
            </a:r>
          </a:p>
          <a:p>
            <a:pPr lvl="1"/>
            <a:r>
              <a:rPr lang="en-US" dirty="0"/>
              <a:t>Example: </a:t>
            </a:r>
            <a:r>
              <a:rPr lang="en-US" b="1" dirty="0">
                <a:latin typeface="Consolas" charset="0"/>
                <a:ea typeface="Consolas" charset="0"/>
                <a:cs typeface="Consolas" charset="0"/>
              </a:rPr>
              <a:t>Employee</a:t>
            </a:r>
            <a:r>
              <a:rPr lang="en-US" dirty="0"/>
              <a:t> is-a </a:t>
            </a:r>
            <a:r>
              <a:rPr lang="en-US" b="1" dirty="0">
                <a:latin typeface="Consolas" charset="0"/>
                <a:ea typeface="Consolas" charset="0"/>
                <a:cs typeface="Consolas" charset="0"/>
              </a:rPr>
              <a:t>Person</a:t>
            </a:r>
            <a:endParaRPr lang="en-US" dirty="0"/>
          </a:p>
          <a:p>
            <a:r>
              <a:rPr lang="en-US" dirty="0"/>
              <a:t>Interfaces should be used for weaker relationships </a:t>
            </a:r>
            <a:r>
              <a:rPr lang="mr-IN" dirty="0"/>
              <a:t>–</a:t>
            </a:r>
            <a:r>
              <a:rPr lang="en-US" dirty="0"/>
              <a:t> a class can do something, or has a particular property</a:t>
            </a:r>
          </a:p>
          <a:p>
            <a:pPr lvl="1"/>
            <a:r>
              <a:rPr lang="en-US" dirty="0"/>
              <a:t>Example: </a:t>
            </a:r>
            <a:r>
              <a:rPr lang="en-US" b="1" dirty="0" err="1">
                <a:latin typeface="Consolas" charset="0"/>
                <a:ea typeface="Consolas" charset="0"/>
                <a:cs typeface="Consolas" charset="0"/>
              </a:rPr>
              <a:t>MyClass</a:t>
            </a:r>
            <a:r>
              <a:rPr lang="en-US" dirty="0"/>
              <a:t> can handle events, be compared to </a:t>
            </a:r>
            <a:r>
              <a:rPr lang="en-US" b="1" dirty="0" err="1">
                <a:latin typeface="Consolas" charset="0"/>
                <a:ea typeface="Consolas" charset="0"/>
                <a:cs typeface="Consolas" charset="0"/>
              </a:rPr>
              <a:t>MyClass</a:t>
            </a:r>
            <a:r>
              <a:rPr lang="en-US" dirty="0"/>
              <a:t>, has a favorite color, </a:t>
            </a:r>
            <a:r>
              <a:rPr lang="mr-IN" dirty="0"/>
              <a:t>…</a:t>
            </a:r>
            <a:endParaRPr lang="en-US" dirty="0"/>
          </a:p>
          <a:p>
            <a:r>
              <a:rPr lang="en-US" dirty="0"/>
              <a:t>Interfaces define data types, and thus can be used very similarly in polymorphic code</a:t>
            </a:r>
          </a:p>
        </p:txBody>
      </p:sp>
    </p:spTree>
    <p:extLst>
      <p:ext uri="{BB962C8B-B14F-4D97-AF65-F5344CB8AC3E}">
        <p14:creationId xmlns:p14="http://schemas.microsoft.com/office/powerpoint/2010/main" val="1909967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Take Home Points</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Both interfaces and abstract classes are used to express contracts (or APIs)</a:t>
            </a:r>
          </a:p>
          <a:p>
            <a:r>
              <a:rPr lang="en-US" dirty="0"/>
              <a:t>Due to single inheritance, interfaces are quite commonly used for weaker </a:t>
            </a:r>
            <a:r>
              <a:rPr lang="en-US"/>
              <a:t>class relationships</a:t>
            </a:r>
            <a:endParaRPr lang="en-US" dirty="0"/>
          </a:p>
          <a:p>
            <a:r>
              <a:rPr lang="en-US" dirty="0"/>
              <a:t>Functional interfaces have a single abstract method, and provide support for lambda expressions </a:t>
            </a:r>
          </a:p>
        </p:txBody>
      </p:sp>
    </p:spTree>
    <p:extLst>
      <p:ext uri="{BB962C8B-B14F-4D97-AF65-F5344CB8AC3E}">
        <p14:creationId xmlns:p14="http://schemas.microsoft.com/office/powerpoint/2010/main" val="230250626"/>
      </p:ext>
    </p:extLst>
  </p:cSld>
  <p:clrMapOvr>
    <a:masterClrMapping/>
  </p:clrMapOvr>
</p:sld>
</file>

<file path=ppt/theme/theme1.xml><?xml version="1.0" encoding="utf-8"?>
<a:theme xmlns:a="http://schemas.openxmlformats.org/drawingml/2006/main" name="comp1000 titl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omic Sans MS"/>
        <a:ea typeface="msmincho"/>
        <a:cs typeface="msmincho"/>
      </a:majorFont>
      <a:minorFont>
        <a:latin typeface="Comic Sans MS"/>
        <a:ea typeface="msmincho"/>
        <a:cs typeface="msminch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defRPr kumimoji="0" lang="en-US" sz="2400" b="0" i="0" u="none" strike="noStrike" cap="none" normalizeH="0" baseline="0" smtClean="0">
            <a:ln>
              <a:noFill/>
            </a:ln>
            <a:effectLst/>
            <a:latin typeface="Bitstream Vera Serif"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defRPr kumimoji="0" lang="en-US" sz="2400" b="0" i="0" u="none" strike="noStrike" cap="none" normalizeH="0" baseline="0" smtClean="0">
            <a:ln>
              <a:noFill/>
            </a:ln>
            <a:effectLst/>
            <a:latin typeface="Bitstream Vera Serif"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omp1050" id="{11D25B1B-902C-4B4C-8A1B-85A2907C13B6}" vid="{F4BC01AD-2D5C-4646-84B3-8A39092DAA06}"/>
    </a:ext>
  </a:extLst>
</a:theme>
</file>

<file path=ppt/theme/theme2.xml><?xml version="1.0" encoding="utf-8"?>
<a:theme xmlns:a="http://schemas.openxmlformats.org/drawingml/2006/main" name="comp1000">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omic Sans MS"/>
        <a:ea typeface="msmincho"/>
        <a:cs typeface="msmincho"/>
      </a:majorFont>
      <a:minorFont>
        <a:latin typeface="Comic Sans MS"/>
        <a:ea typeface="msmincho"/>
        <a:cs typeface="msminch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defRPr kumimoji="0" lang="en-US" sz="2400" b="0" i="0" u="none" strike="noStrike" cap="none" normalizeH="0" baseline="0" smtClean="0">
            <a:ln>
              <a:noFill/>
            </a:ln>
            <a:effectLst/>
            <a:latin typeface="Bitstream Vera Serif"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defRPr kumimoji="0" lang="en-US" sz="2400" b="0" i="0" u="none" strike="noStrike" cap="none" normalizeH="0" baseline="0" smtClean="0">
            <a:ln>
              <a:noFill/>
            </a:ln>
            <a:effectLst/>
            <a:latin typeface="Bitstream Vera Serif"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omp1050" id="{11D25B1B-902C-4B4C-8A1B-85A2907C13B6}" vid="{58E7F4CB-296A-CC41-895D-204CB6F6FDE3}"/>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comp1050</Template>
  <TotalTime>6724</TotalTime>
  <Words>3522</Words>
  <Application>Microsoft Office PowerPoint</Application>
  <PresentationFormat>Custom</PresentationFormat>
  <Paragraphs>390</Paragraphs>
  <Slides>22</Slides>
  <Notes>8</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22</vt:i4>
      </vt:variant>
    </vt:vector>
  </HeadingPairs>
  <TitlesOfParts>
    <vt:vector size="37" baseType="lpstr">
      <vt:lpstr>Arial</vt:lpstr>
      <vt:lpstr>Bitstream Vera Serif</vt:lpstr>
      <vt:lpstr>Comic Sans MS</vt:lpstr>
      <vt:lpstr>Consolas</vt:lpstr>
      <vt:lpstr>Georgia</vt:lpstr>
      <vt:lpstr>Georgia</vt:lpstr>
      <vt:lpstr>Segoe UI</vt:lpstr>
      <vt:lpstr>Tahoma</vt:lpstr>
      <vt:lpstr>Times New Roman</vt:lpstr>
      <vt:lpstr>urw-din</vt:lpstr>
      <vt:lpstr>var(--font-din)</vt:lpstr>
      <vt:lpstr>Verdana</vt:lpstr>
      <vt:lpstr>Wingdings</vt:lpstr>
      <vt:lpstr>comp1000 title</vt:lpstr>
      <vt:lpstr>comp1000</vt:lpstr>
      <vt:lpstr>Welcome to COMP1050!</vt:lpstr>
      <vt:lpstr>Interfaces</vt:lpstr>
      <vt:lpstr>What do Abstract Classes Buy Us? (1)</vt:lpstr>
      <vt:lpstr>What do Abstract Classes Buy Us? (2)</vt:lpstr>
      <vt:lpstr>Enter the Interface</vt:lpstr>
      <vt:lpstr>What’s in an Interface?</vt:lpstr>
      <vt:lpstr>Example</vt:lpstr>
      <vt:lpstr>UML</vt:lpstr>
      <vt:lpstr>A Complex Example</vt:lpstr>
      <vt:lpstr>Exercise</vt:lpstr>
      <vt:lpstr>Answer</vt:lpstr>
      <vt:lpstr>Usage</vt:lpstr>
      <vt:lpstr>Real Example: Comparable</vt:lpstr>
      <vt:lpstr>Example</vt:lpstr>
      <vt:lpstr>Java 8: Functional Interfaces</vt:lpstr>
      <vt:lpstr>Java 8: Lambda Expressions</vt:lpstr>
      <vt:lpstr>Example: Class</vt:lpstr>
      <vt:lpstr>Example: Lambda</vt:lpstr>
      <vt:lpstr>Example: Class in a Class!</vt:lpstr>
      <vt:lpstr>Example: Anonymous Class</vt:lpstr>
      <vt:lpstr>Interface vs. Abstract Class</vt:lpstr>
      <vt:lpstr>Take Home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WIT COMP1050</dc:title>
  <dc:creator>Wiseman, Charles</dc:creator>
  <cp:lastModifiedBy>Folajimi, Yetunde</cp:lastModifiedBy>
  <cp:revision>18</cp:revision>
  <cp:lastPrinted>1601-01-01T00:00:00Z</cp:lastPrinted>
  <dcterms:created xsi:type="dcterms:W3CDTF">2017-09-08T01:15:12Z</dcterms:created>
  <dcterms:modified xsi:type="dcterms:W3CDTF">2025-09-04T13:58:50Z</dcterms:modified>
</cp:coreProperties>
</file>