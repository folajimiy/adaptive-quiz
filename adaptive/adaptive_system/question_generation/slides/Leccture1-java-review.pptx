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118"/>
  </p:notesMasterIdLst>
  <p:handoutMasterIdLst>
    <p:handoutMasterId r:id="rId119"/>
  </p:handoutMasterIdLst>
  <p:sldIdLst>
    <p:sldId id="330" r:id="rId6"/>
    <p:sldId id="404" r:id="rId7"/>
    <p:sldId id="405" r:id="rId8"/>
    <p:sldId id="397" r:id="rId9"/>
    <p:sldId id="486" r:id="rId10"/>
    <p:sldId id="455" r:id="rId11"/>
    <p:sldId id="449" r:id="rId12"/>
    <p:sldId id="450" r:id="rId13"/>
    <p:sldId id="451" r:id="rId14"/>
    <p:sldId id="475" r:id="rId15"/>
    <p:sldId id="452" r:id="rId16"/>
    <p:sldId id="462" r:id="rId17"/>
    <p:sldId id="463" r:id="rId18"/>
    <p:sldId id="464" r:id="rId19"/>
    <p:sldId id="465" r:id="rId20"/>
    <p:sldId id="466" r:id="rId21"/>
    <p:sldId id="467" r:id="rId22"/>
    <p:sldId id="517" r:id="rId23"/>
    <p:sldId id="468" r:id="rId24"/>
    <p:sldId id="501" r:id="rId25"/>
    <p:sldId id="470" r:id="rId26"/>
    <p:sldId id="471" r:id="rId27"/>
    <p:sldId id="472" r:id="rId28"/>
    <p:sldId id="473" r:id="rId29"/>
    <p:sldId id="474" r:id="rId30"/>
    <p:sldId id="480" r:id="rId31"/>
    <p:sldId id="481" r:id="rId32"/>
    <p:sldId id="482" r:id="rId33"/>
    <p:sldId id="483" r:id="rId34"/>
    <p:sldId id="551" r:id="rId35"/>
    <p:sldId id="424" r:id="rId36"/>
    <p:sldId id="430" r:id="rId37"/>
    <p:sldId id="426" r:id="rId38"/>
    <p:sldId id="427" r:id="rId39"/>
    <p:sldId id="428" r:id="rId40"/>
    <p:sldId id="429" r:id="rId41"/>
    <p:sldId id="434" r:id="rId42"/>
    <p:sldId id="292" r:id="rId43"/>
    <p:sldId id="435" r:id="rId44"/>
    <p:sldId id="437" r:id="rId45"/>
    <p:sldId id="439" r:id="rId46"/>
    <p:sldId id="446" r:id="rId47"/>
    <p:sldId id="448" r:id="rId48"/>
    <p:sldId id="447" r:id="rId49"/>
    <p:sldId id="502" r:id="rId50"/>
    <p:sldId id="454" r:id="rId51"/>
    <p:sldId id="495" r:id="rId52"/>
    <p:sldId id="293" r:id="rId53"/>
    <p:sldId id="457" r:id="rId54"/>
    <p:sldId id="284" r:id="rId55"/>
    <p:sldId id="285" r:id="rId56"/>
    <p:sldId id="286" r:id="rId57"/>
    <p:sldId id="287" r:id="rId58"/>
    <p:sldId id="291" r:id="rId59"/>
    <p:sldId id="307" r:id="rId60"/>
    <p:sldId id="294" r:id="rId61"/>
    <p:sldId id="296" r:id="rId62"/>
    <p:sldId id="297" r:id="rId63"/>
    <p:sldId id="299" r:id="rId64"/>
    <p:sldId id="300" r:id="rId65"/>
    <p:sldId id="327" r:id="rId66"/>
    <p:sldId id="328" r:id="rId67"/>
    <p:sldId id="329" r:id="rId68"/>
    <p:sldId id="333" r:id="rId69"/>
    <p:sldId id="336" r:id="rId70"/>
    <p:sldId id="335" r:id="rId71"/>
    <p:sldId id="337" r:id="rId72"/>
    <p:sldId id="334" r:id="rId73"/>
    <p:sldId id="354" r:id="rId74"/>
    <p:sldId id="355" r:id="rId75"/>
    <p:sldId id="269" r:id="rId76"/>
    <p:sldId id="288" r:id="rId77"/>
    <p:sldId id="406" r:id="rId78"/>
    <p:sldId id="302" r:id="rId79"/>
    <p:sldId id="303" r:id="rId80"/>
    <p:sldId id="305" r:id="rId81"/>
    <p:sldId id="304" r:id="rId82"/>
    <p:sldId id="313" r:id="rId83"/>
    <p:sldId id="306" r:id="rId84"/>
    <p:sldId id="308" r:id="rId85"/>
    <p:sldId id="309" r:id="rId86"/>
    <p:sldId id="310" r:id="rId87"/>
    <p:sldId id="325" r:id="rId88"/>
    <p:sldId id="356" r:id="rId89"/>
    <p:sldId id="357" r:id="rId90"/>
    <p:sldId id="272" r:id="rId91"/>
    <p:sldId id="311" r:id="rId92"/>
    <p:sldId id="312" r:id="rId93"/>
    <p:sldId id="314" r:id="rId94"/>
    <p:sldId id="317" r:id="rId95"/>
    <p:sldId id="318" r:id="rId96"/>
    <p:sldId id="320" r:id="rId97"/>
    <p:sldId id="321" r:id="rId98"/>
    <p:sldId id="319" r:id="rId99"/>
    <p:sldId id="323" r:id="rId100"/>
    <p:sldId id="324" r:id="rId101"/>
    <p:sldId id="338" r:id="rId102"/>
    <p:sldId id="339" r:id="rId103"/>
    <p:sldId id="340" r:id="rId104"/>
    <p:sldId id="341" r:id="rId105"/>
    <p:sldId id="342" r:id="rId106"/>
    <p:sldId id="343" r:id="rId107"/>
    <p:sldId id="344" r:id="rId108"/>
    <p:sldId id="348" r:id="rId109"/>
    <p:sldId id="358" r:id="rId110"/>
    <p:sldId id="345" r:id="rId111"/>
    <p:sldId id="346" r:id="rId112"/>
    <p:sldId id="347" r:id="rId113"/>
    <p:sldId id="350" r:id="rId114"/>
    <p:sldId id="351" r:id="rId115"/>
    <p:sldId id="352" r:id="rId116"/>
    <p:sldId id="275" r:id="rId117"/>
  </p:sldIdLst>
  <p:sldSz cx="9144000" cy="6858000" type="screen4x3"/>
  <p:notesSz cx="6858000" cy="9144000"/>
  <p:embeddedFontLst>
    <p:embeddedFont>
      <p:font typeface="Cambria Math" panose="02040503050406030204" pitchFamily="18" charset="0"/>
      <p:regular r:id="rId120"/>
    </p:embeddedFont>
    <p:embeddedFont>
      <p:font typeface="Consolas" panose="020B0609020204030204" pitchFamily="49" charset="0"/>
      <p:regular r:id="rId121"/>
      <p:bold r:id="rId122"/>
      <p:italic r:id="rId123"/>
      <p:boldItalic r:id="rId124"/>
    </p:embeddedFont>
    <p:embeddedFont>
      <p:font typeface="Lato" panose="020F0502020204030203" pitchFamily="34" charset="0"/>
      <p:regular r:id="rId125"/>
      <p:bold r:id="rId126"/>
      <p:italic r:id="rId127"/>
      <p:boldItalic r:id="rId128"/>
    </p:embeddedFont>
    <p:embeddedFont>
      <p:font typeface="Noto Sans Symbols" panose="020B0604020202020204" charset="0"/>
      <p:regular r:id="rId129"/>
      <p:bold r:id="rId130"/>
      <p:italic r:id="rId131"/>
      <p:boldItalic r:id="rId132"/>
    </p:embeddedFont>
    <p:embeddedFont>
      <p:font typeface="Tahoma" panose="020B0604030504040204" pitchFamily="34" charset="0"/>
      <p:regular r:id="rId133"/>
      <p:bold r:id="rId134"/>
    </p:embeddedFont>
    <p:embeddedFont>
      <p:font typeface="Verdana" panose="020B0604030504040204" pitchFamily="34" charset="0"/>
      <p:regular r:id="rId135"/>
      <p:bold r:id="rId136"/>
      <p:italic r:id="rId137"/>
      <p:boldItalic r:id="rId1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42" userDrawn="1">
          <p15:clr>
            <a:srgbClr val="A4A3A4"/>
          </p15:clr>
        </p15:guide>
        <p15:guide id="2" pos="272"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981" userDrawn="1">
          <p15:clr>
            <a:srgbClr val="A4A3A4"/>
          </p15:clr>
        </p15:guide>
        <p15:guide id="7" pos="5488" userDrawn="1">
          <p15:clr>
            <a:srgbClr val="A4A3A4"/>
          </p15:clr>
        </p15:guide>
        <p15:guide id="8" orient="horz" pos="1230" userDrawn="1">
          <p15:clr>
            <a:srgbClr val="A4A3A4"/>
          </p15:clr>
        </p15:guide>
        <p15:guide id="9" pos="521" userDrawn="1">
          <p15:clr>
            <a:srgbClr val="A4A3A4"/>
          </p15:clr>
        </p15:guide>
        <p15:guide id="10" pos="839" userDrawn="1">
          <p15:clr>
            <a:srgbClr val="A4A3A4"/>
          </p15:clr>
        </p15:guide>
        <p15:guide id="11" orient="horz" pos="259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1581"/>
    <a:srgbClr val="B60000"/>
    <a:srgbClr val="B70000"/>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091F59-EF39-418F-9B23-4BBC1A520B87}" v="12" dt="2025-09-25T15:51:03.309"/>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35" autoAdjust="0"/>
    <p:restoredTop sz="80964" autoAdjust="0"/>
  </p:normalViewPr>
  <p:slideViewPr>
    <p:cSldViewPr snapToGrid="0" snapToObjects="1">
      <p:cViewPr>
        <p:scale>
          <a:sx n="100" d="100"/>
          <a:sy n="100" d="100"/>
        </p:scale>
        <p:origin x="356" y="-552"/>
      </p:cViewPr>
      <p:guideLst>
        <p:guide orient="horz" pos="4042"/>
        <p:guide pos="272"/>
        <p:guide orient="horz" pos="4178"/>
        <p:guide orient="horz" pos="119"/>
        <p:guide orient="horz" pos="709"/>
        <p:guide orient="horz" pos="981"/>
        <p:guide pos="5488"/>
        <p:guide orient="horz" pos="1230"/>
        <p:guide pos="521"/>
        <p:guide pos="839"/>
        <p:guide orient="horz" pos="2591"/>
      </p:guideLst>
    </p:cSldViewPr>
  </p:slideViewPr>
  <p:outlineViewPr>
    <p:cViewPr>
      <p:scale>
        <a:sx n="33" d="100"/>
        <a:sy n="33" d="100"/>
      </p:scale>
      <p:origin x="0" y="-48564"/>
    </p:cViewPr>
  </p:outlineViewPr>
  <p:notesTextViewPr>
    <p:cViewPr>
      <p:scale>
        <a:sx n="100" d="100"/>
        <a:sy n="100" d="100"/>
      </p:scale>
      <p:origin x="0" y="-92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font" Target="fonts/font19.fntdata"/><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font" Target="fonts/font9.fntdata"/><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notesMaster" Target="notesMasters/notesMaster1.xml"/><Relationship Id="rId134" Type="http://schemas.openxmlformats.org/officeDocument/2006/relationships/font" Target="fonts/font15.fntdata"/><Relationship Id="rId139" Type="http://schemas.openxmlformats.org/officeDocument/2006/relationships/commentAuthors" Target="commentAuthor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font" Target="fonts/font5.fntdata"/><Relationship Id="rId129" Type="http://schemas.openxmlformats.org/officeDocument/2006/relationships/font" Target="fonts/font10.fntdata"/><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presProps" Target="presProps.xml"/><Relationship Id="rId145"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handoutMaster" Target="handoutMasters/handoutMaster1.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font" Target="fonts/font11.fntdata"/><Relationship Id="rId135" Type="http://schemas.openxmlformats.org/officeDocument/2006/relationships/font" Target="fonts/font16.fntdata"/><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font" Target="fonts/font1.fntdata"/><Relationship Id="rId125" Type="http://schemas.openxmlformats.org/officeDocument/2006/relationships/font" Target="fonts/font6.fntdata"/><Relationship Id="rId141"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font" Target="fonts/font12.fntdata"/><Relationship Id="rId136" Type="http://schemas.openxmlformats.org/officeDocument/2006/relationships/font" Target="fonts/font17.fntdata"/><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font" Target="fonts/font7.fntdata"/><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font" Target="fonts/font2.fntdata"/><Relationship Id="rId142"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font" Target="fonts/font18.fntdata"/><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font" Target="fonts/font13.fntdata"/><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font" Target="fonts/font8.fntdata"/><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font" Target="fonts/font3.fntdata"/><Relationship Id="rId14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font" Target="fonts/font14.fntdata"/><Relationship Id="rId16" Type="http://schemas.openxmlformats.org/officeDocument/2006/relationships/slide" Target="slides/slide11.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font" Target="fonts/font4.fntdata"/><Relationship Id="rId14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lajimi, Yetunde" userId="3a54126c-7470-4734-afae-d4449bb90691" providerId="ADAL" clId="{5C091F59-EF39-418F-9B23-4BBC1A520B87}"/>
    <pc:docChg chg="modSld">
      <pc:chgData name="Folajimi, Yetunde" userId="3a54126c-7470-4734-afae-d4449bb90691" providerId="ADAL" clId="{5C091F59-EF39-418F-9B23-4BBC1A520B87}" dt="2025-09-03T13:34:59.364" v="18" actId="6549"/>
      <pc:docMkLst>
        <pc:docMk/>
      </pc:docMkLst>
      <pc:sldChg chg="modSp mod">
        <pc:chgData name="Folajimi, Yetunde" userId="3a54126c-7470-4734-afae-d4449bb90691" providerId="ADAL" clId="{5C091F59-EF39-418F-9B23-4BBC1A520B87}" dt="2025-09-03T13:34:59.364" v="18" actId="6549"/>
        <pc:sldMkLst>
          <pc:docMk/>
          <pc:sldMk cId="3801335957" sldId="330"/>
        </pc:sldMkLst>
        <pc:spChg chg="mod">
          <ac:chgData name="Folajimi, Yetunde" userId="3a54126c-7470-4734-afae-d4449bb90691" providerId="ADAL" clId="{5C091F59-EF39-418F-9B23-4BBC1A520B87}" dt="2025-09-03T13:34:59.364" v="18" actId="6549"/>
          <ac:spMkLst>
            <pc:docMk/>
            <pc:sldMk cId="3801335957" sldId="330"/>
            <ac:spMk id="6" creationId="{82FD4EC9-4778-4E2F-B136-2A176CA2BA69}"/>
          </ac:spMkLst>
        </pc:spChg>
      </pc:sldChg>
    </pc:docChg>
  </pc:docChgLst>
  <pc:docChgLst>
    <pc:chgData name="Folajimi, Yetunde" userId="3a54126c-7470-4734-afae-d4449bb90691" providerId="ADAL" clId="{7C166927-3087-49F2-A104-505FE8A40CB1}"/>
    <pc:docChg chg="undo custSel delSld modSld modMainMaster">
      <pc:chgData name="Folajimi, Yetunde" userId="3a54126c-7470-4734-afae-d4449bb90691" providerId="ADAL" clId="{7C166927-3087-49F2-A104-505FE8A40CB1}" dt="2024-09-04T19:42:03.027" v="350"/>
      <pc:docMkLst>
        <pc:docMk/>
      </pc:docMkLst>
      <pc:sldChg chg="del">
        <pc:chgData name="Folajimi, Yetunde" userId="3a54126c-7470-4734-afae-d4449bb90691" providerId="ADAL" clId="{7C166927-3087-49F2-A104-505FE8A40CB1}" dt="2024-09-04T19:40:02.967" v="329" actId="47"/>
        <pc:sldMkLst>
          <pc:docMk/>
          <pc:sldMk cId="0" sldId="298"/>
        </pc:sldMkLst>
      </pc:sldChg>
      <pc:sldChg chg="del">
        <pc:chgData name="Folajimi, Yetunde" userId="3a54126c-7470-4734-afae-d4449bb90691" providerId="ADAL" clId="{7C166927-3087-49F2-A104-505FE8A40CB1}" dt="2024-09-04T18:14:07.082" v="0" actId="47"/>
        <pc:sldMkLst>
          <pc:docMk/>
          <pc:sldMk cId="3452098327" sldId="408"/>
        </pc:sldMkLst>
      </pc:sldChg>
      <pc:sldChg chg="del">
        <pc:chgData name="Folajimi, Yetunde" userId="3a54126c-7470-4734-afae-d4449bb90691" providerId="ADAL" clId="{7C166927-3087-49F2-A104-505FE8A40CB1}" dt="2024-09-04T18:14:07.082" v="0" actId="47"/>
        <pc:sldMkLst>
          <pc:docMk/>
          <pc:sldMk cId="218370080" sldId="421"/>
        </pc:sldMkLst>
      </pc:sldChg>
      <pc:sldChg chg="del">
        <pc:chgData name="Folajimi, Yetunde" userId="3a54126c-7470-4734-afae-d4449bb90691" providerId="ADAL" clId="{7C166927-3087-49F2-A104-505FE8A40CB1}" dt="2024-09-04T18:14:07.082" v="0" actId="47"/>
        <pc:sldMkLst>
          <pc:docMk/>
          <pc:sldMk cId="846721195" sldId="422"/>
        </pc:sldMkLst>
      </pc:sldChg>
      <pc:sldChg chg="del">
        <pc:chgData name="Folajimi, Yetunde" userId="3a54126c-7470-4734-afae-d4449bb90691" providerId="ADAL" clId="{7C166927-3087-49F2-A104-505FE8A40CB1}" dt="2024-09-04T18:14:07.082" v="0" actId="47"/>
        <pc:sldMkLst>
          <pc:docMk/>
          <pc:sldMk cId="4079389080" sldId="426"/>
        </pc:sldMkLst>
      </pc:sldChg>
      <pc:sldChg chg="del">
        <pc:chgData name="Folajimi, Yetunde" userId="3a54126c-7470-4734-afae-d4449bb90691" providerId="ADAL" clId="{7C166927-3087-49F2-A104-505FE8A40CB1}" dt="2024-09-04T18:14:07.082" v="0" actId="47"/>
        <pc:sldMkLst>
          <pc:docMk/>
          <pc:sldMk cId="2420137889" sldId="427"/>
        </pc:sldMkLst>
      </pc:sldChg>
      <pc:sldChg chg="del">
        <pc:chgData name="Folajimi, Yetunde" userId="3a54126c-7470-4734-afae-d4449bb90691" providerId="ADAL" clId="{7C166927-3087-49F2-A104-505FE8A40CB1}" dt="2024-09-04T18:14:07.082" v="0" actId="47"/>
        <pc:sldMkLst>
          <pc:docMk/>
          <pc:sldMk cId="771311590" sldId="428"/>
        </pc:sldMkLst>
      </pc:sldChg>
      <pc:sldChg chg="del">
        <pc:chgData name="Folajimi, Yetunde" userId="3a54126c-7470-4734-afae-d4449bb90691" providerId="ADAL" clId="{7C166927-3087-49F2-A104-505FE8A40CB1}" dt="2024-09-04T18:14:07.082" v="0" actId="47"/>
        <pc:sldMkLst>
          <pc:docMk/>
          <pc:sldMk cId="3432846104" sldId="429"/>
        </pc:sldMkLst>
      </pc:sldChg>
      <pc:sldChg chg="del">
        <pc:chgData name="Folajimi, Yetunde" userId="3a54126c-7470-4734-afae-d4449bb90691" providerId="ADAL" clId="{7C166927-3087-49F2-A104-505FE8A40CB1}" dt="2024-09-04T18:14:07.082" v="0" actId="47"/>
        <pc:sldMkLst>
          <pc:docMk/>
          <pc:sldMk cId="378199958" sldId="430"/>
        </pc:sldMkLst>
      </pc:sldChg>
      <pc:sldChg chg="del">
        <pc:chgData name="Folajimi, Yetunde" userId="3a54126c-7470-4734-afae-d4449bb90691" providerId="ADAL" clId="{7C166927-3087-49F2-A104-505FE8A40CB1}" dt="2024-09-04T18:14:07.082" v="0" actId="47"/>
        <pc:sldMkLst>
          <pc:docMk/>
          <pc:sldMk cId="1167200161" sldId="431"/>
        </pc:sldMkLst>
      </pc:sldChg>
      <pc:sldChg chg="del">
        <pc:chgData name="Folajimi, Yetunde" userId="3a54126c-7470-4734-afae-d4449bb90691" providerId="ADAL" clId="{7C166927-3087-49F2-A104-505FE8A40CB1}" dt="2024-09-04T18:14:07.082" v="0" actId="47"/>
        <pc:sldMkLst>
          <pc:docMk/>
          <pc:sldMk cId="1563656939" sldId="432"/>
        </pc:sldMkLst>
      </pc:sldChg>
      <pc:sldChg chg="del">
        <pc:chgData name="Folajimi, Yetunde" userId="3a54126c-7470-4734-afae-d4449bb90691" providerId="ADAL" clId="{7C166927-3087-49F2-A104-505FE8A40CB1}" dt="2024-09-04T18:14:07.082" v="0" actId="47"/>
        <pc:sldMkLst>
          <pc:docMk/>
          <pc:sldMk cId="403859604" sldId="433"/>
        </pc:sldMkLst>
      </pc:sldChg>
      <pc:sldChg chg="del">
        <pc:chgData name="Folajimi, Yetunde" userId="3a54126c-7470-4734-afae-d4449bb90691" providerId="ADAL" clId="{7C166927-3087-49F2-A104-505FE8A40CB1}" dt="2024-09-04T18:14:07.082" v="0" actId="47"/>
        <pc:sldMkLst>
          <pc:docMk/>
          <pc:sldMk cId="274846236" sldId="434"/>
        </pc:sldMkLst>
      </pc:sldChg>
      <pc:sldChg chg="del">
        <pc:chgData name="Folajimi, Yetunde" userId="3a54126c-7470-4734-afae-d4449bb90691" providerId="ADAL" clId="{7C166927-3087-49F2-A104-505FE8A40CB1}" dt="2024-09-04T18:14:07.082" v="0" actId="47"/>
        <pc:sldMkLst>
          <pc:docMk/>
          <pc:sldMk cId="1123494684" sldId="435"/>
        </pc:sldMkLst>
      </pc:sldChg>
      <pc:sldChg chg="del">
        <pc:chgData name="Folajimi, Yetunde" userId="3a54126c-7470-4734-afae-d4449bb90691" providerId="ADAL" clId="{7C166927-3087-49F2-A104-505FE8A40CB1}" dt="2024-09-04T18:14:07.082" v="0" actId="47"/>
        <pc:sldMkLst>
          <pc:docMk/>
          <pc:sldMk cId="725556032" sldId="436"/>
        </pc:sldMkLst>
      </pc:sldChg>
      <pc:sldChg chg="del">
        <pc:chgData name="Folajimi, Yetunde" userId="3a54126c-7470-4734-afae-d4449bb90691" providerId="ADAL" clId="{7C166927-3087-49F2-A104-505FE8A40CB1}" dt="2024-09-04T18:14:07.082" v="0" actId="47"/>
        <pc:sldMkLst>
          <pc:docMk/>
          <pc:sldMk cId="3974563804" sldId="437"/>
        </pc:sldMkLst>
      </pc:sldChg>
      <pc:sldChg chg="del">
        <pc:chgData name="Folajimi, Yetunde" userId="3a54126c-7470-4734-afae-d4449bb90691" providerId="ADAL" clId="{7C166927-3087-49F2-A104-505FE8A40CB1}" dt="2024-09-04T18:14:07.082" v="0" actId="47"/>
        <pc:sldMkLst>
          <pc:docMk/>
          <pc:sldMk cId="934124957" sldId="438"/>
        </pc:sldMkLst>
      </pc:sldChg>
      <pc:sldChg chg="del">
        <pc:chgData name="Folajimi, Yetunde" userId="3a54126c-7470-4734-afae-d4449bb90691" providerId="ADAL" clId="{7C166927-3087-49F2-A104-505FE8A40CB1}" dt="2024-09-04T18:14:07.082" v="0" actId="47"/>
        <pc:sldMkLst>
          <pc:docMk/>
          <pc:sldMk cId="880472653" sldId="439"/>
        </pc:sldMkLst>
      </pc:sldChg>
      <pc:sldChg chg="del">
        <pc:chgData name="Folajimi, Yetunde" userId="3a54126c-7470-4734-afae-d4449bb90691" providerId="ADAL" clId="{7C166927-3087-49F2-A104-505FE8A40CB1}" dt="2024-09-04T18:14:07.082" v="0" actId="47"/>
        <pc:sldMkLst>
          <pc:docMk/>
          <pc:sldMk cId="1628972047" sldId="440"/>
        </pc:sldMkLst>
      </pc:sldChg>
      <pc:sldChg chg="del">
        <pc:chgData name="Folajimi, Yetunde" userId="3a54126c-7470-4734-afae-d4449bb90691" providerId="ADAL" clId="{7C166927-3087-49F2-A104-505FE8A40CB1}" dt="2024-09-04T18:14:07.082" v="0" actId="47"/>
        <pc:sldMkLst>
          <pc:docMk/>
          <pc:sldMk cId="393044769" sldId="441"/>
        </pc:sldMkLst>
      </pc:sldChg>
      <pc:sldChg chg="del">
        <pc:chgData name="Folajimi, Yetunde" userId="3a54126c-7470-4734-afae-d4449bb90691" providerId="ADAL" clId="{7C166927-3087-49F2-A104-505FE8A40CB1}" dt="2024-09-04T18:14:07.082" v="0" actId="47"/>
        <pc:sldMkLst>
          <pc:docMk/>
          <pc:sldMk cId="2275050100" sldId="442"/>
        </pc:sldMkLst>
      </pc:sldChg>
      <pc:sldChg chg="del">
        <pc:chgData name="Folajimi, Yetunde" userId="3a54126c-7470-4734-afae-d4449bb90691" providerId="ADAL" clId="{7C166927-3087-49F2-A104-505FE8A40CB1}" dt="2024-09-04T18:14:07.082" v="0" actId="47"/>
        <pc:sldMkLst>
          <pc:docMk/>
          <pc:sldMk cId="1547806083" sldId="443"/>
        </pc:sldMkLst>
      </pc:sldChg>
      <pc:sldChg chg="del">
        <pc:chgData name="Folajimi, Yetunde" userId="3a54126c-7470-4734-afae-d4449bb90691" providerId="ADAL" clId="{7C166927-3087-49F2-A104-505FE8A40CB1}" dt="2024-09-04T18:14:07.082" v="0" actId="47"/>
        <pc:sldMkLst>
          <pc:docMk/>
          <pc:sldMk cId="3965504632" sldId="444"/>
        </pc:sldMkLst>
      </pc:sldChg>
      <pc:sldChg chg="del">
        <pc:chgData name="Folajimi, Yetunde" userId="3a54126c-7470-4734-afae-d4449bb90691" providerId="ADAL" clId="{7C166927-3087-49F2-A104-505FE8A40CB1}" dt="2024-09-04T18:14:07.082" v="0" actId="47"/>
        <pc:sldMkLst>
          <pc:docMk/>
          <pc:sldMk cId="3116968067" sldId="445"/>
        </pc:sldMkLst>
      </pc:sldChg>
      <pc:sldChg chg="del">
        <pc:chgData name="Folajimi, Yetunde" userId="3a54126c-7470-4734-afae-d4449bb90691" providerId="ADAL" clId="{7C166927-3087-49F2-A104-505FE8A40CB1}" dt="2024-09-04T18:14:07.082" v="0" actId="47"/>
        <pc:sldMkLst>
          <pc:docMk/>
          <pc:sldMk cId="1147345107" sldId="446"/>
        </pc:sldMkLst>
      </pc:sldChg>
      <pc:sldChg chg="del">
        <pc:chgData name="Folajimi, Yetunde" userId="3a54126c-7470-4734-afae-d4449bb90691" providerId="ADAL" clId="{7C166927-3087-49F2-A104-505FE8A40CB1}" dt="2024-09-04T18:14:07.082" v="0" actId="47"/>
        <pc:sldMkLst>
          <pc:docMk/>
          <pc:sldMk cId="675731105" sldId="447"/>
        </pc:sldMkLst>
      </pc:sldChg>
      <pc:sldChg chg="modSp mod">
        <pc:chgData name="Folajimi, Yetunde" userId="3a54126c-7470-4734-afae-d4449bb90691" providerId="ADAL" clId="{7C166927-3087-49F2-A104-505FE8A40CB1}" dt="2024-09-04T19:06:55.204" v="215" actId="1076"/>
        <pc:sldMkLst>
          <pc:docMk/>
          <pc:sldMk cId="2394216255" sldId="451"/>
        </pc:sldMkLst>
      </pc:sldChg>
      <pc:sldChg chg="addSp delSp modSp mod modNotesTx">
        <pc:chgData name="Folajimi, Yetunde" userId="3a54126c-7470-4734-afae-d4449bb90691" providerId="ADAL" clId="{7C166927-3087-49F2-A104-505FE8A40CB1}" dt="2024-09-04T19:19:56.038" v="328" actId="6549"/>
        <pc:sldMkLst>
          <pc:docMk/>
          <pc:sldMk cId="2810852484" sldId="452"/>
        </pc:sldMkLst>
      </pc:sldChg>
      <pc:sldChg chg="del">
        <pc:chgData name="Folajimi, Yetunde" userId="3a54126c-7470-4734-afae-d4449bb90691" providerId="ADAL" clId="{7C166927-3087-49F2-A104-505FE8A40CB1}" dt="2024-09-04T19:02:07.065" v="210" actId="47"/>
        <pc:sldMkLst>
          <pc:docMk/>
          <pc:sldMk cId="4027911939" sldId="453"/>
        </pc:sldMkLst>
      </pc:sldChg>
      <pc:sldChg chg="del">
        <pc:chgData name="Folajimi, Yetunde" userId="3a54126c-7470-4734-afae-d4449bb90691" providerId="ADAL" clId="{7C166927-3087-49F2-A104-505FE8A40CB1}" dt="2024-09-04T19:02:10.289" v="211" actId="47"/>
        <pc:sldMkLst>
          <pc:docMk/>
          <pc:sldMk cId="3993535882" sldId="454"/>
        </pc:sldMkLst>
      </pc:sldChg>
      <pc:sldChg chg="del">
        <pc:chgData name="Folajimi, Yetunde" userId="3a54126c-7470-4734-afae-d4449bb90691" providerId="ADAL" clId="{7C166927-3087-49F2-A104-505FE8A40CB1}" dt="2024-09-04T19:02:54.919" v="212" actId="47"/>
        <pc:sldMkLst>
          <pc:docMk/>
          <pc:sldMk cId="2426997693" sldId="456"/>
        </pc:sldMkLst>
      </pc:sldChg>
      <pc:sldChg chg="del">
        <pc:chgData name="Folajimi, Yetunde" userId="3a54126c-7470-4734-afae-d4449bb90691" providerId="ADAL" clId="{7C166927-3087-49F2-A104-505FE8A40CB1}" dt="2024-09-04T19:02:54.919" v="212" actId="47"/>
        <pc:sldMkLst>
          <pc:docMk/>
          <pc:sldMk cId="3246717285" sldId="458"/>
        </pc:sldMkLst>
      </pc:sldChg>
      <pc:sldChg chg="del">
        <pc:chgData name="Folajimi, Yetunde" userId="3a54126c-7470-4734-afae-d4449bb90691" providerId="ADAL" clId="{7C166927-3087-49F2-A104-505FE8A40CB1}" dt="2024-09-04T18:14:07.082" v="0" actId="47"/>
        <pc:sldMkLst>
          <pc:docMk/>
          <pc:sldMk cId="987477951" sldId="459"/>
        </pc:sldMkLst>
      </pc:sldChg>
      <pc:sldChg chg="del">
        <pc:chgData name="Folajimi, Yetunde" userId="3a54126c-7470-4734-afae-d4449bb90691" providerId="ADAL" clId="{7C166927-3087-49F2-A104-505FE8A40CB1}" dt="2024-09-04T18:14:07.082" v="0" actId="47"/>
        <pc:sldMkLst>
          <pc:docMk/>
          <pc:sldMk cId="1475608455" sldId="460"/>
        </pc:sldMkLst>
      </pc:sldChg>
      <pc:sldChg chg="del">
        <pc:chgData name="Folajimi, Yetunde" userId="3a54126c-7470-4734-afae-d4449bb90691" providerId="ADAL" clId="{7C166927-3087-49F2-A104-505FE8A40CB1}" dt="2024-09-04T19:02:54.919" v="212" actId="47"/>
        <pc:sldMkLst>
          <pc:docMk/>
          <pc:sldMk cId="3844662022" sldId="461"/>
        </pc:sldMkLst>
      </pc:sldChg>
      <pc:sldChg chg="modSp mod">
        <pc:chgData name="Folajimi, Yetunde" userId="3a54126c-7470-4734-afae-d4449bb90691" providerId="ADAL" clId="{7C166927-3087-49F2-A104-505FE8A40CB1}" dt="2024-09-04T19:06:45.410" v="213" actId="1076"/>
        <pc:sldMkLst>
          <pc:docMk/>
          <pc:sldMk cId="2919868570" sldId="463"/>
        </pc:sldMkLst>
      </pc:sldChg>
      <pc:sldChg chg="addSp delSp modSp mod">
        <pc:chgData name="Folajimi, Yetunde" userId="3a54126c-7470-4734-afae-d4449bb90691" providerId="ADAL" clId="{7C166927-3087-49F2-A104-505FE8A40CB1}" dt="2024-09-04T19:13:26.647" v="270" actId="478"/>
        <pc:sldMkLst>
          <pc:docMk/>
          <pc:sldMk cId="4210060324" sldId="470"/>
        </pc:sldMkLst>
      </pc:sldChg>
      <pc:sldChg chg="addSp delSp modSp mod">
        <pc:chgData name="Folajimi, Yetunde" userId="3a54126c-7470-4734-afae-d4449bb90691" providerId="ADAL" clId="{7C166927-3087-49F2-A104-505FE8A40CB1}" dt="2024-09-04T19:13:36.532" v="272" actId="1076"/>
        <pc:sldMkLst>
          <pc:docMk/>
          <pc:sldMk cId="4119879750" sldId="471"/>
        </pc:sldMkLst>
      </pc:sldChg>
      <pc:sldChg chg="addSp delSp modSp mod">
        <pc:chgData name="Folajimi, Yetunde" userId="3a54126c-7470-4734-afae-d4449bb90691" providerId="ADAL" clId="{7C166927-3087-49F2-A104-505FE8A40CB1}" dt="2024-09-04T19:14:24.591" v="280" actId="14100"/>
        <pc:sldMkLst>
          <pc:docMk/>
          <pc:sldMk cId="3690847112" sldId="472"/>
        </pc:sldMkLst>
      </pc:sldChg>
      <pc:sldChg chg="addSp delSp modSp mod">
        <pc:chgData name="Folajimi, Yetunde" userId="3a54126c-7470-4734-afae-d4449bb90691" providerId="ADAL" clId="{7C166927-3087-49F2-A104-505FE8A40CB1}" dt="2024-09-04T19:15:07.029" v="292" actId="207"/>
        <pc:sldMkLst>
          <pc:docMk/>
          <pc:sldMk cId="515543884" sldId="473"/>
        </pc:sldMkLst>
      </pc:sldChg>
      <pc:sldChg chg="addSp delSp modSp mod">
        <pc:chgData name="Folajimi, Yetunde" userId="3a54126c-7470-4734-afae-d4449bb90691" providerId="ADAL" clId="{7C166927-3087-49F2-A104-505FE8A40CB1}" dt="2024-09-04T19:16:22.494" v="300" actId="207"/>
        <pc:sldMkLst>
          <pc:docMk/>
          <pc:sldMk cId="371016227" sldId="474"/>
        </pc:sldMkLst>
      </pc:sldChg>
      <pc:sldChg chg="del">
        <pc:chgData name="Folajimi, Yetunde" userId="3a54126c-7470-4734-afae-d4449bb90691" providerId="ADAL" clId="{7C166927-3087-49F2-A104-505FE8A40CB1}" dt="2024-09-04T19:16:56.255" v="301" actId="47"/>
        <pc:sldMkLst>
          <pc:docMk/>
          <pc:sldMk cId="1464122500" sldId="476"/>
        </pc:sldMkLst>
      </pc:sldChg>
      <pc:sldChg chg="del">
        <pc:chgData name="Folajimi, Yetunde" userId="3a54126c-7470-4734-afae-d4449bb90691" providerId="ADAL" clId="{7C166927-3087-49F2-A104-505FE8A40CB1}" dt="2024-09-04T19:16:56.255" v="301" actId="47"/>
        <pc:sldMkLst>
          <pc:docMk/>
          <pc:sldMk cId="746467692" sldId="477"/>
        </pc:sldMkLst>
      </pc:sldChg>
      <pc:sldChg chg="del">
        <pc:chgData name="Folajimi, Yetunde" userId="3a54126c-7470-4734-afae-d4449bb90691" providerId="ADAL" clId="{7C166927-3087-49F2-A104-505FE8A40CB1}" dt="2024-09-04T19:16:56.255" v="301" actId="47"/>
        <pc:sldMkLst>
          <pc:docMk/>
          <pc:sldMk cId="1771292017" sldId="478"/>
        </pc:sldMkLst>
      </pc:sldChg>
      <pc:sldChg chg="del">
        <pc:chgData name="Folajimi, Yetunde" userId="3a54126c-7470-4734-afae-d4449bb90691" providerId="ADAL" clId="{7C166927-3087-49F2-A104-505FE8A40CB1}" dt="2024-09-04T19:16:56.255" v="301" actId="47"/>
        <pc:sldMkLst>
          <pc:docMk/>
          <pc:sldMk cId="3187297809" sldId="479"/>
        </pc:sldMkLst>
      </pc:sldChg>
      <pc:sldChg chg="addSp modSp mod modNotesTx">
        <pc:chgData name="Folajimi, Yetunde" userId="3a54126c-7470-4734-afae-d4449bb90691" providerId="ADAL" clId="{7C166927-3087-49F2-A104-505FE8A40CB1}" dt="2024-09-04T19:42:03.027" v="350"/>
        <pc:sldMkLst>
          <pc:docMk/>
          <pc:sldMk cId="3069803061" sldId="481"/>
        </pc:sldMkLst>
      </pc:sldChg>
      <pc:sldChg chg="modNotesTx">
        <pc:chgData name="Folajimi, Yetunde" userId="3a54126c-7470-4734-afae-d4449bb90691" providerId="ADAL" clId="{7C166927-3087-49F2-A104-505FE8A40CB1}" dt="2024-09-04T19:41:40.758" v="343"/>
        <pc:sldMkLst>
          <pc:docMk/>
          <pc:sldMk cId="2172976880" sldId="482"/>
        </pc:sldMkLst>
      </pc:sldChg>
      <pc:sldChg chg="modNotesTx">
        <pc:chgData name="Folajimi, Yetunde" userId="3a54126c-7470-4734-afae-d4449bb90691" providerId="ADAL" clId="{7C166927-3087-49F2-A104-505FE8A40CB1}" dt="2024-09-04T19:40:27.607" v="334"/>
        <pc:sldMkLst>
          <pc:docMk/>
          <pc:sldMk cId="4102735047" sldId="483"/>
        </pc:sldMkLst>
      </pc:sldChg>
      <pc:sldChg chg="addSp delSp modSp mod">
        <pc:chgData name="Folajimi, Yetunde" userId="3a54126c-7470-4734-afae-d4449bb90691" providerId="ADAL" clId="{7C166927-3087-49F2-A104-505FE8A40CB1}" dt="2024-09-04T19:18:56.887" v="312" actId="115"/>
        <pc:sldMkLst>
          <pc:docMk/>
          <pc:sldMk cId="2180644080" sldId="486"/>
        </pc:sldMkLst>
      </pc:sldChg>
      <pc:sldChg chg="del">
        <pc:chgData name="Folajimi, Yetunde" userId="3a54126c-7470-4734-afae-d4449bb90691" providerId="ADAL" clId="{7C166927-3087-49F2-A104-505FE8A40CB1}" dt="2024-09-04T18:14:07.082" v="0" actId="47"/>
        <pc:sldMkLst>
          <pc:docMk/>
          <pc:sldMk cId="2001546611" sldId="487"/>
        </pc:sldMkLst>
      </pc:sldChg>
      <pc:sldChg chg="del">
        <pc:chgData name="Folajimi, Yetunde" userId="3a54126c-7470-4734-afae-d4449bb90691" providerId="ADAL" clId="{7C166927-3087-49F2-A104-505FE8A40CB1}" dt="2024-09-04T19:02:54.919" v="212" actId="47"/>
        <pc:sldMkLst>
          <pc:docMk/>
          <pc:sldMk cId="1766709673" sldId="488"/>
        </pc:sldMkLst>
      </pc:sldChg>
      <pc:sldChg chg="del">
        <pc:chgData name="Folajimi, Yetunde" userId="3a54126c-7470-4734-afae-d4449bb90691" providerId="ADAL" clId="{7C166927-3087-49F2-A104-505FE8A40CB1}" dt="2024-09-04T19:40:10.178" v="331" actId="47"/>
        <pc:sldMkLst>
          <pc:docMk/>
          <pc:sldMk cId="2609011544" sldId="489"/>
        </pc:sldMkLst>
      </pc:sldChg>
      <pc:sldChg chg="del">
        <pc:chgData name="Folajimi, Yetunde" userId="3a54126c-7470-4734-afae-d4449bb90691" providerId="ADAL" clId="{7C166927-3087-49F2-A104-505FE8A40CB1}" dt="2024-09-04T18:14:07.082" v="0" actId="47"/>
        <pc:sldMkLst>
          <pc:docMk/>
          <pc:sldMk cId="3653964121" sldId="491"/>
        </pc:sldMkLst>
      </pc:sldChg>
      <pc:sldChg chg="del">
        <pc:chgData name="Folajimi, Yetunde" userId="3a54126c-7470-4734-afae-d4449bb90691" providerId="ADAL" clId="{7C166927-3087-49F2-A104-505FE8A40CB1}" dt="2024-09-04T19:40:07.853" v="330" actId="47"/>
        <pc:sldMkLst>
          <pc:docMk/>
          <pc:sldMk cId="3667847191" sldId="492"/>
        </pc:sldMkLst>
      </pc:sldChg>
      <pc:sldChg chg="del">
        <pc:chgData name="Folajimi, Yetunde" userId="3a54126c-7470-4734-afae-d4449bb90691" providerId="ADAL" clId="{7C166927-3087-49F2-A104-505FE8A40CB1}" dt="2024-09-04T18:14:07.082" v="0" actId="47"/>
        <pc:sldMkLst>
          <pc:docMk/>
          <pc:sldMk cId="4104683680" sldId="493"/>
        </pc:sldMkLst>
      </pc:sldChg>
      <pc:sldChg chg="del">
        <pc:chgData name="Folajimi, Yetunde" userId="3a54126c-7470-4734-afae-d4449bb90691" providerId="ADAL" clId="{7C166927-3087-49F2-A104-505FE8A40CB1}" dt="2024-09-04T18:14:07.082" v="0" actId="47"/>
        <pc:sldMkLst>
          <pc:docMk/>
          <pc:sldMk cId="3375926665" sldId="494"/>
        </pc:sldMkLst>
      </pc:sldChg>
      <pc:sldChg chg="del">
        <pc:chgData name="Folajimi, Yetunde" userId="3a54126c-7470-4734-afae-d4449bb90691" providerId="ADAL" clId="{7C166927-3087-49F2-A104-505FE8A40CB1}" dt="2024-09-04T18:14:07.082" v="0" actId="47"/>
        <pc:sldMkLst>
          <pc:docMk/>
          <pc:sldMk cId="2326224080" sldId="495"/>
        </pc:sldMkLst>
      </pc:sldChg>
      <pc:sldChg chg="del">
        <pc:chgData name="Folajimi, Yetunde" userId="3a54126c-7470-4734-afae-d4449bb90691" providerId="ADAL" clId="{7C166927-3087-49F2-A104-505FE8A40CB1}" dt="2024-09-04T18:14:07.082" v="0" actId="47"/>
        <pc:sldMkLst>
          <pc:docMk/>
          <pc:sldMk cId="839920962" sldId="496"/>
        </pc:sldMkLst>
      </pc:sldChg>
      <pc:sldChg chg="del">
        <pc:chgData name="Folajimi, Yetunde" userId="3a54126c-7470-4734-afae-d4449bb90691" providerId="ADAL" clId="{7C166927-3087-49F2-A104-505FE8A40CB1}" dt="2024-09-04T18:14:07.082" v="0" actId="47"/>
        <pc:sldMkLst>
          <pc:docMk/>
          <pc:sldMk cId="756494176" sldId="497"/>
        </pc:sldMkLst>
      </pc:sldChg>
      <pc:sldChg chg="del">
        <pc:chgData name="Folajimi, Yetunde" userId="3a54126c-7470-4734-afae-d4449bb90691" providerId="ADAL" clId="{7C166927-3087-49F2-A104-505FE8A40CB1}" dt="2024-09-04T18:14:07.082" v="0" actId="47"/>
        <pc:sldMkLst>
          <pc:docMk/>
          <pc:sldMk cId="693238942" sldId="498"/>
        </pc:sldMkLst>
      </pc:sldChg>
      <pc:sldChg chg="del">
        <pc:chgData name="Folajimi, Yetunde" userId="3a54126c-7470-4734-afae-d4449bb90691" providerId="ADAL" clId="{7C166927-3087-49F2-A104-505FE8A40CB1}" dt="2024-09-04T18:14:07.082" v="0" actId="47"/>
        <pc:sldMkLst>
          <pc:docMk/>
          <pc:sldMk cId="1533919485" sldId="499"/>
        </pc:sldMkLst>
      </pc:sldChg>
      <pc:sldChg chg="del">
        <pc:chgData name="Folajimi, Yetunde" userId="3a54126c-7470-4734-afae-d4449bb90691" providerId="ADAL" clId="{7C166927-3087-49F2-A104-505FE8A40CB1}" dt="2024-09-04T18:14:07.082" v="0" actId="47"/>
        <pc:sldMkLst>
          <pc:docMk/>
          <pc:sldMk cId="3552735966" sldId="500"/>
        </pc:sldMkLst>
      </pc:sldChg>
      <pc:sldMasterChg chg="delSp mod">
        <pc:chgData name="Folajimi, Yetunde" userId="3a54126c-7470-4734-afae-d4449bb90691" providerId="ADAL" clId="{7C166927-3087-49F2-A104-505FE8A40CB1}" dt="2024-09-04T18:17:59.392" v="1" actId="478"/>
        <pc:sldMasterMkLst>
          <pc:docMk/>
          <pc:sldMasterMk cId="0" sldId="2147483659"/>
        </pc:sldMasterMkLst>
      </pc:sldMasterChg>
    </pc:docChg>
  </pc:docChgLst>
  <pc:docChgLst>
    <pc:chgData name="Folajimi, Yetunde" userId="3a54126c-7470-4734-afae-d4449bb90691" providerId="ADAL" clId="{724C358F-3B92-4C04-BD94-DCD3372750EB}"/>
    <pc:docChg chg="modSld">
      <pc:chgData name="Folajimi, Yetunde" userId="3a54126c-7470-4734-afae-d4449bb90691" providerId="ADAL" clId="{724C358F-3B92-4C04-BD94-DCD3372750EB}" dt="2025-01-08T15:25:10.985" v="11" actId="13926"/>
      <pc:docMkLst>
        <pc:docMk/>
      </pc:docMkLst>
      <pc:sldChg chg="modSp mod">
        <pc:chgData name="Folajimi, Yetunde" userId="3a54126c-7470-4734-afae-d4449bb90691" providerId="ADAL" clId="{724C358F-3B92-4C04-BD94-DCD3372750EB}" dt="2025-01-08T15:25:10.985" v="11" actId="13926"/>
        <pc:sldMkLst>
          <pc:docMk/>
          <pc:sldMk cId="483531945" sldId="397"/>
        </pc:sldMkLst>
      </pc:sldChg>
    </pc:docChg>
  </pc:docChgLst>
  <pc:docChgLst>
    <pc:chgData name="Folajimi, Yetunde" userId="3a54126c-7470-4734-afae-d4449bb90691" providerId="ADAL" clId="{793BDA4B-44CE-4264-878C-E719524A9568}"/>
    <pc:docChg chg="undo custSel addSld delSld modSld">
      <pc:chgData name="Folajimi, Yetunde" userId="3a54126c-7470-4734-afae-d4449bb90691" providerId="ADAL" clId="{793BDA4B-44CE-4264-878C-E719524A9568}" dt="2025-09-25T15:51:00.966" v="33" actId="27636"/>
      <pc:docMkLst>
        <pc:docMk/>
      </pc:docMkLst>
      <pc:sldChg chg="add del">
        <pc:chgData name="Folajimi, Yetunde" userId="3a54126c-7470-4734-afae-d4449bb90691" providerId="ADAL" clId="{793BDA4B-44CE-4264-878C-E719524A9568}" dt="2025-09-15T13:31:16.244" v="3" actId="2696"/>
        <pc:sldMkLst>
          <pc:docMk/>
          <pc:sldMk cId="136886748" sldId="292"/>
        </pc:sldMkLst>
      </pc:sldChg>
      <pc:sldChg chg="del">
        <pc:chgData name="Folajimi, Yetunde" userId="3a54126c-7470-4734-afae-d4449bb90691" providerId="ADAL" clId="{793BDA4B-44CE-4264-878C-E719524A9568}" dt="2025-09-15T13:30:39.714" v="1" actId="2696"/>
        <pc:sldMkLst>
          <pc:docMk/>
          <pc:sldMk cId="1217517660" sldId="292"/>
        </pc:sldMkLst>
      </pc:sldChg>
      <pc:sldChg chg="add">
        <pc:chgData name="Folajimi, Yetunde" userId="3a54126c-7470-4734-afae-d4449bb90691" providerId="ADAL" clId="{793BDA4B-44CE-4264-878C-E719524A9568}" dt="2025-09-15T13:31:54.362" v="4"/>
        <pc:sldMkLst>
          <pc:docMk/>
          <pc:sldMk cId="3421707414" sldId="292"/>
        </pc:sldMkLst>
      </pc:sldChg>
      <pc:sldChg chg="del">
        <pc:chgData name="Folajimi, Yetunde" userId="3a54126c-7470-4734-afae-d4449bb90691" providerId="ADAL" clId="{793BDA4B-44CE-4264-878C-E719524A9568}" dt="2025-09-15T13:30:39.714" v="1" actId="2696"/>
        <pc:sldMkLst>
          <pc:docMk/>
          <pc:sldMk cId="1267599115" sldId="293"/>
        </pc:sldMkLst>
      </pc:sldChg>
      <pc:sldChg chg="add">
        <pc:chgData name="Folajimi, Yetunde" userId="3a54126c-7470-4734-afae-d4449bb90691" providerId="ADAL" clId="{793BDA4B-44CE-4264-878C-E719524A9568}" dt="2025-09-15T13:31:08.351" v="2"/>
        <pc:sldMkLst>
          <pc:docMk/>
          <pc:sldMk cId="3272098669" sldId="293"/>
        </pc:sldMkLst>
      </pc:sldChg>
      <pc:sldChg chg="modSp mod">
        <pc:chgData name="Folajimi, Yetunde" userId="3a54126c-7470-4734-afae-d4449bb90691" providerId="ADAL" clId="{793BDA4B-44CE-4264-878C-E719524A9568}" dt="2025-09-24T14:26:59.185" v="8" actId="403"/>
        <pc:sldMkLst>
          <pc:docMk/>
          <pc:sldMk cId="2097475036" sldId="339"/>
        </pc:sldMkLst>
        <pc:spChg chg="mod">
          <ac:chgData name="Folajimi, Yetunde" userId="3a54126c-7470-4734-afae-d4449bb90691" providerId="ADAL" clId="{793BDA4B-44CE-4264-878C-E719524A9568}" dt="2025-09-24T14:26:59.185" v="8" actId="403"/>
          <ac:spMkLst>
            <pc:docMk/>
            <pc:sldMk cId="2097475036" sldId="339"/>
            <ac:spMk id="3" creationId="{00000000-0000-0000-0000-000000000000}"/>
          </ac:spMkLst>
        </pc:spChg>
      </pc:sldChg>
      <pc:sldChg chg="addSp modSp mod">
        <pc:chgData name="Folajimi, Yetunde" userId="3a54126c-7470-4734-afae-d4449bb90691" providerId="ADAL" clId="{793BDA4B-44CE-4264-878C-E719524A9568}" dt="2025-09-25T15:51:00.966" v="33" actId="27636"/>
        <pc:sldMkLst>
          <pc:docMk/>
          <pc:sldMk cId="1119382075" sldId="352"/>
        </pc:sldMkLst>
        <pc:spChg chg="mod">
          <ac:chgData name="Folajimi, Yetunde" userId="3a54126c-7470-4734-afae-d4449bb90691" providerId="ADAL" clId="{793BDA4B-44CE-4264-878C-E719524A9568}" dt="2025-09-25T15:51:00.966" v="33" actId="27636"/>
          <ac:spMkLst>
            <pc:docMk/>
            <pc:sldMk cId="1119382075" sldId="352"/>
            <ac:spMk id="3" creationId="{00000000-0000-0000-0000-000000000000}"/>
          </ac:spMkLst>
        </pc:spChg>
        <pc:spChg chg="add">
          <ac:chgData name="Folajimi, Yetunde" userId="3a54126c-7470-4734-afae-d4449bb90691" providerId="ADAL" clId="{793BDA4B-44CE-4264-878C-E719524A9568}" dt="2025-09-25T15:50:54.390" v="31" actId="22"/>
          <ac:spMkLst>
            <pc:docMk/>
            <pc:sldMk cId="1119382075" sldId="352"/>
            <ac:spMk id="5" creationId="{14B9BEC8-5027-A599-CEB5-CF952723AD3D}"/>
          </ac:spMkLst>
        </pc:spChg>
      </pc:sldChg>
      <pc:sldChg chg="del">
        <pc:chgData name="Folajimi, Yetunde" userId="3a54126c-7470-4734-afae-d4449bb90691" providerId="ADAL" clId="{793BDA4B-44CE-4264-878C-E719524A9568}" dt="2025-09-15T12:08:17.385" v="0" actId="47"/>
        <pc:sldMkLst>
          <pc:docMk/>
          <pc:sldMk cId="2687746585" sldId="411"/>
        </pc:sldMkLst>
      </pc:sldChg>
      <pc:sldChg chg="del">
        <pc:chgData name="Folajimi, Yetunde" userId="3a54126c-7470-4734-afae-d4449bb90691" providerId="ADAL" clId="{793BDA4B-44CE-4264-878C-E719524A9568}" dt="2025-09-15T12:08:17.385" v="0" actId="47"/>
        <pc:sldMkLst>
          <pc:docMk/>
          <pc:sldMk cId="642655851" sldId="412"/>
        </pc:sldMkLst>
      </pc:sldChg>
      <pc:sldChg chg="del">
        <pc:chgData name="Folajimi, Yetunde" userId="3a54126c-7470-4734-afae-d4449bb90691" providerId="ADAL" clId="{793BDA4B-44CE-4264-878C-E719524A9568}" dt="2025-09-15T12:08:17.385" v="0" actId="47"/>
        <pc:sldMkLst>
          <pc:docMk/>
          <pc:sldMk cId="3234250162" sldId="413"/>
        </pc:sldMkLst>
      </pc:sldChg>
      <pc:sldChg chg="del">
        <pc:chgData name="Folajimi, Yetunde" userId="3a54126c-7470-4734-afae-d4449bb90691" providerId="ADAL" clId="{793BDA4B-44CE-4264-878C-E719524A9568}" dt="2025-09-15T12:08:17.385" v="0" actId="47"/>
        <pc:sldMkLst>
          <pc:docMk/>
          <pc:sldMk cId="1567765129" sldId="414"/>
        </pc:sldMkLst>
      </pc:sldChg>
      <pc:sldChg chg="del">
        <pc:chgData name="Folajimi, Yetunde" userId="3a54126c-7470-4734-afae-d4449bb90691" providerId="ADAL" clId="{793BDA4B-44CE-4264-878C-E719524A9568}" dt="2025-09-15T12:08:17.385" v="0" actId="47"/>
        <pc:sldMkLst>
          <pc:docMk/>
          <pc:sldMk cId="923672626" sldId="415"/>
        </pc:sldMkLst>
      </pc:sldChg>
      <pc:sldChg chg="del">
        <pc:chgData name="Folajimi, Yetunde" userId="3a54126c-7470-4734-afae-d4449bb90691" providerId="ADAL" clId="{793BDA4B-44CE-4264-878C-E719524A9568}" dt="2025-09-15T12:08:17.385" v="0" actId="47"/>
        <pc:sldMkLst>
          <pc:docMk/>
          <pc:sldMk cId="106676335" sldId="416"/>
        </pc:sldMkLst>
      </pc:sldChg>
      <pc:sldChg chg="del">
        <pc:chgData name="Folajimi, Yetunde" userId="3a54126c-7470-4734-afae-d4449bb90691" providerId="ADAL" clId="{793BDA4B-44CE-4264-878C-E719524A9568}" dt="2025-09-15T12:08:17.385" v="0" actId="47"/>
        <pc:sldMkLst>
          <pc:docMk/>
          <pc:sldMk cId="2835860669" sldId="417"/>
        </pc:sldMkLst>
      </pc:sldChg>
      <pc:sldChg chg="del">
        <pc:chgData name="Folajimi, Yetunde" userId="3a54126c-7470-4734-afae-d4449bb90691" providerId="ADAL" clId="{793BDA4B-44CE-4264-878C-E719524A9568}" dt="2025-09-15T12:08:17.385" v="0" actId="47"/>
        <pc:sldMkLst>
          <pc:docMk/>
          <pc:sldMk cId="4056938599" sldId="418"/>
        </pc:sldMkLst>
      </pc:sldChg>
      <pc:sldChg chg="del">
        <pc:chgData name="Folajimi, Yetunde" userId="3a54126c-7470-4734-afae-d4449bb90691" providerId="ADAL" clId="{793BDA4B-44CE-4264-878C-E719524A9568}" dt="2025-09-15T12:08:17.385" v="0" actId="47"/>
        <pc:sldMkLst>
          <pc:docMk/>
          <pc:sldMk cId="1271060857" sldId="419"/>
        </pc:sldMkLst>
      </pc:sldChg>
      <pc:sldChg chg="del">
        <pc:chgData name="Folajimi, Yetunde" userId="3a54126c-7470-4734-afae-d4449bb90691" providerId="ADAL" clId="{793BDA4B-44CE-4264-878C-E719524A9568}" dt="2025-09-15T12:08:17.385" v="0" actId="47"/>
        <pc:sldMkLst>
          <pc:docMk/>
          <pc:sldMk cId="265509973" sldId="420"/>
        </pc:sldMkLst>
      </pc:sldChg>
      <pc:sldChg chg="del">
        <pc:chgData name="Folajimi, Yetunde" userId="3a54126c-7470-4734-afae-d4449bb90691" providerId="ADAL" clId="{793BDA4B-44CE-4264-878C-E719524A9568}" dt="2025-09-15T12:08:17.385" v="0" actId="47"/>
        <pc:sldMkLst>
          <pc:docMk/>
          <pc:sldMk cId="3556210829" sldId="458"/>
        </pc:sldMkLst>
      </pc:sldChg>
      <pc:sldChg chg="del">
        <pc:chgData name="Folajimi, Yetunde" userId="3a54126c-7470-4734-afae-d4449bb90691" providerId="ADAL" clId="{793BDA4B-44CE-4264-878C-E719524A9568}" dt="2025-09-15T12:08:17.385" v="0" actId="47"/>
        <pc:sldMkLst>
          <pc:docMk/>
          <pc:sldMk cId="1304859086" sldId="459"/>
        </pc:sldMkLst>
      </pc:sldChg>
    </pc:docChg>
  </pc:docChgLst>
  <pc:docChgLst>
    <pc:chgData name="Folajimi, Yetunde" userId="3a54126c-7470-4734-afae-d4449bb90691" providerId="ADAL" clId="{5C8FE637-854E-4D36-A4E1-EE5B09FC400A}"/>
    <pc:docChg chg="undo custSel addSld delSld modSld sldOrd">
      <pc:chgData name="Folajimi, Yetunde" userId="3a54126c-7470-4734-afae-d4449bb90691" providerId="ADAL" clId="{5C8FE637-854E-4D36-A4E1-EE5B09FC400A}" dt="2024-09-09T14:05:57.370" v="453"/>
      <pc:docMkLst>
        <pc:docMk/>
      </pc:docMkLst>
      <pc:sldChg chg="addSp delSp modSp add del mod ord">
        <pc:chgData name="Folajimi, Yetunde" userId="3a54126c-7470-4734-afae-d4449bb90691" providerId="ADAL" clId="{5C8FE637-854E-4D36-A4E1-EE5B09FC400A}" dt="2024-09-06T14:11:30.802" v="145" actId="1076"/>
        <pc:sldMkLst>
          <pc:docMk/>
          <pc:sldMk cId="3801335957" sldId="330"/>
        </pc:sldMkLst>
      </pc:sldChg>
      <pc:sldChg chg="modSp mod">
        <pc:chgData name="Folajimi, Yetunde" userId="3a54126c-7470-4734-afae-d4449bb90691" providerId="ADAL" clId="{5C8FE637-854E-4D36-A4E1-EE5B09FC400A}" dt="2024-09-06T14:13:32.402" v="159" actId="403"/>
        <pc:sldMkLst>
          <pc:docMk/>
          <pc:sldMk cId="483531945" sldId="397"/>
        </pc:sldMkLst>
      </pc:sldChg>
      <pc:sldChg chg="del">
        <pc:chgData name="Folajimi, Yetunde" userId="3a54126c-7470-4734-afae-d4449bb90691" providerId="ADAL" clId="{5C8FE637-854E-4D36-A4E1-EE5B09FC400A}" dt="2024-09-06T14:11:54.185" v="146" actId="47"/>
        <pc:sldMkLst>
          <pc:docMk/>
          <pc:sldMk cId="1633401182" sldId="399"/>
        </pc:sldMkLst>
      </pc:sldChg>
      <pc:sldChg chg="add">
        <pc:chgData name="Folajimi, Yetunde" userId="3a54126c-7470-4734-afae-d4449bb90691" providerId="ADAL" clId="{5C8FE637-854E-4D36-A4E1-EE5B09FC400A}" dt="2024-09-09T03:22:48.103" v="371"/>
        <pc:sldMkLst>
          <pc:docMk/>
          <pc:sldMk cId="2687746585" sldId="411"/>
        </pc:sldMkLst>
      </pc:sldChg>
      <pc:sldChg chg="add">
        <pc:chgData name="Folajimi, Yetunde" userId="3a54126c-7470-4734-afae-d4449bb90691" providerId="ADAL" clId="{5C8FE637-854E-4D36-A4E1-EE5B09FC400A}" dt="2024-09-09T03:22:48.103" v="371"/>
        <pc:sldMkLst>
          <pc:docMk/>
          <pc:sldMk cId="642655851" sldId="412"/>
        </pc:sldMkLst>
      </pc:sldChg>
      <pc:sldChg chg="add">
        <pc:chgData name="Folajimi, Yetunde" userId="3a54126c-7470-4734-afae-d4449bb90691" providerId="ADAL" clId="{5C8FE637-854E-4D36-A4E1-EE5B09FC400A}" dt="2024-09-09T03:22:48.103" v="371"/>
        <pc:sldMkLst>
          <pc:docMk/>
          <pc:sldMk cId="3234250162" sldId="413"/>
        </pc:sldMkLst>
      </pc:sldChg>
      <pc:sldChg chg="add">
        <pc:chgData name="Folajimi, Yetunde" userId="3a54126c-7470-4734-afae-d4449bb90691" providerId="ADAL" clId="{5C8FE637-854E-4D36-A4E1-EE5B09FC400A}" dt="2024-09-09T03:22:48.103" v="371"/>
        <pc:sldMkLst>
          <pc:docMk/>
          <pc:sldMk cId="1567765129" sldId="414"/>
        </pc:sldMkLst>
      </pc:sldChg>
      <pc:sldChg chg="add">
        <pc:chgData name="Folajimi, Yetunde" userId="3a54126c-7470-4734-afae-d4449bb90691" providerId="ADAL" clId="{5C8FE637-854E-4D36-A4E1-EE5B09FC400A}" dt="2024-09-09T03:22:48.103" v="371"/>
        <pc:sldMkLst>
          <pc:docMk/>
          <pc:sldMk cId="923672626" sldId="415"/>
        </pc:sldMkLst>
      </pc:sldChg>
      <pc:sldChg chg="add">
        <pc:chgData name="Folajimi, Yetunde" userId="3a54126c-7470-4734-afae-d4449bb90691" providerId="ADAL" clId="{5C8FE637-854E-4D36-A4E1-EE5B09FC400A}" dt="2024-09-09T03:22:48.103" v="371"/>
        <pc:sldMkLst>
          <pc:docMk/>
          <pc:sldMk cId="106676335" sldId="416"/>
        </pc:sldMkLst>
      </pc:sldChg>
      <pc:sldChg chg="add">
        <pc:chgData name="Folajimi, Yetunde" userId="3a54126c-7470-4734-afae-d4449bb90691" providerId="ADAL" clId="{5C8FE637-854E-4D36-A4E1-EE5B09FC400A}" dt="2024-09-09T03:22:48.103" v="371"/>
        <pc:sldMkLst>
          <pc:docMk/>
          <pc:sldMk cId="2835860669" sldId="417"/>
        </pc:sldMkLst>
      </pc:sldChg>
      <pc:sldChg chg="add">
        <pc:chgData name="Folajimi, Yetunde" userId="3a54126c-7470-4734-afae-d4449bb90691" providerId="ADAL" clId="{5C8FE637-854E-4D36-A4E1-EE5B09FC400A}" dt="2024-09-09T03:22:48.103" v="371"/>
        <pc:sldMkLst>
          <pc:docMk/>
          <pc:sldMk cId="4056938599" sldId="418"/>
        </pc:sldMkLst>
      </pc:sldChg>
      <pc:sldChg chg="add">
        <pc:chgData name="Folajimi, Yetunde" userId="3a54126c-7470-4734-afae-d4449bb90691" providerId="ADAL" clId="{5C8FE637-854E-4D36-A4E1-EE5B09FC400A}" dt="2024-09-09T03:22:48.103" v="371"/>
        <pc:sldMkLst>
          <pc:docMk/>
          <pc:sldMk cId="1271060857" sldId="419"/>
        </pc:sldMkLst>
      </pc:sldChg>
      <pc:sldChg chg="add">
        <pc:chgData name="Folajimi, Yetunde" userId="3a54126c-7470-4734-afae-d4449bb90691" providerId="ADAL" clId="{5C8FE637-854E-4D36-A4E1-EE5B09FC400A}" dt="2024-09-09T03:22:48.103" v="371"/>
        <pc:sldMkLst>
          <pc:docMk/>
          <pc:sldMk cId="265509973" sldId="420"/>
        </pc:sldMkLst>
      </pc:sldChg>
      <pc:sldChg chg="add">
        <pc:chgData name="Folajimi, Yetunde" userId="3a54126c-7470-4734-afae-d4449bb90691" providerId="ADAL" clId="{5C8FE637-854E-4D36-A4E1-EE5B09FC400A}" dt="2024-09-09T03:22:48.103" v="371"/>
        <pc:sldMkLst>
          <pc:docMk/>
          <pc:sldMk cId="1555673973" sldId="421"/>
        </pc:sldMkLst>
      </pc:sldChg>
      <pc:sldChg chg="add">
        <pc:chgData name="Folajimi, Yetunde" userId="3a54126c-7470-4734-afae-d4449bb90691" providerId="ADAL" clId="{5C8FE637-854E-4D36-A4E1-EE5B09FC400A}" dt="2024-09-09T03:22:48.103" v="371"/>
        <pc:sldMkLst>
          <pc:docMk/>
          <pc:sldMk cId="2601273755" sldId="422"/>
        </pc:sldMkLst>
      </pc:sldChg>
      <pc:sldChg chg="add del">
        <pc:chgData name="Folajimi, Yetunde" userId="3a54126c-7470-4734-afae-d4449bb90691" providerId="ADAL" clId="{5C8FE637-854E-4D36-A4E1-EE5B09FC400A}" dt="2024-09-09T02:48:26.958" v="164" actId="2696"/>
        <pc:sldMkLst>
          <pc:docMk/>
          <pc:sldMk cId="3197187216" sldId="422"/>
        </pc:sldMkLst>
      </pc:sldChg>
      <pc:sldChg chg="add">
        <pc:chgData name="Folajimi, Yetunde" userId="3a54126c-7470-4734-afae-d4449bb90691" providerId="ADAL" clId="{5C8FE637-854E-4D36-A4E1-EE5B09FC400A}" dt="2024-09-09T03:22:48.103" v="371"/>
        <pc:sldMkLst>
          <pc:docMk/>
          <pc:sldMk cId="111150344" sldId="423"/>
        </pc:sldMkLst>
      </pc:sldChg>
      <pc:sldChg chg="add del">
        <pc:chgData name="Folajimi, Yetunde" userId="3a54126c-7470-4734-afae-d4449bb90691" providerId="ADAL" clId="{5C8FE637-854E-4D36-A4E1-EE5B09FC400A}" dt="2024-09-09T02:48:17.438" v="163" actId="47"/>
        <pc:sldMkLst>
          <pc:docMk/>
          <pc:sldMk cId="859139250" sldId="423"/>
        </pc:sldMkLst>
      </pc:sldChg>
      <pc:sldChg chg="modSp add mod">
        <pc:chgData name="Folajimi, Yetunde" userId="3a54126c-7470-4734-afae-d4449bb90691" providerId="ADAL" clId="{5C8FE637-854E-4D36-A4E1-EE5B09FC400A}" dt="2024-09-09T13:41:52.388" v="376" actId="20577"/>
        <pc:sldMkLst>
          <pc:docMk/>
          <pc:sldMk cId="1629499293" sldId="424"/>
        </pc:sldMkLst>
      </pc:sldChg>
      <pc:sldChg chg="add">
        <pc:chgData name="Folajimi, Yetunde" userId="3a54126c-7470-4734-afae-d4449bb90691" providerId="ADAL" clId="{5C8FE637-854E-4D36-A4E1-EE5B09FC400A}" dt="2024-09-09T03:22:48.103" v="371"/>
        <pc:sldMkLst>
          <pc:docMk/>
          <pc:sldMk cId="3222340044" sldId="425"/>
        </pc:sldMkLst>
      </pc:sldChg>
      <pc:sldChg chg="add del">
        <pc:chgData name="Folajimi, Yetunde" userId="3a54126c-7470-4734-afae-d4449bb90691" providerId="ADAL" clId="{5C8FE637-854E-4D36-A4E1-EE5B09FC400A}" dt="2024-09-09T02:52:41.606" v="214" actId="47"/>
        <pc:sldMkLst>
          <pc:docMk/>
          <pc:sldMk cId="3666781786" sldId="425"/>
        </pc:sldMkLst>
      </pc:sldChg>
      <pc:sldChg chg="add del">
        <pc:chgData name="Folajimi, Yetunde" userId="3a54126c-7470-4734-afae-d4449bb90691" providerId="ADAL" clId="{5C8FE637-854E-4D36-A4E1-EE5B09FC400A}" dt="2024-09-09T02:54:45.340" v="215" actId="2696"/>
        <pc:sldMkLst>
          <pc:docMk/>
          <pc:sldMk cId="1261086674" sldId="426"/>
        </pc:sldMkLst>
      </pc:sldChg>
      <pc:sldChg chg="add">
        <pc:chgData name="Folajimi, Yetunde" userId="3a54126c-7470-4734-afae-d4449bb90691" providerId="ADAL" clId="{5C8FE637-854E-4D36-A4E1-EE5B09FC400A}" dt="2024-09-09T02:55:11.801" v="217"/>
        <pc:sldMkLst>
          <pc:docMk/>
          <pc:sldMk cId="4033267148" sldId="426"/>
        </pc:sldMkLst>
      </pc:sldChg>
      <pc:sldChg chg="add del">
        <pc:chgData name="Folajimi, Yetunde" userId="3a54126c-7470-4734-afae-d4449bb90691" providerId="ADAL" clId="{5C8FE637-854E-4D36-A4E1-EE5B09FC400A}" dt="2024-09-09T02:54:45.340" v="215" actId="2696"/>
        <pc:sldMkLst>
          <pc:docMk/>
          <pc:sldMk cId="3233401818" sldId="427"/>
        </pc:sldMkLst>
      </pc:sldChg>
      <pc:sldChg chg="add">
        <pc:chgData name="Folajimi, Yetunde" userId="3a54126c-7470-4734-afae-d4449bb90691" providerId="ADAL" clId="{5C8FE637-854E-4D36-A4E1-EE5B09FC400A}" dt="2024-09-09T02:55:11.801" v="217"/>
        <pc:sldMkLst>
          <pc:docMk/>
          <pc:sldMk cId="3296588116" sldId="427"/>
        </pc:sldMkLst>
      </pc:sldChg>
      <pc:sldChg chg="add">
        <pc:chgData name="Folajimi, Yetunde" userId="3a54126c-7470-4734-afae-d4449bb90691" providerId="ADAL" clId="{5C8FE637-854E-4D36-A4E1-EE5B09FC400A}" dt="2024-09-09T02:55:11.801" v="217"/>
        <pc:sldMkLst>
          <pc:docMk/>
          <pc:sldMk cId="1891122168" sldId="428"/>
        </pc:sldMkLst>
      </pc:sldChg>
      <pc:sldChg chg="add del">
        <pc:chgData name="Folajimi, Yetunde" userId="3a54126c-7470-4734-afae-d4449bb90691" providerId="ADAL" clId="{5C8FE637-854E-4D36-A4E1-EE5B09FC400A}" dt="2024-09-09T02:54:45.340" v="215" actId="2696"/>
        <pc:sldMkLst>
          <pc:docMk/>
          <pc:sldMk cId="3211013152" sldId="428"/>
        </pc:sldMkLst>
      </pc:sldChg>
      <pc:sldChg chg="add del">
        <pc:chgData name="Folajimi, Yetunde" userId="3a54126c-7470-4734-afae-d4449bb90691" providerId="ADAL" clId="{5C8FE637-854E-4D36-A4E1-EE5B09FC400A}" dt="2024-09-09T02:54:45.340" v="215" actId="2696"/>
        <pc:sldMkLst>
          <pc:docMk/>
          <pc:sldMk cId="1714180781" sldId="429"/>
        </pc:sldMkLst>
      </pc:sldChg>
      <pc:sldChg chg="add">
        <pc:chgData name="Folajimi, Yetunde" userId="3a54126c-7470-4734-afae-d4449bb90691" providerId="ADAL" clId="{5C8FE637-854E-4D36-A4E1-EE5B09FC400A}" dt="2024-09-09T02:55:11.801" v="217"/>
        <pc:sldMkLst>
          <pc:docMk/>
          <pc:sldMk cId="2473669979" sldId="429"/>
        </pc:sldMkLst>
      </pc:sldChg>
      <pc:sldChg chg="modSp add mod">
        <pc:chgData name="Folajimi, Yetunde" userId="3a54126c-7470-4734-afae-d4449bb90691" providerId="ADAL" clId="{5C8FE637-854E-4D36-A4E1-EE5B09FC400A}" dt="2024-09-09T13:45:21.168" v="440" actId="948"/>
        <pc:sldMkLst>
          <pc:docMk/>
          <pc:sldMk cId="4226238125" sldId="430"/>
        </pc:sldMkLst>
      </pc:sldChg>
      <pc:sldChg chg="modSp add del mod">
        <pc:chgData name="Folajimi, Yetunde" userId="3a54126c-7470-4734-afae-d4449bb90691" providerId="ADAL" clId="{5C8FE637-854E-4D36-A4E1-EE5B09FC400A}" dt="2024-09-09T13:45:26.979" v="441" actId="47"/>
        <pc:sldMkLst>
          <pc:docMk/>
          <pc:sldMk cId="2732831943" sldId="431"/>
        </pc:sldMkLst>
      </pc:sldChg>
      <pc:sldChg chg="add del">
        <pc:chgData name="Folajimi, Yetunde" userId="3a54126c-7470-4734-afae-d4449bb90691" providerId="ADAL" clId="{5C8FE637-854E-4D36-A4E1-EE5B09FC400A}" dt="2024-09-09T02:55:06.318" v="216" actId="47"/>
        <pc:sldMkLst>
          <pc:docMk/>
          <pc:sldMk cId="23154341" sldId="432"/>
        </pc:sldMkLst>
      </pc:sldChg>
      <pc:sldChg chg="add">
        <pc:chgData name="Folajimi, Yetunde" userId="3a54126c-7470-4734-afae-d4449bb90691" providerId="ADAL" clId="{5C8FE637-854E-4D36-A4E1-EE5B09FC400A}" dt="2024-09-09T03:22:48.103" v="371"/>
        <pc:sldMkLst>
          <pc:docMk/>
          <pc:sldMk cId="3246613732" sldId="432"/>
        </pc:sldMkLst>
      </pc:sldChg>
      <pc:sldChg chg="add del">
        <pc:chgData name="Folajimi, Yetunde" userId="3a54126c-7470-4734-afae-d4449bb90691" providerId="ADAL" clId="{5C8FE637-854E-4D36-A4E1-EE5B09FC400A}" dt="2024-09-09T02:55:06.318" v="216" actId="47"/>
        <pc:sldMkLst>
          <pc:docMk/>
          <pc:sldMk cId="728642063" sldId="433"/>
        </pc:sldMkLst>
      </pc:sldChg>
      <pc:sldChg chg="add">
        <pc:chgData name="Folajimi, Yetunde" userId="3a54126c-7470-4734-afae-d4449bb90691" providerId="ADAL" clId="{5C8FE637-854E-4D36-A4E1-EE5B09FC400A}" dt="2024-09-09T03:22:48.103" v="371"/>
        <pc:sldMkLst>
          <pc:docMk/>
          <pc:sldMk cId="1256658008" sldId="433"/>
        </pc:sldMkLst>
      </pc:sldChg>
      <pc:sldChg chg="add">
        <pc:chgData name="Folajimi, Yetunde" userId="3a54126c-7470-4734-afae-d4449bb90691" providerId="ADAL" clId="{5C8FE637-854E-4D36-A4E1-EE5B09FC400A}" dt="2024-09-09T02:47:17.460" v="162"/>
        <pc:sldMkLst>
          <pc:docMk/>
          <pc:sldMk cId="3851692903" sldId="434"/>
        </pc:sldMkLst>
      </pc:sldChg>
      <pc:sldChg chg="add">
        <pc:chgData name="Folajimi, Yetunde" userId="3a54126c-7470-4734-afae-d4449bb90691" providerId="ADAL" clId="{5C8FE637-854E-4D36-A4E1-EE5B09FC400A}" dt="2024-09-09T02:47:17.460" v="162"/>
        <pc:sldMkLst>
          <pc:docMk/>
          <pc:sldMk cId="1763137064" sldId="435"/>
        </pc:sldMkLst>
      </pc:sldChg>
      <pc:sldChg chg="add">
        <pc:chgData name="Folajimi, Yetunde" userId="3a54126c-7470-4734-afae-d4449bb90691" providerId="ADAL" clId="{5C8FE637-854E-4D36-A4E1-EE5B09FC400A}" dt="2024-09-09T03:22:48.103" v="371"/>
        <pc:sldMkLst>
          <pc:docMk/>
          <pc:sldMk cId="1317998088" sldId="436"/>
        </pc:sldMkLst>
      </pc:sldChg>
      <pc:sldChg chg="add del">
        <pc:chgData name="Folajimi, Yetunde" userId="3a54126c-7470-4734-afae-d4449bb90691" providerId="ADAL" clId="{5C8FE637-854E-4D36-A4E1-EE5B09FC400A}" dt="2024-09-09T02:56:07.248" v="218" actId="47"/>
        <pc:sldMkLst>
          <pc:docMk/>
          <pc:sldMk cId="1446709256" sldId="436"/>
        </pc:sldMkLst>
      </pc:sldChg>
      <pc:sldChg chg="modSp add mod modNotesTx">
        <pc:chgData name="Folajimi, Yetunde" userId="3a54126c-7470-4734-afae-d4449bb90691" providerId="ADAL" clId="{5C8FE637-854E-4D36-A4E1-EE5B09FC400A}" dt="2024-09-09T03:12:52.368" v="302"/>
        <pc:sldMkLst>
          <pc:docMk/>
          <pc:sldMk cId="2499496512" sldId="437"/>
        </pc:sldMkLst>
      </pc:sldChg>
      <pc:sldChg chg="add del">
        <pc:chgData name="Folajimi, Yetunde" userId="3a54126c-7470-4734-afae-d4449bb90691" providerId="ADAL" clId="{5C8FE637-854E-4D36-A4E1-EE5B09FC400A}" dt="2024-09-09T03:10:23.963" v="285" actId="47"/>
        <pc:sldMkLst>
          <pc:docMk/>
          <pc:sldMk cId="84172524" sldId="438"/>
        </pc:sldMkLst>
      </pc:sldChg>
      <pc:sldChg chg="add">
        <pc:chgData name="Folajimi, Yetunde" userId="3a54126c-7470-4734-afae-d4449bb90691" providerId="ADAL" clId="{5C8FE637-854E-4D36-A4E1-EE5B09FC400A}" dt="2024-09-09T03:22:48.103" v="371"/>
        <pc:sldMkLst>
          <pc:docMk/>
          <pc:sldMk cId="1492057435" sldId="438"/>
        </pc:sldMkLst>
      </pc:sldChg>
      <pc:sldChg chg="add">
        <pc:chgData name="Folajimi, Yetunde" userId="3a54126c-7470-4734-afae-d4449bb90691" providerId="ADAL" clId="{5C8FE637-854E-4D36-A4E1-EE5B09FC400A}" dt="2024-09-09T02:47:17.460" v="162"/>
        <pc:sldMkLst>
          <pc:docMk/>
          <pc:sldMk cId="2340197713" sldId="439"/>
        </pc:sldMkLst>
      </pc:sldChg>
      <pc:sldChg chg="add">
        <pc:chgData name="Folajimi, Yetunde" userId="3a54126c-7470-4734-afae-d4449bb90691" providerId="ADAL" clId="{5C8FE637-854E-4D36-A4E1-EE5B09FC400A}" dt="2024-09-09T03:22:48.103" v="371"/>
        <pc:sldMkLst>
          <pc:docMk/>
          <pc:sldMk cId="1272657841" sldId="440"/>
        </pc:sldMkLst>
      </pc:sldChg>
      <pc:sldChg chg="add del">
        <pc:chgData name="Folajimi, Yetunde" userId="3a54126c-7470-4734-afae-d4449bb90691" providerId="ADAL" clId="{5C8FE637-854E-4D36-A4E1-EE5B09FC400A}" dt="2024-09-09T03:10:34.249" v="286" actId="47"/>
        <pc:sldMkLst>
          <pc:docMk/>
          <pc:sldMk cId="1850533091" sldId="440"/>
        </pc:sldMkLst>
      </pc:sldChg>
      <pc:sldChg chg="add">
        <pc:chgData name="Folajimi, Yetunde" userId="3a54126c-7470-4734-afae-d4449bb90691" providerId="ADAL" clId="{5C8FE637-854E-4D36-A4E1-EE5B09FC400A}" dt="2024-09-09T03:22:48.103" v="371"/>
        <pc:sldMkLst>
          <pc:docMk/>
          <pc:sldMk cId="1605220749" sldId="441"/>
        </pc:sldMkLst>
      </pc:sldChg>
      <pc:sldChg chg="add del">
        <pc:chgData name="Folajimi, Yetunde" userId="3a54126c-7470-4734-afae-d4449bb90691" providerId="ADAL" clId="{5C8FE637-854E-4D36-A4E1-EE5B09FC400A}" dt="2024-09-09T03:10:44.545" v="287" actId="47"/>
        <pc:sldMkLst>
          <pc:docMk/>
          <pc:sldMk cId="3667867023" sldId="441"/>
        </pc:sldMkLst>
      </pc:sldChg>
      <pc:sldChg chg="add del">
        <pc:chgData name="Folajimi, Yetunde" userId="3a54126c-7470-4734-afae-d4449bb90691" providerId="ADAL" clId="{5C8FE637-854E-4D36-A4E1-EE5B09FC400A}" dt="2024-09-09T03:10:44.545" v="287" actId="47"/>
        <pc:sldMkLst>
          <pc:docMk/>
          <pc:sldMk cId="741871182" sldId="442"/>
        </pc:sldMkLst>
      </pc:sldChg>
      <pc:sldChg chg="add">
        <pc:chgData name="Folajimi, Yetunde" userId="3a54126c-7470-4734-afae-d4449bb90691" providerId="ADAL" clId="{5C8FE637-854E-4D36-A4E1-EE5B09FC400A}" dt="2024-09-09T03:22:48.103" v="371"/>
        <pc:sldMkLst>
          <pc:docMk/>
          <pc:sldMk cId="416993518" sldId="443"/>
        </pc:sldMkLst>
      </pc:sldChg>
      <pc:sldChg chg="add del">
        <pc:chgData name="Folajimi, Yetunde" userId="3a54126c-7470-4734-afae-d4449bb90691" providerId="ADAL" clId="{5C8FE637-854E-4D36-A4E1-EE5B09FC400A}" dt="2024-09-09T03:11:03.949" v="288" actId="47"/>
        <pc:sldMkLst>
          <pc:docMk/>
          <pc:sldMk cId="2137258740" sldId="443"/>
        </pc:sldMkLst>
      </pc:sldChg>
      <pc:sldChg chg="add del">
        <pc:chgData name="Folajimi, Yetunde" userId="3a54126c-7470-4734-afae-d4449bb90691" providerId="ADAL" clId="{5C8FE637-854E-4D36-A4E1-EE5B09FC400A}" dt="2024-09-09T03:11:08.552" v="289" actId="47"/>
        <pc:sldMkLst>
          <pc:docMk/>
          <pc:sldMk cId="621160835" sldId="444"/>
        </pc:sldMkLst>
      </pc:sldChg>
      <pc:sldChg chg="add">
        <pc:chgData name="Folajimi, Yetunde" userId="3a54126c-7470-4734-afae-d4449bb90691" providerId="ADAL" clId="{5C8FE637-854E-4D36-A4E1-EE5B09FC400A}" dt="2024-09-09T03:22:48.103" v="371"/>
        <pc:sldMkLst>
          <pc:docMk/>
          <pc:sldMk cId="1795274480" sldId="444"/>
        </pc:sldMkLst>
      </pc:sldChg>
      <pc:sldChg chg="add del">
        <pc:chgData name="Folajimi, Yetunde" userId="3a54126c-7470-4734-afae-d4449bb90691" providerId="ADAL" clId="{5C8FE637-854E-4D36-A4E1-EE5B09FC400A}" dt="2024-09-09T03:11:16.880" v="290" actId="47"/>
        <pc:sldMkLst>
          <pc:docMk/>
          <pc:sldMk cId="2414224285" sldId="445"/>
        </pc:sldMkLst>
      </pc:sldChg>
      <pc:sldChg chg="add">
        <pc:chgData name="Folajimi, Yetunde" userId="3a54126c-7470-4734-afae-d4449bb90691" providerId="ADAL" clId="{5C8FE637-854E-4D36-A4E1-EE5B09FC400A}" dt="2024-09-09T03:22:48.103" v="371"/>
        <pc:sldMkLst>
          <pc:docMk/>
          <pc:sldMk cId="2526269186" sldId="445"/>
        </pc:sldMkLst>
      </pc:sldChg>
      <pc:sldChg chg="add">
        <pc:chgData name="Folajimi, Yetunde" userId="3a54126c-7470-4734-afae-d4449bb90691" providerId="ADAL" clId="{5C8FE637-854E-4D36-A4E1-EE5B09FC400A}" dt="2024-09-09T02:47:17.460" v="162"/>
        <pc:sldMkLst>
          <pc:docMk/>
          <pc:sldMk cId="2631283297" sldId="446"/>
        </pc:sldMkLst>
      </pc:sldChg>
      <pc:sldChg chg="add modNotesTx">
        <pc:chgData name="Folajimi, Yetunde" userId="3a54126c-7470-4734-afae-d4449bb90691" providerId="ADAL" clId="{5C8FE637-854E-4D36-A4E1-EE5B09FC400A}" dt="2024-09-09T03:13:21.656" v="306"/>
        <pc:sldMkLst>
          <pc:docMk/>
          <pc:sldMk cId="355112330" sldId="447"/>
        </pc:sldMkLst>
      </pc:sldChg>
      <pc:sldChg chg="delSp modSp add mod">
        <pc:chgData name="Folajimi, Yetunde" userId="3a54126c-7470-4734-afae-d4449bb90691" providerId="ADAL" clId="{5C8FE637-854E-4D36-A4E1-EE5B09FC400A}" dt="2024-09-09T03:12:20.100" v="300" actId="1076"/>
        <pc:sldMkLst>
          <pc:docMk/>
          <pc:sldMk cId="1844767814" sldId="448"/>
        </pc:sldMkLst>
      </pc:sldChg>
      <pc:sldChg chg="add del">
        <pc:chgData name="Folajimi, Yetunde" userId="3a54126c-7470-4734-afae-d4449bb90691" providerId="ADAL" clId="{5C8FE637-854E-4D36-A4E1-EE5B09FC400A}" dt="2024-09-09T03:14:47.580" v="308" actId="47"/>
        <pc:sldMkLst>
          <pc:docMk/>
          <pc:sldMk cId="1457423836" sldId="453"/>
        </pc:sldMkLst>
      </pc:sldChg>
      <pc:sldChg chg="add">
        <pc:chgData name="Folajimi, Yetunde" userId="3a54126c-7470-4734-afae-d4449bb90691" providerId="ADAL" clId="{5C8FE637-854E-4D36-A4E1-EE5B09FC400A}" dt="2024-09-09T03:22:48.103" v="371"/>
        <pc:sldMkLst>
          <pc:docMk/>
          <pc:sldMk cId="2899359134" sldId="453"/>
        </pc:sldMkLst>
      </pc:sldChg>
      <pc:sldChg chg="addSp delSp modSp add mod">
        <pc:chgData name="Folajimi, Yetunde" userId="3a54126c-7470-4734-afae-d4449bb90691" providerId="ADAL" clId="{5C8FE637-854E-4D36-A4E1-EE5B09FC400A}" dt="2024-09-09T03:16:13.619" v="352" actId="1076"/>
        <pc:sldMkLst>
          <pc:docMk/>
          <pc:sldMk cId="385025141" sldId="454"/>
        </pc:sldMkLst>
      </pc:sldChg>
      <pc:sldChg chg="add">
        <pc:chgData name="Folajimi, Yetunde" userId="3a54126c-7470-4734-afae-d4449bb90691" providerId="ADAL" clId="{5C8FE637-854E-4D36-A4E1-EE5B09FC400A}" dt="2024-09-09T03:22:48.103" v="371"/>
        <pc:sldMkLst>
          <pc:docMk/>
          <pc:sldMk cId="231242554" sldId="456"/>
        </pc:sldMkLst>
      </pc:sldChg>
      <pc:sldChg chg="add">
        <pc:chgData name="Folajimi, Yetunde" userId="3a54126c-7470-4734-afae-d4449bb90691" providerId="ADAL" clId="{5C8FE637-854E-4D36-A4E1-EE5B09FC400A}" dt="2024-09-09T02:47:17.460" v="162"/>
        <pc:sldMkLst>
          <pc:docMk/>
          <pc:sldMk cId="936687397" sldId="457"/>
        </pc:sldMkLst>
      </pc:sldChg>
      <pc:sldChg chg="add modNotesTx">
        <pc:chgData name="Folajimi, Yetunde" userId="3a54126c-7470-4734-afae-d4449bb90691" providerId="ADAL" clId="{5C8FE637-854E-4D36-A4E1-EE5B09FC400A}" dt="2024-09-09T03:16:55.141" v="358"/>
        <pc:sldMkLst>
          <pc:docMk/>
          <pc:sldMk cId="3556210829" sldId="458"/>
        </pc:sldMkLst>
      </pc:sldChg>
      <pc:sldChg chg="add">
        <pc:chgData name="Folajimi, Yetunde" userId="3a54126c-7470-4734-afae-d4449bb90691" providerId="ADAL" clId="{5C8FE637-854E-4D36-A4E1-EE5B09FC400A}" dt="2024-09-09T02:47:17.460" v="162"/>
        <pc:sldMkLst>
          <pc:docMk/>
          <pc:sldMk cId="1304859086" sldId="459"/>
        </pc:sldMkLst>
      </pc:sldChg>
      <pc:sldChg chg="add del">
        <pc:chgData name="Folajimi, Yetunde" userId="3a54126c-7470-4734-afae-d4449bb90691" providerId="ADAL" clId="{5C8FE637-854E-4D36-A4E1-EE5B09FC400A}" dt="2024-09-09T03:17:26.452" v="359" actId="47"/>
        <pc:sldMkLst>
          <pc:docMk/>
          <pc:sldMk cId="1693174758" sldId="460"/>
        </pc:sldMkLst>
      </pc:sldChg>
      <pc:sldChg chg="add">
        <pc:chgData name="Folajimi, Yetunde" userId="3a54126c-7470-4734-afae-d4449bb90691" providerId="ADAL" clId="{5C8FE637-854E-4D36-A4E1-EE5B09FC400A}" dt="2024-09-09T03:22:48.103" v="371"/>
        <pc:sldMkLst>
          <pc:docMk/>
          <pc:sldMk cId="2997918793" sldId="460"/>
        </pc:sldMkLst>
      </pc:sldChg>
      <pc:sldChg chg="add del">
        <pc:chgData name="Folajimi, Yetunde" userId="3a54126c-7470-4734-afae-d4449bb90691" providerId="ADAL" clId="{5C8FE637-854E-4D36-A4E1-EE5B09FC400A}" dt="2024-09-09T03:17:55.787" v="368" actId="47"/>
        <pc:sldMkLst>
          <pc:docMk/>
          <pc:sldMk cId="2899038686" sldId="461"/>
        </pc:sldMkLst>
      </pc:sldChg>
      <pc:sldChg chg="add del">
        <pc:chgData name="Folajimi, Yetunde" userId="3a54126c-7470-4734-afae-d4449bb90691" providerId="ADAL" clId="{5C8FE637-854E-4D36-A4E1-EE5B09FC400A}" dt="2024-09-09T03:21:51.544" v="370" actId="47"/>
        <pc:sldMkLst>
          <pc:docMk/>
          <pc:sldMk cId="3375965105" sldId="476"/>
        </pc:sldMkLst>
      </pc:sldChg>
      <pc:sldChg chg="add del">
        <pc:chgData name="Folajimi, Yetunde" userId="3a54126c-7470-4734-afae-d4449bb90691" providerId="ADAL" clId="{5C8FE637-854E-4D36-A4E1-EE5B09FC400A}" dt="2024-09-09T03:17:32.235" v="361" actId="47"/>
        <pc:sldMkLst>
          <pc:docMk/>
          <pc:sldMk cId="2075947033" sldId="477"/>
        </pc:sldMkLst>
      </pc:sldChg>
      <pc:sldChg chg="add del">
        <pc:chgData name="Folajimi, Yetunde" userId="3a54126c-7470-4734-afae-d4449bb90691" providerId="ADAL" clId="{5C8FE637-854E-4D36-A4E1-EE5B09FC400A}" dt="2024-09-09T03:17:34.510" v="362" actId="47"/>
        <pc:sldMkLst>
          <pc:docMk/>
          <pc:sldMk cId="720490501" sldId="478"/>
        </pc:sldMkLst>
      </pc:sldChg>
      <pc:sldChg chg="add del">
        <pc:chgData name="Folajimi, Yetunde" userId="3a54126c-7470-4734-afae-d4449bb90691" providerId="ADAL" clId="{5C8FE637-854E-4D36-A4E1-EE5B09FC400A}" dt="2024-09-09T03:17:37.175" v="363" actId="47"/>
        <pc:sldMkLst>
          <pc:docMk/>
          <pc:sldMk cId="1072081121" sldId="479"/>
        </pc:sldMkLst>
      </pc:sldChg>
      <pc:sldChg chg="add">
        <pc:chgData name="Folajimi, Yetunde" userId="3a54126c-7470-4734-afae-d4449bb90691" providerId="ADAL" clId="{5C8FE637-854E-4D36-A4E1-EE5B09FC400A}" dt="2024-09-09T03:22:48.103" v="371"/>
        <pc:sldMkLst>
          <pc:docMk/>
          <pc:sldMk cId="492822224" sldId="484"/>
        </pc:sldMkLst>
      </pc:sldChg>
      <pc:sldChg chg="add del">
        <pc:chgData name="Folajimi, Yetunde" userId="3a54126c-7470-4734-afae-d4449bb90691" providerId="ADAL" clId="{5C8FE637-854E-4D36-A4E1-EE5B09FC400A}" dt="2024-09-09T03:13:52.903" v="307" actId="47"/>
        <pc:sldMkLst>
          <pc:docMk/>
          <pc:sldMk cId="2901090164" sldId="485"/>
        </pc:sldMkLst>
      </pc:sldChg>
      <pc:sldChg chg="add">
        <pc:chgData name="Folajimi, Yetunde" userId="3a54126c-7470-4734-afae-d4449bb90691" providerId="ADAL" clId="{5C8FE637-854E-4D36-A4E1-EE5B09FC400A}" dt="2024-09-09T03:22:48.103" v="371"/>
        <pc:sldMkLst>
          <pc:docMk/>
          <pc:sldMk cId="3556036936" sldId="485"/>
        </pc:sldMkLst>
      </pc:sldChg>
      <pc:sldChg chg="add">
        <pc:chgData name="Folajimi, Yetunde" userId="3a54126c-7470-4734-afae-d4449bb90691" providerId="ADAL" clId="{5C8FE637-854E-4D36-A4E1-EE5B09FC400A}" dt="2024-09-09T03:22:48.103" v="371"/>
        <pc:sldMkLst>
          <pc:docMk/>
          <pc:sldMk cId="600717703" sldId="487"/>
        </pc:sldMkLst>
      </pc:sldChg>
      <pc:sldChg chg="add">
        <pc:chgData name="Folajimi, Yetunde" userId="3a54126c-7470-4734-afae-d4449bb90691" providerId="ADAL" clId="{5C8FE637-854E-4D36-A4E1-EE5B09FC400A}" dt="2024-09-09T03:22:48.103" v="371"/>
        <pc:sldMkLst>
          <pc:docMk/>
          <pc:sldMk cId="4110485080" sldId="488"/>
        </pc:sldMkLst>
      </pc:sldChg>
      <pc:sldChg chg="add">
        <pc:chgData name="Folajimi, Yetunde" userId="3a54126c-7470-4734-afae-d4449bb90691" providerId="ADAL" clId="{5C8FE637-854E-4D36-A4E1-EE5B09FC400A}" dt="2024-09-09T03:22:48.103" v="371"/>
        <pc:sldMkLst>
          <pc:docMk/>
          <pc:sldMk cId="189148814" sldId="489"/>
        </pc:sldMkLst>
      </pc:sldChg>
      <pc:sldChg chg="add">
        <pc:chgData name="Folajimi, Yetunde" userId="3a54126c-7470-4734-afae-d4449bb90691" providerId="ADAL" clId="{5C8FE637-854E-4D36-A4E1-EE5B09FC400A}" dt="2024-09-09T02:47:17.460" v="162"/>
        <pc:sldMkLst>
          <pc:docMk/>
          <pc:sldMk cId="1270543946" sldId="495"/>
        </pc:sldMkLst>
      </pc:sldChg>
      <pc:sldChg chg="add ord">
        <pc:chgData name="Folajimi, Yetunde" userId="3a54126c-7470-4734-afae-d4449bb90691" providerId="ADAL" clId="{5C8FE637-854E-4D36-A4E1-EE5B09FC400A}" dt="2024-09-09T03:15:34.647" v="313"/>
        <pc:sldMkLst>
          <pc:docMk/>
          <pc:sldMk cId="271438820" sldId="502"/>
        </pc:sldMkLst>
      </pc:sldChg>
      <pc:sldChg chg="new del">
        <pc:chgData name="Folajimi, Yetunde" userId="3a54126c-7470-4734-afae-d4449bb90691" providerId="ADAL" clId="{5C8FE637-854E-4D36-A4E1-EE5B09FC400A}" dt="2024-09-09T02:47:14.366" v="161" actId="47"/>
        <pc:sldMkLst>
          <pc:docMk/>
          <pc:sldMk cId="377706006" sldId="502"/>
        </pc:sldMkLst>
      </pc:sldChg>
      <pc:sldChg chg="add del">
        <pc:chgData name="Folajimi, Yetunde" userId="3a54126c-7470-4734-afae-d4449bb90691" providerId="ADAL" clId="{5C8FE637-854E-4D36-A4E1-EE5B09FC400A}" dt="2024-09-09T03:15:30.719" v="311" actId="47"/>
        <pc:sldMkLst>
          <pc:docMk/>
          <pc:sldMk cId="3352095641" sldId="503"/>
        </pc:sldMkLst>
      </pc:sldChg>
      <pc:sldChg chg="add del">
        <pc:chgData name="Folajimi, Yetunde" userId="3a54126c-7470-4734-afae-d4449bb90691" providerId="ADAL" clId="{5C8FE637-854E-4D36-A4E1-EE5B09FC400A}" dt="2024-09-09T03:14:47.580" v="308" actId="47"/>
        <pc:sldMkLst>
          <pc:docMk/>
          <pc:sldMk cId="3910237632" sldId="504"/>
        </pc:sldMkLst>
      </pc:sldChg>
      <pc:sldChg chg="add del">
        <pc:chgData name="Folajimi, Yetunde" userId="3a54126c-7470-4734-afae-d4449bb90691" providerId="ADAL" clId="{5C8FE637-854E-4D36-A4E1-EE5B09FC400A}" dt="2024-09-09T03:16:20.536" v="353" actId="47"/>
        <pc:sldMkLst>
          <pc:docMk/>
          <pc:sldMk cId="1929830094" sldId="505"/>
        </pc:sldMkLst>
      </pc:sldChg>
      <pc:sldChg chg="add del">
        <pc:chgData name="Folajimi, Yetunde" userId="3a54126c-7470-4734-afae-d4449bb90691" providerId="ADAL" clId="{5C8FE637-854E-4D36-A4E1-EE5B09FC400A}" dt="2024-09-09T03:17:29.310" v="360" actId="47"/>
        <pc:sldMkLst>
          <pc:docMk/>
          <pc:sldMk cId="2762787616" sldId="506"/>
        </pc:sldMkLst>
      </pc:sldChg>
      <pc:sldChg chg="add del">
        <pc:chgData name="Folajimi, Yetunde" userId="3a54126c-7470-4734-afae-d4449bb90691" providerId="ADAL" clId="{5C8FE637-854E-4D36-A4E1-EE5B09FC400A}" dt="2024-09-09T03:17:39.454" v="364" actId="47"/>
        <pc:sldMkLst>
          <pc:docMk/>
          <pc:sldMk cId="2076327128" sldId="507"/>
        </pc:sldMkLst>
      </pc:sldChg>
      <pc:sldChg chg="add del">
        <pc:chgData name="Folajimi, Yetunde" userId="3a54126c-7470-4734-afae-d4449bb90691" providerId="ADAL" clId="{5C8FE637-854E-4D36-A4E1-EE5B09FC400A}" dt="2024-09-09T03:17:41.270" v="365" actId="47"/>
        <pc:sldMkLst>
          <pc:docMk/>
          <pc:sldMk cId="3683611075" sldId="508"/>
        </pc:sldMkLst>
      </pc:sldChg>
      <pc:sldChg chg="add del">
        <pc:chgData name="Folajimi, Yetunde" userId="3a54126c-7470-4734-afae-d4449bb90691" providerId="ADAL" clId="{5C8FE637-854E-4D36-A4E1-EE5B09FC400A}" dt="2024-09-09T03:17:43.420" v="366" actId="47"/>
        <pc:sldMkLst>
          <pc:docMk/>
          <pc:sldMk cId="4146013252" sldId="509"/>
        </pc:sldMkLst>
      </pc:sldChg>
      <pc:sldChg chg="add del">
        <pc:chgData name="Folajimi, Yetunde" userId="3a54126c-7470-4734-afae-d4449bb90691" providerId="ADAL" clId="{5C8FE637-854E-4D36-A4E1-EE5B09FC400A}" dt="2024-09-09T03:17:45.283" v="367" actId="47"/>
        <pc:sldMkLst>
          <pc:docMk/>
          <pc:sldMk cId="1832569266" sldId="510"/>
        </pc:sldMkLst>
      </pc:sldChg>
      <pc:sldChg chg="add del">
        <pc:chgData name="Folajimi, Yetunde" userId="3a54126c-7470-4734-afae-d4449bb90691" providerId="ADAL" clId="{5C8FE637-854E-4D36-A4E1-EE5B09FC400A}" dt="2024-09-09T03:18:19.798" v="369" actId="47"/>
        <pc:sldMkLst>
          <pc:docMk/>
          <pc:sldMk cId="2768560332" sldId="511"/>
        </pc:sldMkLst>
      </pc:sldChg>
      <pc:sldChg chg="add del">
        <pc:chgData name="Folajimi, Yetunde" userId="3a54126c-7470-4734-afae-d4449bb90691" providerId="ADAL" clId="{5C8FE637-854E-4D36-A4E1-EE5B09FC400A}" dt="2024-09-09T03:21:51.544" v="370" actId="47"/>
        <pc:sldMkLst>
          <pc:docMk/>
          <pc:sldMk cId="1143387042" sldId="512"/>
        </pc:sldMkLst>
      </pc:sldChg>
      <pc:sldChg chg="add del">
        <pc:chgData name="Folajimi, Yetunde" userId="3a54126c-7470-4734-afae-d4449bb90691" providerId="ADAL" clId="{5C8FE637-854E-4D36-A4E1-EE5B09FC400A}" dt="2024-09-09T03:21:51.544" v="370" actId="47"/>
        <pc:sldMkLst>
          <pc:docMk/>
          <pc:sldMk cId="423477105" sldId="513"/>
        </pc:sldMkLst>
      </pc:sldChg>
      <pc:sldChg chg="add del">
        <pc:chgData name="Folajimi, Yetunde" userId="3a54126c-7470-4734-afae-d4449bb90691" providerId="ADAL" clId="{5C8FE637-854E-4D36-A4E1-EE5B09FC400A}" dt="2024-09-09T03:21:51.544" v="370" actId="47"/>
        <pc:sldMkLst>
          <pc:docMk/>
          <pc:sldMk cId="3261159985" sldId="514"/>
        </pc:sldMkLst>
      </pc:sldChg>
      <pc:sldChg chg="add del">
        <pc:chgData name="Folajimi, Yetunde" userId="3a54126c-7470-4734-afae-d4449bb90691" providerId="ADAL" clId="{5C8FE637-854E-4D36-A4E1-EE5B09FC400A}" dt="2024-09-09T03:21:51.544" v="370" actId="47"/>
        <pc:sldMkLst>
          <pc:docMk/>
          <pc:sldMk cId="3672477864" sldId="515"/>
        </pc:sldMkLst>
      </pc:sldChg>
      <pc:sldChg chg="add del">
        <pc:chgData name="Folajimi, Yetunde" userId="3a54126c-7470-4734-afae-d4449bb90691" providerId="ADAL" clId="{5C8FE637-854E-4D36-A4E1-EE5B09FC400A}" dt="2024-09-09T03:21:51.544" v="370" actId="47"/>
        <pc:sldMkLst>
          <pc:docMk/>
          <pc:sldMk cId="3595031125" sldId="516"/>
        </pc:sldMkLst>
      </pc:sldChg>
      <pc:sldChg chg="addSp delSp modSp new del mod">
        <pc:chgData name="Folajimi, Yetunde" userId="3a54126c-7470-4734-afae-d4449bb90691" providerId="ADAL" clId="{5C8FE637-854E-4D36-A4E1-EE5B09FC400A}" dt="2024-09-09T14:05:51.270" v="452" actId="2696"/>
        <pc:sldMkLst>
          <pc:docMk/>
          <pc:sldMk cId="1922264961" sldId="517"/>
        </pc:sldMkLst>
      </pc:sldChg>
      <pc:sldChg chg="add">
        <pc:chgData name="Folajimi, Yetunde" userId="3a54126c-7470-4734-afae-d4449bb90691" providerId="ADAL" clId="{5C8FE637-854E-4D36-A4E1-EE5B09FC400A}" dt="2024-09-09T14:05:57.370" v="453"/>
        <pc:sldMkLst>
          <pc:docMk/>
          <pc:sldMk cId="2053189410" sldId="517"/>
        </pc:sldMkLst>
      </pc:sldChg>
      <pc:sldChg chg="add">
        <pc:chgData name="Folajimi, Yetunde" userId="3a54126c-7470-4734-afae-d4449bb90691" providerId="ADAL" clId="{5C8FE637-854E-4D36-A4E1-EE5B09FC400A}" dt="2024-09-09T03:22:48.103" v="371"/>
        <pc:sldMkLst>
          <pc:docMk/>
          <pc:sldMk cId="2569860062" sldId="518"/>
        </pc:sldMkLst>
      </pc:sldChg>
      <pc:sldChg chg="add">
        <pc:chgData name="Folajimi, Yetunde" userId="3a54126c-7470-4734-afae-d4449bb90691" providerId="ADAL" clId="{5C8FE637-854E-4D36-A4E1-EE5B09FC400A}" dt="2024-09-09T03:22:48.103" v="371"/>
        <pc:sldMkLst>
          <pc:docMk/>
          <pc:sldMk cId="942170063" sldId="519"/>
        </pc:sldMkLst>
      </pc:sldChg>
      <pc:sldChg chg="add">
        <pc:chgData name="Folajimi, Yetunde" userId="3a54126c-7470-4734-afae-d4449bb90691" providerId="ADAL" clId="{5C8FE637-854E-4D36-A4E1-EE5B09FC400A}" dt="2024-09-09T03:22:48.103" v="371"/>
        <pc:sldMkLst>
          <pc:docMk/>
          <pc:sldMk cId="2090791678" sldId="520"/>
        </pc:sldMkLst>
      </pc:sldChg>
      <pc:sldChg chg="add">
        <pc:chgData name="Folajimi, Yetunde" userId="3a54126c-7470-4734-afae-d4449bb90691" providerId="ADAL" clId="{5C8FE637-854E-4D36-A4E1-EE5B09FC400A}" dt="2024-09-09T03:22:48.103" v="371"/>
        <pc:sldMkLst>
          <pc:docMk/>
          <pc:sldMk cId="1061592084" sldId="521"/>
        </pc:sldMkLst>
      </pc:sldChg>
      <pc:sldChg chg="add">
        <pc:chgData name="Folajimi, Yetunde" userId="3a54126c-7470-4734-afae-d4449bb90691" providerId="ADAL" clId="{5C8FE637-854E-4D36-A4E1-EE5B09FC400A}" dt="2024-09-09T03:22:48.103" v="371"/>
        <pc:sldMkLst>
          <pc:docMk/>
          <pc:sldMk cId="3416996295" sldId="522"/>
        </pc:sldMkLst>
      </pc:sldChg>
      <pc:sldChg chg="add">
        <pc:chgData name="Folajimi, Yetunde" userId="3a54126c-7470-4734-afae-d4449bb90691" providerId="ADAL" clId="{5C8FE637-854E-4D36-A4E1-EE5B09FC400A}" dt="2024-09-09T03:22:48.103" v="371"/>
        <pc:sldMkLst>
          <pc:docMk/>
          <pc:sldMk cId="1685492201" sldId="523"/>
        </pc:sldMkLst>
      </pc:sldChg>
      <pc:sldChg chg="add">
        <pc:chgData name="Folajimi, Yetunde" userId="3a54126c-7470-4734-afae-d4449bb90691" providerId="ADAL" clId="{5C8FE637-854E-4D36-A4E1-EE5B09FC400A}" dt="2024-09-09T03:22:48.103" v="371"/>
        <pc:sldMkLst>
          <pc:docMk/>
          <pc:sldMk cId="1415385382" sldId="524"/>
        </pc:sldMkLst>
      </pc:sldChg>
      <pc:sldChg chg="add">
        <pc:chgData name="Folajimi, Yetunde" userId="3a54126c-7470-4734-afae-d4449bb90691" providerId="ADAL" clId="{5C8FE637-854E-4D36-A4E1-EE5B09FC400A}" dt="2024-09-09T03:22:48.103" v="371"/>
        <pc:sldMkLst>
          <pc:docMk/>
          <pc:sldMk cId="3333247338" sldId="525"/>
        </pc:sldMkLst>
      </pc:sldChg>
      <pc:sldChg chg="add">
        <pc:chgData name="Folajimi, Yetunde" userId="3a54126c-7470-4734-afae-d4449bb90691" providerId="ADAL" clId="{5C8FE637-854E-4D36-A4E1-EE5B09FC400A}" dt="2024-09-09T03:22:48.103" v="371"/>
        <pc:sldMkLst>
          <pc:docMk/>
          <pc:sldMk cId="3477023916" sldId="526"/>
        </pc:sldMkLst>
      </pc:sldChg>
      <pc:sldChg chg="add">
        <pc:chgData name="Folajimi, Yetunde" userId="3a54126c-7470-4734-afae-d4449bb90691" providerId="ADAL" clId="{5C8FE637-854E-4D36-A4E1-EE5B09FC400A}" dt="2024-09-09T03:22:48.103" v="371"/>
        <pc:sldMkLst>
          <pc:docMk/>
          <pc:sldMk cId="1056502460" sldId="527"/>
        </pc:sldMkLst>
      </pc:sldChg>
      <pc:sldChg chg="add">
        <pc:chgData name="Folajimi, Yetunde" userId="3a54126c-7470-4734-afae-d4449bb90691" providerId="ADAL" clId="{5C8FE637-854E-4D36-A4E1-EE5B09FC400A}" dt="2024-09-09T03:22:48.103" v="371"/>
        <pc:sldMkLst>
          <pc:docMk/>
          <pc:sldMk cId="2870246679" sldId="528"/>
        </pc:sldMkLst>
      </pc:sldChg>
      <pc:sldChg chg="add">
        <pc:chgData name="Folajimi, Yetunde" userId="3a54126c-7470-4734-afae-d4449bb90691" providerId="ADAL" clId="{5C8FE637-854E-4D36-A4E1-EE5B09FC400A}" dt="2024-09-09T03:22:48.103" v="371"/>
        <pc:sldMkLst>
          <pc:docMk/>
          <pc:sldMk cId="3619481526" sldId="529"/>
        </pc:sldMkLst>
      </pc:sldChg>
      <pc:sldChg chg="add">
        <pc:chgData name="Folajimi, Yetunde" userId="3a54126c-7470-4734-afae-d4449bb90691" providerId="ADAL" clId="{5C8FE637-854E-4D36-A4E1-EE5B09FC400A}" dt="2024-09-09T03:22:48.103" v="371"/>
        <pc:sldMkLst>
          <pc:docMk/>
          <pc:sldMk cId="3226568988" sldId="530"/>
        </pc:sldMkLst>
      </pc:sldChg>
      <pc:sldChg chg="add">
        <pc:chgData name="Folajimi, Yetunde" userId="3a54126c-7470-4734-afae-d4449bb90691" providerId="ADAL" clId="{5C8FE637-854E-4D36-A4E1-EE5B09FC400A}" dt="2024-09-09T03:22:48.103" v="371"/>
        <pc:sldMkLst>
          <pc:docMk/>
          <pc:sldMk cId="1107935500" sldId="531"/>
        </pc:sldMkLst>
      </pc:sldChg>
      <pc:sldChg chg="add">
        <pc:chgData name="Folajimi, Yetunde" userId="3a54126c-7470-4734-afae-d4449bb90691" providerId="ADAL" clId="{5C8FE637-854E-4D36-A4E1-EE5B09FC400A}" dt="2024-09-09T03:22:48.103" v="371"/>
        <pc:sldMkLst>
          <pc:docMk/>
          <pc:sldMk cId="78074914" sldId="532"/>
        </pc:sldMkLst>
      </pc:sldChg>
      <pc:sldChg chg="add">
        <pc:chgData name="Folajimi, Yetunde" userId="3a54126c-7470-4734-afae-d4449bb90691" providerId="ADAL" clId="{5C8FE637-854E-4D36-A4E1-EE5B09FC400A}" dt="2024-09-09T03:22:48.103" v="371"/>
        <pc:sldMkLst>
          <pc:docMk/>
          <pc:sldMk cId="3775998257" sldId="533"/>
        </pc:sldMkLst>
      </pc:sldChg>
      <pc:sldChg chg="add">
        <pc:chgData name="Folajimi, Yetunde" userId="3a54126c-7470-4734-afae-d4449bb90691" providerId="ADAL" clId="{5C8FE637-854E-4D36-A4E1-EE5B09FC400A}" dt="2024-09-09T03:22:48.103" v="371"/>
        <pc:sldMkLst>
          <pc:docMk/>
          <pc:sldMk cId="1622363751" sldId="534"/>
        </pc:sldMkLst>
      </pc:sldChg>
      <pc:sldChg chg="add">
        <pc:chgData name="Folajimi, Yetunde" userId="3a54126c-7470-4734-afae-d4449bb90691" providerId="ADAL" clId="{5C8FE637-854E-4D36-A4E1-EE5B09FC400A}" dt="2024-09-09T03:22:48.103" v="371"/>
        <pc:sldMkLst>
          <pc:docMk/>
          <pc:sldMk cId="3717329499" sldId="535"/>
        </pc:sldMkLst>
      </pc:sldChg>
      <pc:sldChg chg="add">
        <pc:chgData name="Folajimi, Yetunde" userId="3a54126c-7470-4734-afae-d4449bb90691" providerId="ADAL" clId="{5C8FE637-854E-4D36-A4E1-EE5B09FC400A}" dt="2024-09-09T03:22:48.103" v="371"/>
        <pc:sldMkLst>
          <pc:docMk/>
          <pc:sldMk cId="1144379954" sldId="536"/>
        </pc:sldMkLst>
      </pc:sldChg>
      <pc:sldChg chg="add">
        <pc:chgData name="Folajimi, Yetunde" userId="3a54126c-7470-4734-afae-d4449bb90691" providerId="ADAL" clId="{5C8FE637-854E-4D36-A4E1-EE5B09FC400A}" dt="2024-09-09T03:22:48.103" v="371"/>
        <pc:sldMkLst>
          <pc:docMk/>
          <pc:sldMk cId="200881266" sldId="537"/>
        </pc:sldMkLst>
      </pc:sldChg>
      <pc:sldChg chg="add">
        <pc:chgData name="Folajimi, Yetunde" userId="3a54126c-7470-4734-afae-d4449bb90691" providerId="ADAL" clId="{5C8FE637-854E-4D36-A4E1-EE5B09FC400A}" dt="2024-09-09T03:22:48.103" v="371"/>
        <pc:sldMkLst>
          <pc:docMk/>
          <pc:sldMk cId="1175667821" sldId="538"/>
        </pc:sldMkLst>
      </pc:sldChg>
      <pc:sldChg chg="add">
        <pc:chgData name="Folajimi, Yetunde" userId="3a54126c-7470-4734-afae-d4449bb90691" providerId="ADAL" clId="{5C8FE637-854E-4D36-A4E1-EE5B09FC400A}" dt="2024-09-09T03:22:48.103" v="371"/>
        <pc:sldMkLst>
          <pc:docMk/>
          <pc:sldMk cId="2515796331" sldId="539"/>
        </pc:sldMkLst>
      </pc:sldChg>
      <pc:sldChg chg="add">
        <pc:chgData name="Folajimi, Yetunde" userId="3a54126c-7470-4734-afae-d4449bb90691" providerId="ADAL" clId="{5C8FE637-854E-4D36-A4E1-EE5B09FC400A}" dt="2024-09-09T03:22:48.103" v="371"/>
        <pc:sldMkLst>
          <pc:docMk/>
          <pc:sldMk cId="2245539368" sldId="540"/>
        </pc:sldMkLst>
      </pc:sldChg>
      <pc:sldChg chg="add">
        <pc:chgData name="Folajimi, Yetunde" userId="3a54126c-7470-4734-afae-d4449bb90691" providerId="ADAL" clId="{5C8FE637-854E-4D36-A4E1-EE5B09FC400A}" dt="2024-09-09T03:22:48.103" v="371"/>
        <pc:sldMkLst>
          <pc:docMk/>
          <pc:sldMk cId="1957236770" sldId="541"/>
        </pc:sldMkLst>
      </pc:sldChg>
      <pc:sldChg chg="add">
        <pc:chgData name="Folajimi, Yetunde" userId="3a54126c-7470-4734-afae-d4449bb90691" providerId="ADAL" clId="{5C8FE637-854E-4D36-A4E1-EE5B09FC400A}" dt="2024-09-09T03:22:48.103" v="371"/>
        <pc:sldMkLst>
          <pc:docMk/>
          <pc:sldMk cId="3189885629" sldId="542"/>
        </pc:sldMkLst>
      </pc:sldChg>
      <pc:sldChg chg="add">
        <pc:chgData name="Folajimi, Yetunde" userId="3a54126c-7470-4734-afae-d4449bb90691" providerId="ADAL" clId="{5C8FE637-854E-4D36-A4E1-EE5B09FC400A}" dt="2024-09-09T03:22:48.103" v="371"/>
        <pc:sldMkLst>
          <pc:docMk/>
          <pc:sldMk cId="3245756923" sldId="543"/>
        </pc:sldMkLst>
      </pc:sldChg>
      <pc:sldChg chg="add">
        <pc:chgData name="Folajimi, Yetunde" userId="3a54126c-7470-4734-afae-d4449bb90691" providerId="ADAL" clId="{5C8FE637-854E-4D36-A4E1-EE5B09FC400A}" dt="2024-09-09T03:22:48.103" v="371"/>
        <pc:sldMkLst>
          <pc:docMk/>
          <pc:sldMk cId="2686542078" sldId="544"/>
        </pc:sldMkLst>
      </pc:sldChg>
      <pc:sldChg chg="add">
        <pc:chgData name="Folajimi, Yetunde" userId="3a54126c-7470-4734-afae-d4449bb90691" providerId="ADAL" clId="{5C8FE637-854E-4D36-A4E1-EE5B09FC400A}" dt="2024-09-09T03:22:48.103" v="371"/>
        <pc:sldMkLst>
          <pc:docMk/>
          <pc:sldMk cId="1834529637" sldId="545"/>
        </pc:sldMkLst>
      </pc:sldChg>
      <pc:sldChg chg="add">
        <pc:chgData name="Folajimi, Yetunde" userId="3a54126c-7470-4734-afae-d4449bb90691" providerId="ADAL" clId="{5C8FE637-854E-4D36-A4E1-EE5B09FC400A}" dt="2024-09-09T03:22:48.103" v="371"/>
        <pc:sldMkLst>
          <pc:docMk/>
          <pc:sldMk cId="1866056821" sldId="546"/>
        </pc:sldMkLst>
      </pc:sldChg>
      <pc:sldChg chg="add">
        <pc:chgData name="Folajimi, Yetunde" userId="3a54126c-7470-4734-afae-d4449bb90691" providerId="ADAL" clId="{5C8FE637-854E-4D36-A4E1-EE5B09FC400A}" dt="2024-09-09T03:22:48.103" v="371"/>
        <pc:sldMkLst>
          <pc:docMk/>
          <pc:sldMk cId="2597127477" sldId="547"/>
        </pc:sldMkLst>
      </pc:sldChg>
      <pc:sldChg chg="add">
        <pc:chgData name="Folajimi, Yetunde" userId="3a54126c-7470-4734-afae-d4449bb90691" providerId="ADAL" clId="{5C8FE637-854E-4D36-A4E1-EE5B09FC400A}" dt="2024-09-09T03:22:48.103" v="371"/>
        <pc:sldMkLst>
          <pc:docMk/>
          <pc:sldMk cId="68700914" sldId="548"/>
        </pc:sldMkLst>
      </pc:sldChg>
      <pc:sldChg chg="add">
        <pc:chgData name="Folajimi, Yetunde" userId="3a54126c-7470-4734-afae-d4449bb90691" providerId="ADAL" clId="{5C8FE637-854E-4D36-A4E1-EE5B09FC400A}" dt="2024-09-09T03:22:48.103" v="371"/>
        <pc:sldMkLst>
          <pc:docMk/>
          <pc:sldMk cId="1760085355" sldId="549"/>
        </pc:sldMkLst>
      </pc:sldChg>
      <pc:sldChg chg="add">
        <pc:chgData name="Folajimi, Yetunde" userId="3a54126c-7470-4734-afae-d4449bb90691" providerId="ADAL" clId="{5C8FE637-854E-4D36-A4E1-EE5B09FC400A}" dt="2024-09-09T03:22:48.103" v="371"/>
        <pc:sldMkLst>
          <pc:docMk/>
          <pc:sldMk cId="3729425051" sldId="550"/>
        </pc:sldMkLst>
      </pc:sldChg>
      <pc:sldChg chg="add modNotesTx">
        <pc:chgData name="Folajimi, Yetunde" userId="3a54126c-7470-4734-afae-d4449bb90691" providerId="ADAL" clId="{5C8FE637-854E-4D36-A4E1-EE5B09FC400A}" dt="2024-09-09T13:52:47.729" v="450"/>
        <pc:sldMkLst>
          <pc:docMk/>
          <pc:sldMk cId="3197187216" sldId="551"/>
        </pc:sldMkLst>
      </pc:sldChg>
      <pc:sldChg chg="add del">
        <pc:chgData name="Folajimi, Yetunde" userId="3a54126c-7470-4734-afae-d4449bb90691" providerId="ADAL" clId="{5C8FE637-854E-4D36-A4E1-EE5B09FC400A}" dt="2024-09-09T13:53:21.085" v="451" actId="47"/>
        <pc:sldMkLst>
          <pc:docMk/>
          <pc:sldMk cId="859139250" sldId="552"/>
        </pc:sldMkLst>
      </pc:sldChg>
    </pc:docChg>
  </pc:docChgLst>
  <pc:docChgLst>
    <pc:chgData name="Folajimi, Yetunde" userId="3a54126c-7470-4734-afae-d4449bb90691" providerId="ADAL" clId="{D125321D-DC42-4750-9595-E590E0DF3A53}"/>
    <pc:docChg chg="addSld modSld sldOrd">
      <pc:chgData name="Folajimi, Yetunde" userId="3a54126c-7470-4734-afae-d4449bb90691" providerId="ADAL" clId="{D125321D-DC42-4750-9595-E590E0DF3A53}" dt="2024-09-05T15:16:49.134" v="28"/>
      <pc:docMkLst>
        <pc:docMk/>
      </pc:docMkLst>
      <pc:sldChg chg="add">
        <pc:chgData name="Folajimi, Yetunde" userId="3a54126c-7470-4734-afae-d4449bb90691" providerId="ADAL" clId="{D125321D-DC42-4750-9595-E590E0DF3A53}" dt="2024-09-05T15:16:49.134" v="28"/>
        <pc:sldMkLst>
          <pc:docMk/>
          <pc:sldMk cId="483531945" sldId="397"/>
        </pc:sldMkLst>
      </pc:sldChg>
      <pc:sldChg chg="add">
        <pc:chgData name="Folajimi, Yetunde" userId="3a54126c-7470-4734-afae-d4449bb90691" providerId="ADAL" clId="{D125321D-DC42-4750-9595-E590E0DF3A53}" dt="2024-09-05T15:16:49.134" v="28"/>
        <pc:sldMkLst>
          <pc:docMk/>
          <pc:sldMk cId="1633401182" sldId="399"/>
        </pc:sldMkLst>
      </pc:sldChg>
      <pc:sldChg chg="add">
        <pc:chgData name="Folajimi, Yetunde" userId="3a54126c-7470-4734-afae-d4449bb90691" providerId="ADAL" clId="{D125321D-DC42-4750-9595-E590E0DF3A53}" dt="2024-09-05T15:16:49.134" v="28"/>
        <pc:sldMkLst>
          <pc:docMk/>
          <pc:sldMk cId="963030552" sldId="404"/>
        </pc:sldMkLst>
      </pc:sldChg>
      <pc:sldChg chg="add">
        <pc:chgData name="Folajimi, Yetunde" userId="3a54126c-7470-4734-afae-d4449bb90691" providerId="ADAL" clId="{D125321D-DC42-4750-9595-E590E0DF3A53}" dt="2024-09-05T15:16:49.134" v="28"/>
        <pc:sldMkLst>
          <pc:docMk/>
          <pc:sldMk cId="1337321747" sldId="405"/>
        </pc:sldMkLst>
      </pc:sldChg>
      <pc:sldChg chg="modSp modNotesTx">
        <pc:chgData name="Folajimi, Yetunde" userId="3a54126c-7470-4734-afae-d4449bb90691" providerId="ADAL" clId="{D125321D-DC42-4750-9595-E590E0DF3A53}" dt="2024-09-05T15:08:35.960" v="1"/>
        <pc:sldMkLst>
          <pc:docMk/>
          <pc:sldMk cId="2810852484" sldId="452"/>
        </pc:sldMkLst>
      </pc:sldChg>
      <pc:sldChg chg="ord">
        <pc:chgData name="Folajimi, Yetunde" userId="3a54126c-7470-4734-afae-d4449bb90691" providerId="ADAL" clId="{D125321D-DC42-4750-9595-E590E0DF3A53}" dt="2024-09-05T15:15:09.119" v="27"/>
        <pc:sldMkLst>
          <pc:docMk/>
          <pc:sldMk cId="3111741233" sldId="455"/>
        </pc:sldMkLst>
      </pc:sldChg>
      <pc:sldChg chg="ord">
        <pc:chgData name="Folajimi, Yetunde" userId="3a54126c-7470-4734-afae-d4449bb90691" providerId="ADAL" clId="{D125321D-DC42-4750-9595-E590E0DF3A53}" dt="2024-09-05T15:14:20.100" v="25"/>
        <pc:sldMkLst>
          <pc:docMk/>
          <pc:sldMk cId="4098433819" sldId="475"/>
        </pc:sldMkLst>
      </pc:sldChg>
    </pc:docChg>
  </pc:docChgLst>
  <pc:docChgLst>
    <pc:chgData name="Folajimi, Yetunde" userId="3a54126c-7470-4734-afae-d4449bb90691" providerId="ADAL" clId="{0B18F291-B3D6-43DD-86D7-6E3AC87A02DC}"/>
    <pc:docChg chg="undo custSel addSld delSld modSld">
      <pc:chgData name="Folajimi, Yetunde" userId="3a54126c-7470-4734-afae-d4449bb90691" providerId="ADAL" clId="{0B18F291-B3D6-43DD-86D7-6E3AC87A02DC}" dt="2025-02-03T12:34:41.821" v="64" actId="404"/>
      <pc:docMkLst>
        <pc:docMk/>
      </pc:docMkLst>
      <pc:sldChg chg="add">
        <pc:chgData name="Folajimi, Yetunde" userId="3a54126c-7470-4734-afae-d4449bb90691" providerId="ADAL" clId="{0B18F291-B3D6-43DD-86D7-6E3AC87A02DC}" dt="2025-01-22T14:35:12.623" v="4"/>
        <pc:sldMkLst>
          <pc:docMk/>
          <pc:sldMk cId="317756092" sldId="269"/>
        </pc:sldMkLst>
      </pc:sldChg>
      <pc:sldChg chg="add del">
        <pc:chgData name="Folajimi, Yetunde" userId="3a54126c-7470-4734-afae-d4449bb90691" providerId="ADAL" clId="{0B18F291-B3D6-43DD-86D7-6E3AC87A02DC}" dt="2025-01-22T14:35:29.424" v="34" actId="47"/>
        <pc:sldMkLst>
          <pc:docMk/>
          <pc:sldMk cId="656543915" sldId="270"/>
        </pc:sldMkLst>
      </pc:sldChg>
      <pc:sldChg chg="add del">
        <pc:chgData name="Folajimi, Yetunde" userId="3a54126c-7470-4734-afae-d4449bb90691" providerId="ADAL" clId="{0B18F291-B3D6-43DD-86D7-6E3AC87A02DC}" dt="2025-01-27T14:19:40.754" v="59" actId="47"/>
        <pc:sldMkLst>
          <pc:docMk/>
          <pc:sldMk cId="2078963164" sldId="272"/>
        </pc:sldMkLst>
      </pc:sldChg>
      <pc:sldChg chg="add del">
        <pc:chgData name="Folajimi, Yetunde" userId="3a54126c-7470-4734-afae-d4449bb90691" providerId="ADAL" clId="{0B18F291-B3D6-43DD-86D7-6E3AC87A02DC}" dt="2025-01-27T14:18:42.554" v="53" actId="47"/>
        <pc:sldMkLst>
          <pc:docMk/>
          <pc:sldMk cId="480346084" sldId="274"/>
        </pc:sldMkLst>
      </pc:sldChg>
      <pc:sldChg chg="add">
        <pc:chgData name="Folajimi, Yetunde" userId="3a54126c-7470-4734-afae-d4449bb90691" providerId="ADAL" clId="{0B18F291-B3D6-43DD-86D7-6E3AC87A02DC}" dt="2025-01-22T14:35:12.623" v="4"/>
        <pc:sldMkLst>
          <pc:docMk/>
          <pc:sldMk cId="1402727866" sldId="275"/>
        </pc:sldMkLst>
      </pc:sldChg>
      <pc:sldChg chg="add">
        <pc:chgData name="Folajimi, Yetunde" userId="3a54126c-7470-4734-afae-d4449bb90691" providerId="ADAL" clId="{0B18F291-B3D6-43DD-86D7-6E3AC87A02DC}" dt="2025-01-22T14:35:12.623" v="4"/>
        <pc:sldMkLst>
          <pc:docMk/>
          <pc:sldMk cId="983134380" sldId="284"/>
        </pc:sldMkLst>
      </pc:sldChg>
      <pc:sldChg chg="modSp add mod">
        <pc:chgData name="Folajimi, Yetunde" userId="3a54126c-7470-4734-afae-d4449bb90691" providerId="ADAL" clId="{0B18F291-B3D6-43DD-86D7-6E3AC87A02DC}" dt="2025-01-22T14:35:12.699" v="5" actId="27636"/>
        <pc:sldMkLst>
          <pc:docMk/>
          <pc:sldMk cId="1857410596" sldId="285"/>
        </pc:sldMkLst>
      </pc:sldChg>
      <pc:sldChg chg="add">
        <pc:chgData name="Folajimi, Yetunde" userId="3a54126c-7470-4734-afae-d4449bb90691" providerId="ADAL" clId="{0B18F291-B3D6-43DD-86D7-6E3AC87A02DC}" dt="2025-01-22T14:35:12.623" v="4"/>
        <pc:sldMkLst>
          <pc:docMk/>
          <pc:sldMk cId="728327525" sldId="286"/>
        </pc:sldMkLst>
      </pc:sldChg>
      <pc:sldChg chg="add">
        <pc:chgData name="Folajimi, Yetunde" userId="3a54126c-7470-4734-afae-d4449bb90691" providerId="ADAL" clId="{0B18F291-B3D6-43DD-86D7-6E3AC87A02DC}" dt="2025-01-22T14:35:12.623" v="4"/>
        <pc:sldMkLst>
          <pc:docMk/>
          <pc:sldMk cId="209675477" sldId="287"/>
        </pc:sldMkLst>
      </pc:sldChg>
      <pc:sldChg chg="modSp add mod">
        <pc:chgData name="Folajimi, Yetunde" userId="3a54126c-7470-4734-afae-d4449bb90691" providerId="ADAL" clId="{0B18F291-B3D6-43DD-86D7-6E3AC87A02DC}" dt="2025-01-22T14:35:12.806" v="14" actId="27636"/>
        <pc:sldMkLst>
          <pc:docMk/>
          <pc:sldMk cId="1802907956" sldId="288"/>
        </pc:sldMkLst>
      </pc:sldChg>
      <pc:sldChg chg="add del">
        <pc:chgData name="Folajimi, Yetunde" userId="3a54126c-7470-4734-afae-d4449bb90691" providerId="ADAL" clId="{0B18F291-B3D6-43DD-86D7-6E3AC87A02DC}" dt="2025-01-27T14:18:11.693" v="52" actId="47"/>
        <pc:sldMkLst>
          <pc:docMk/>
          <pc:sldMk cId="1724848228" sldId="289"/>
        </pc:sldMkLst>
      </pc:sldChg>
      <pc:sldChg chg="modSp add del mod">
        <pc:chgData name="Folajimi, Yetunde" userId="3a54126c-7470-4734-afae-d4449bb90691" providerId="ADAL" clId="{0B18F291-B3D6-43DD-86D7-6E3AC87A02DC}" dt="2025-01-27T14:18:05.891" v="50" actId="47"/>
        <pc:sldMkLst>
          <pc:docMk/>
          <pc:sldMk cId="830722665" sldId="290"/>
        </pc:sldMkLst>
      </pc:sldChg>
      <pc:sldChg chg="add">
        <pc:chgData name="Folajimi, Yetunde" userId="3a54126c-7470-4734-afae-d4449bb90691" providerId="ADAL" clId="{0B18F291-B3D6-43DD-86D7-6E3AC87A02DC}" dt="2025-01-22T14:35:12.623" v="4"/>
        <pc:sldMkLst>
          <pc:docMk/>
          <pc:sldMk cId="737468301" sldId="291"/>
        </pc:sldMkLst>
      </pc:sldChg>
      <pc:sldChg chg="modSp add mod">
        <pc:chgData name="Folajimi, Yetunde" userId="3a54126c-7470-4734-afae-d4449bb90691" providerId="ADAL" clId="{0B18F291-B3D6-43DD-86D7-6E3AC87A02DC}" dt="2025-01-22T14:35:12.711" v="6" actId="27636"/>
        <pc:sldMkLst>
          <pc:docMk/>
          <pc:sldMk cId="1217517660" sldId="292"/>
        </pc:sldMkLst>
      </pc:sldChg>
      <pc:sldChg chg="modSp add mod modAnim">
        <pc:chgData name="Folajimi, Yetunde" userId="3a54126c-7470-4734-afae-d4449bb90691" providerId="ADAL" clId="{0B18F291-B3D6-43DD-86D7-6E3AC87A02DC}" dt="2025-01-22T14:56:21.086" v="39" actId="20577"/>
        <pc:sldMkLst>
          <pc:docMk/>
          <pc:sldMk cId="1267599115" sldId="293"/>
        </pc:sldMkLst>
      </pc:sldChg>
      <pc:sldChg chg="add">
        <pc:chgData name="Folajimi, Yetunde" userId="3a54126c-7470-4734-afae-d4449bb90691" providerId="ADAL" clId="{0B18F291-B3D6-43DD-86D7-6E3AC87A02DC}" dt="2025-01-22T14:35:12.623" v="4"/>
        <pc:sldMkLst>
          <pc:docMk/>
          <pc:sldMk cId="1900887646" sldId="294"/>
        </pc:sldMkLst>
      </pc:sldChg>
      <pc:sldChg chg="modSp add mod">
        <pc:chgData name="Folajimi, Yetunde" userId="3a54126c-7470-4734-afae-d4449bb90691" providerId="ADAL" clId="{0B18F291-B3D6-43DD-86D7-6E3AC87A02DC}" dt="2025-01-22T14:35:12.727" v="9" actId="27636"/>
        <pc:sldMkLst>
          <pc:docMk/>
          <pc:sldMk cId="1074345440" sldId="296"/>
        </pc:sldMkLst>
      </pc:sldChg>
      <pc:sldChg chg="modSp add mod">
        <pc:chgData name="Folajimi, Yetunde" userId="3a54126c-7470-4734-afae-d4449bb90691" providerId="ADAL" clId="{0B18F291-B3D6-43DD-86D7-6E3AC87A02DC}" dt="2025-01-22T14:35:12.739" v="10" actId="27636"/>
        <pc:sldMkLst>
          <pc:docMk/>
          <pc:sldMk cId="2051391100" sldId="297"/>
        </pc:sldMkLst>
      </pc:sldChg>
      <pc:sldChg chg="add">
        <pc:chgData name="Folajimi, Yetunde" userId="3a54126c-7470-4734-afae-d4449bb90691" providerId="ADAL" clId="{0B18F291-B3D6-43DD-86D7-6E3AC87A02DC}" dt="2025-01-22T14:35:12.623" v="4"/>
        <pc:sldMkLst>
          <pc:docMk/>
          <pc:sldMk cId="1191648194" sldId="299"/>
        </pc:sldMkLst>
      </pc:sldChg>
      <pc:sldChg chg="add">
        <pc:chgData name="Folajimi, Yetunde" userId="3a54126c-7470-4734-afae-d4449bb90691" providerId="ADAL" clId="{0B18F291-B3D6-43DD-86D7-6E3AC87A02DC}" dt="2025-01-22T14:35:12.623" v="4"/>
        <pc:sldMkLst>
          <pc:docMk/>
          <pc:sldMk cId="892815551" sldId="300"/>
        </pc:sldMkLst>
      </pc:sldChg>
      <pc:sldChg chg="modSp add">
        <pc:chgData name="Folajimi, Yetunde" userId="3a54126c-7470-4734-afae-d4449bb90691" providerId="ADAL" clId="{0B18F291-B3D6-43DD-86D7-6E3AC87A02DC}" dt="2025-01-27T14:20:19.371" v="60" actId="404"/>
        <pc:sldMkLst>
          <pc:docMk/>
          <pc:sldMk cId="1327929025" sldId="302"/>
        </pc:sldMkLst>
      </pc:sldChg>
      <pc:sldChg chg="add">
        <pc:chgData name="Folajimi, Yetunde" userId="3a54126c-7470-4734-afae-d4449bb90691" providerId="ADAL" clId="{0B18F291-B3D6-43DD-86D7-6E3AC87A02DC}" dt="2025-01-22T14:35:12.623" v="4"/>
        <pc:sldMkLst>
          <pc:docMk/>
          <pc:sldMk cId="1148127282" sldId="303"/>
        </pc:sldMkLst>
      </pc:sldChg>
      <pc:sldChg chg="add">
        <pc:chgData name="Folajimi, Yetunde" userId="3a54126c-7470-4734-afae-d4449bb90691" providerId="ADAL" clId="{0B18F291-B3D6-43DD-86D7-6E3AC87A02DC}" dt="2025-01-22T14:35:12.623" v="4"/>
        <pc:sldMkLst>
          <pc:docMk/>
          <pc:sldMk cId="2005009408" sldId="304"/>
        </pc:sldMkLst>
      </pc:sldChg>
      <pc:sldChg chg="add">
        <pc:chgData name="Folajimi, Yetunde" userId="3a54126c-7470-4734-afae-d4449bb90691" providerId="ADAL" clId="{0B18F291-B3D6-43DD-86D7-6E3AC87A02DC}" dt="2025-01-22T14:35:12.623" v="4"/>
        <pc:sldMkLst>
          <pc:docMk/>
          <pc:sldMk cId="1553321724" sldId="305"/>
        </pc:sldMkLst>
      </pc:sldChg>
      <pc:sldChg chg="modSp add mod">
        <pc:chgData name="Folajimi, Yetunde" userId="3a54126c-7470-4734-afae-d4449bb90691" providerId="ADAL" clId="{0B18F291-B3D6-43DD-86D7-6E3AC87A02DC}" dt="2025-01-22T14:35:12.826" v="15" actId="27636"/>
        <pc:sldMkLst>
          <pc:docMk/>
          <pc:sldMk cId="1003790012" sldId="306"/>
        </pc:sldMkLst>
      </pc:sldChg>
      <pc:sldChg chg="add">
        <pc:chgData name="Folajimi, Yetunde" userId="3a54126c-7470-4734-afae-d4449bb90691" providerId="ADAL" clId="{0B18F291-B3D6-43DD-86D7-6E3AC87A02DC}" dt="2025-01-22T14:35:12.623" v="4"/>
        <pc:sldMkLst>
          <pc:docMk/>
          <pc:sldMk cId="1726598898" sldId="307"/>
        </pc:sldMkLst>
      </pc:sldChg>
      <pc:sldChg chg="modSp add mod">
        <pc:chgData name="Folajimi, Yetunde" userId="3a54126c-7470-4734-afae-d4449bb90691" providerId="ADAL" clId="{0B18F291-B3D6-43DD-86D7-6E3AC87A02DC}" dt="2025-01-22T14:35:12.839" v="16" actId="27636"/>
        <pc:sldMkLst>
          <pc:docMk/>
          <pc:sldMk cId="1951379155" sldId="308"/>
        </pc:sldMkLst>
      </pc:sldChg>
      <pc:sldChg chg="add">
        <pc:chgData name="Folajimi, Yetunde" userId="3a54126c-7470-4734-afae-d4449bb90691" providerId="ADAL" clId="{0B18F291-B3D6-43DD-86D7-6E3AC87A02DC}" dt="2025-01-22T14:35:12.623" v="4"/>
        <pc:sldMkLst>
          <pc:docMk/>
          <pc:sldMk cId="323577371" sldId="309"/>
        </pc:sldMkLst>
      </pc:sldChg>
      <pc:sldChg chg="modSp add mod">
        <pc:chgData name="Folajimi, Yetunde" userId="3a54126c-7470-4734-afae-d4449bb90691" providerId="ADAL" clId="{0B18F291-B3D6-43DD-86D7-6E3AC87A02DC}" dt="2025-01-22T14:35:12.846" v="17" actId="27636"/>
        <pc:sldMkLst>
          <pc:docMk/>
          <pc:sldMk cId="1022109478" sldId="310"/>
        </pc:sldMkLst>
      </pc:sldChg>
      <pc:sldChg chg="modSp add mod">
        <pc:chgData name="Folajimi, Yetunde" userId="3a54126c-7470-4734-afae-d4449bb90691" providerId="ADAL" clId="{0B18F291-B3D6-43DD-86D7-6E3AC87A02DC}" dt="2025-01-22T14:35:12.876" v="20" actId="27636"/>
        <pc:sldMkLst>
          <pc:docMk/>
          <pc:sldMk cId="491349394" sldId="311"/>
        </pc:sldMkLst>
      </pc:sldChg>
      <pc:sldChg chg="modSp add mod">
        <pc:chgData name="Folajimi, Yetunde" userId="3a54126c-7470-4734-afae-d4449bb90691" providerId="ADAL" clId="{0B18F291-B3D6-43DD-86D7-6E3AC87A02DC}" dt="2025-01-22T14:35:12.890" v="21" actId="27636"/>
        <pc:sldMkLst>
          <pc:docMk/>
          <pc:sldMk cId="1844141705" sldId="312"/>
        </pc:sldMkLst>
      </pc:sldChg>
      <pc:sldChg chg="add">
        <pc:chgData name="Folajimi, Yetunde" userId="3a54126c-7470-4734-afae-d4449bb90691" providerId="ADAL" clId="{0B18F291-B3D6-43DD-86D7-6E3AC87A02DC}" dt="2025-01-22T14:35:12.623" v="4"/>
        <pc:sldMkLst>
          <pc:docMk/>
          <pc:sldMk cId="757911411" sldId="313"/>
        </pc:sldMkLst>
      </pc:sldChg>
      <pc:sldChg chg="modSp add mod">
        <pc:chgData name="Folajimi, Yetunde" userId="3a54126c-7470-4734-afae-d4449bb90691" providerId="ADAL" clId="{0B18F291-B3D6-43DD-86D7-6E3AC87A02DC}" dt="2025-01-22T14:35:12.900" v="22" actId="27636"/>
        <pc:sldMkLst>
          <pc:docMk/>
          <pc:sldMk cId="611367637" sldId="314"/>
        </pc:sldMkLst>
      </pc:sldChg>
      <pc:sldChg chg="modSp add mod">
        <pc:chgData name="Folajimi, Yetunde" userId="3a54126c-7470-4734-afae-d4449bb90691" providerId="ADAL" clId="{0B18F291-B3D6-43DD-86D7-6E3AC87A02DC}" dt="2025-01-27T14:19:28.041" v="57" actId="404"/>
        <pc:sldMkLst>
          <pc:docMk/>
          <pc:sldMk cId="949409041" sldId="317"/>
        </pc:sldMkLst>
      </pc:sldChg>
      <pc:sldChg chg="modSp add mod">
        <pc:chgData name="Folajimi, Yetunde" userId="3a54126c-7470-4734-afae-d4449bb90691" providerId="ADAL" clId="{0B18F291-B3D6-43DD-86D7-6E3AC87A02DC}" dt="2025-01-22T14:35:12.920" v="23" actId="27636"/>
        <pc:sldMkLst>
          <pc:docMk/>
          <pc:sldMk cId="1697620783" sldId="318"/>
        </pc:sldMkLst>
      </pc:sldChg>
      <pc:sldChg chg="modSp add mod">
        <pc:chgData name="Folajimi, Yetunde" userId="3a54126c-7470-4734-afae-d4449bb90691" providerId="ADAL" clId="{0B18F291-B3D6-43DD-86D7-6E3AC87A02DC}" dt="2025-01-22T14:35:12.937" v="26" actId="27636"/>
        <pc:sldMkLst>
          <pc:docMk/>
          <pc:sldMk cId="435331876" sldId="319"/>
        </pc:sldMkLst>
      </pc:sldChg>
      <pc:sldChg chg="modSp add mod">
        <pc:chgData name="Folajimi, Yetunde" userId="3a54126c-7470-4734-afae-d4449bb90691" providerId="ADAL" clId="{0B18F291-B3D6-43DD-86D7-6E3AC87A02DC}" dt="2025-01-22T14:35:12.925" v="24" actId="27636"/>
        <pc:sldMkLst>
          <pc:docMk/>
          <pc:sldMk cId="1876456767" sldId="320"/>
        </pc:sldMkLst>
      </pc:sldChg>
      <pc:sldChg chg="modSp add mod">
        <pc:chgData name="Folajimi, Yetunde" userId="3a54126c-7470-4734-afae-d4449bb90691" providerId="ADAL" clId="{0B18F291-B3D6-43DD-86D7-6E3AC87A02DC}" dt="2025-01-22T14:35:12.931" v="25" actId="27636"/>
        <pc:sldMkLst>
          <pc:docMk/>
          <pc:sldMk cId="995163157" sldId="321"/>
        </pc:sldMkLst>
      </pc:sldChg>
      <pc:sldChg chg="modSp add mod">
        <pc:chgData name="Folajimi, Yetunde" userId="3a54126c-7470-4734-afae-d4449bb90691" providerId="ADAL" clId="{0B18F291-B3D6-43DD-86D7-6E3AC87A02DC}" dt="2025-02-03T12:25:50.896" v="61" actId="20578"/>
        <pc:sldMkLst>
          <pc:docMk/>
          <pc:sldMk cId="1568535676" sldId="323"/>
        </pc:sldMkLst>
      </pc:sldChg>
      <pc:sldChg chg="modSp add mod">
        <pc:chgData name="Folajimi, Yetunde" userId="3a54126c-7470-4734-afae-d4449bb90691" providerId="ADAL" clId="{0B18F291-B3D6-43DD-86D7-6E3AC87A02DC}" dt="2025-01-22T14:35:12.950" v="28" actId="27636"/>
        <pc:sldMkLst>
          <pc:docMk/>
          <pc:sldMk cId="2077361563" sldId="324"/>
        </pc:sldMkLst>
      </pc:sldChg>
      <pc:sldChg chg="modSp add mod">
        <pc:chgData name="Folajimi, Yetunde" userId="3a54126c-7470-4734-afae-d4449bb90691" providerId="ADAL" clId="{0B18F291-B3D6-43DD-86D7-6E3AC87A02DC}" dt="2025-01-22T14:35:12.855" v="18" actId="27636"/>
        <pc:sldMkLst>
          <pc:docMk/>
          <pc:sldMk cId="202800411" sldId="325"/>
        </pc:sldMkLst>
      </pc:sldChg>
      <pc:sldChg chg="add del">
        <pc:chgData name="Folajimi, Yetunde" userId="3a54126c-7470-4734-afae-d4449bb90691" providerId="ADAL" clId="{0B18F291-B3D6-43DD-86D7-6E3AC87A02DC}" dt="2025-01-22T14:35:55.241" v="35" actId="47"/>
        <pc:sldMkLst>
          <pc:docMk/>
          <pc:sldMk cId="877491325" sldId="326"/>
        </pc:sldMkLst>
      </pc:sldChg>
      <pc:sldChg chg="add">
        <pc:chgData name="Folajimi, Yetunde" userId="3a54126c-7470-4734-afae-d4449bb90691" providerId="ADAL" clId="{0B18F291-B3D6-43DD-86D7-6E3AC87A02DC}" dt="2025-01-22T14:35:12.623" v="4"/>
        <pc:sldMkLst>
          <pc:docMk/>
          <pc:sldMk cId="419175782" sldId="327"/>
        </pc:sldMkLst>
      </pc:sldChg>
      <pc:sldChg chg="add">
        <pc:chgData name="Folajimi, Yetunde" userId="3a54126c-7470-4734-afae-d4449bb90691" providerId="ADAL" clId="{0B18F291-B3D6-43DD-86D7-6E3AC87A02DC}" dt="2025-01-22T14:35:12.623" v="4"/>
        <pc:sldMkLst>
          <pc:docMk/>
          <pc:sldMk cId="35935258" sldId="328"/>
        </pc:sldMkLst>
      </pc:sldChg>
      <pc:sldChg chg="add">
        <pc:chgData name="Folajimi, Yetunde" userId="3a54126c-7470-4734-afae-d4449bb90691" providerId="ADAL" clId="{0B18F291-B3D6-43DD-86D7-6E3AC87A02DC}" dt="2025-01-22T14:35:12.623" v="4"/>
        <pc:sldMkLst>
          <pc:docMk/>
          <pc:sldMk cId="10999951" sldId="329"/>
        </pc:sldMkLst>
      </pc:sldChg>
      <pc:sldChg chg="modSp add mod">
        <pc:chgData name="Folajimi, Yetunde" userId="3a54126c-7470-4734-afae-d4449bb90691" providerId="ADAL" clId="{0B18F291-B3D6-43DD-86D7-6E3AC87A02DC}" dt="2025-01-22T14:35:12.750" v="11" actId="27636"/>
        <pc:sldMkLst>
          <pc:docMk/>
          <pc:sldMk cId="1962966073" sldId="333"/>
        </pc:sldMkLst>
      </pc:sldChg>
      <pc:sldChg chg="add">
        <pc:chgData name="Folajimi, Yetunde" userId="3a54126c-7470-4734-afae-d4449bb90691" providerId="ADAL" clId="{0B18F291-B3D6-43DD-86D7-6E3AC87A02DC}" dt="2025-01-22T14:35:12.623" v="4"/>
        <pc:sldMkLst>
          <pc:docMk/>
          <pc:sldMk cId="1028722786" sldId="334"/>
        </pc:sldMkLst>
      </pc:sldChg>
      <pc:sldChg chg="modSp add mod">
        <pc:chgData name="Folajimi, Yetunde" userId="3a54126c-7470-4734-afae-d4449bb90691" providerId="ADAL" clId="{0B18F291-B3D6-43DD-86D7-6E3AC87A02DC}" dt="2025-01-22T14:35:12.766" v="12" actId="27636"/>
        <pc:sldMkLst>
          <pc:docMk/>
          <pc:sldMk cId="1922330582" sldId="335"/>
        </pc:sldMkLst>
      </pc:sldChg>
      <pc:sldChg chg="add">
        <pc:chgData name="Folajimi, Yetunde" userId="3a54126c-7470-4734-afae-d4449bb90691" providerId="ADAL" clId="{0B18F291-B3D6-43DD-86D7-6E3AC87A02DC}" dt="2025-01-22T14:35:12.623" v="4"/>
        <pc:sldMkLst>
          <pc:docMk/>
          <pc:sldMk cId="307721121" sldId="336"/>
        </pc:sldMkLst>
      </pc:sldChg>
      <pc:sldChg chg="add">
        <pc:chgData name="Folajimi, Yetunde" userId="3a54126c-7470-4734-afae-d4449bb90691" providerId="ADAL" clId="{0B18F291-B3D6-43DD-86D7-6E3AC87A02DC}" dt="2025-01-22T14:35:12.623" v="4"/>
        <pc:sldMkLst>
          <pc:docMk/>
          <pc:sldMk cId="1050493317" sldId="337"/>
        </pc:sldMkLst>
      </pc:sldChg>
      <pc:sldChg chg="modSp add mod">
        <pc:chgData name="Folajimi, Yetunde" userId="3a54126c-7470-4734-afae-d4449bb90691" providerId="ADAL" clId="{0B18F291-B3D6-43DD-86D7-6E3AC87A02DC}" dt="2025-01-27T14:18:54.234" v="56" actId="404"/>
        <pc:sldMkLst>
          <pc:docMk/>
          <pc:sldMk cId="1325349449" sldId="338"/>
        </pc:sldMkLst>
      </pc:sldChg>
      <pc:sldChg chg="add">
        <pc:chgData name="Folajimi, Yetunde" userId="3a54126c-7470-4734-afae-d4449bb90691" providerId="ADAL" clId="{0B18F291-B3D6-43DD-86D7-6E3AC87A02DC}" dt="2025-01-22T14:35:12.623" v="4"/>
        <pc:sldMkLst>
          <pc:docMk/>
          <pc:sldMk cId="2097475036" sldId="339"/>
        </pc:sldMkLst>
      </pc:sldChg>
      <pc:sldChg chg="add">
        <pc:chgData name="Folajimi, Yetunde" userId="3a54126c-7470-4734-afae-d4449bb90691" providerId="ADAL" clId="{0B18F291-B3D6-43DD-86D7-6E3AC87A02DC}" dt="2025-01-22T14:35:12.623" v="4"/>
        <pc:sldMkLst>
          <pc:docMk/>
          <pc:sldMk cId="721780392" sldId="340"/>
        </pc:sldMkLst>
      </pc:sldChg>
      <pc:sldChg chg="add">
        <pc:chgData name="Folajimi, Yetunde" userId="3a54126c-7470-4734-afae-d4449bb90691" providerId="ADAL" clId="{0B18F291-B3D6-43DD-86D7-6E3AC87A02DC}" dt="2025-01-22T14:35:12.623" v="4"/>
        <pc:sldMkLst>
          <pc:docMk/>
          <pc:sldMk cId="1755006217" sldId="341"/>
        </pc:sldMkLst>
      </pc:sldChg>
      <pc:sldChg chg="add">
        <pc:chgData name="Folajimi, Yetunde" userId="3a54126c-7470-4734-afae-d4449bb90691" providerId="ADAL" clId="{0B18F291-B3D6-43DD-86D7-6E3AC87A02DC}" dt="2025-01-22T14:35:12.623" v="4"/>
        <pc:sldMkLst>
          <pc:docMk/>
          <pc:sldMk cId="1895935008" sldId="342"/>
        </pc:sldMkLst>
      </pc:sldChg>
      <pc:sldChg chg="add">
        <pc:chgData name="Folajimi, Yetunde" userId="3a54126c-7470-4734-afae-d4449bb90691" providerId="ADAL" clId="{0B18F291-B3D6-43DD-86D7-6E3AC87A02DC}" dt="2025-01-22T14:35:12.623" v="4"/>
        <pc:sldMkLst>
          <pc:docMk/>
          <pc:sldMk cId="1486766124" sldId="343"/>
        </pc:sldMkLst>
      </pc:sldChg>
      <pc:sldChg chg="modSp add mod">
        <pc:chgData name="Folajimi, Yetunde" userId="3a54126c-7470-4734-afae-d4449bb90691" providerId="ADAL" clId="{0B18F291-B3D6-43DD-86D7-6E3AC87A02DC}" dt="2025-01-22T14:35:12.962" v="29" actId="27636"/>
        <pc:sldMkLst>
          <pc:docMk/>
          <pc:sldMk cId="1773862287" sldId="344"/>
        </pc:sldMkLst>
      </pc:sldChg>
      <pc:sldChg chg="modSp add mod">
        <pc:chgData name="Folajimi, Yetunde" userId="3a54126c-7470-4734-afae-d4449bb90691" providerId="ADAL" clId="{0B18F291-B3D6-43DD-86D7-6E3AC87A02DC}" dt="2025-01-22T14:35:12.966" v="30" actId="27636"/>
        <pc:sldMkLst>
          <pc:docMk/>
          <pc:sldMk cId="1131507779" sldId="345"/>
        </pc:sldMkLst>
      </pc:sldChg>
      <pc:sldChg chg="modSp add mod">
        <pc:chgData name="Folajimi, Yetunde" userId="3a54126c-7470-4734-afae-d4449bb90691" providerId="ADAL" clId="{0B18F291-B3D6-43DD-86D7-6E3AC87A02DC}" dt="2025-01-22T14:35:12.972" v="31" actId="27636"/>
        <pc:sldMkLst>
          <pc:docMk/>
          <pc:sldMk cId="483214528" sldId="346"/>
        </pc:sldMkLst>
      </pc:sldChg>
      <pc:sldChg chg="add">
        <pc:chgData name="Folajimi, Yetunde" userId="3a54126c-7470-4734-afae-d4449bb90691" providerId="ADAL" clId="{0B18F291-B3D6-43DD-86D7-6E3AC87A02DC}" dt="2025-01-22T14:35:12.623" v="4"/>
        <pc:sldMkLst>
          <pc:docMk/>
          <pc:sldMk cId="690151042" sldId="347"/>
        </pc:sldMkLst>
      </pc:sldChg>
      <pc:sldChg chg="add">
        <pc:chgData name="Folajimi, Yetunde" userId="3a54126c-7470-4734-afae-d4449bb90691" providerId="ADAL" clId="{0B18F291-B3D6-43DD-86D7-6E3AC87A02DC}" dt="2025-01-22T14:35:12.623" v="4"/>
        <pc:sldMkLst>
          <pc:docMk/>
          <pc:sldMk cId="990573271" sldId="348"/>
        </pc:sldMkLst>
      </pc:sldChg>
      <pc:sldChg chg="add">
        <pc:chgData name="Folajimi, Yetunde" userId="3a54126c-7470-4734-afae-d4449bb90691" providerId="ADAL" clId="{0B18F291-B3D6-43DD-86D7-6E3AC87A02DC}" dt="2025-01-22T14:35:12.623" v="4"/>
        <pc:sldMkLst>
          <pc:docMk/>
          <pc:sldMk cId="1330591336" sldId="350"/>
        </pc:sldMkLst>
      </pc:sldChg>
      <pc:sldChg chg="add">
        <pc:chgData name="Folajimi, Yetunde" userId="3a54126c-7470-4734-afae-d4449bb90691" providerId="ADAL" clId="{0B18F291-B3D6-43DD-86D7-6E3AC87A02DC}" dt="2025-01-22T14:35:12.623" v="4"/>
        <pc:sldMkLst>
          <pc:docMk/>
          <pc:sldMk cId="194551895" sldId="351"/>
        </pc:sldMkLst>
      </pc:sldChg>
      <pc:sldChg chg="modSp add mod">
        <pc:chgData name="Folajimi, Yetunde" userId="3a54126c-7470-4734-afae-d4449bb90691" providerId="ADAL" clId="{0B18F291-B3D6-43DD-86D7-6E3AC87A02DC}" dt="2025-01-22T14:35:12.985" v="32" actId="27636"/>
        <pc:sldMkLst>
          <pc:docMk/>
          <pc:sldMk cId="1119382075" sldId="352"/>
        </pc:sldMkLst>
      </pc:sldChg>
      <pc:sldChg chg="modSp add del mod">
        <pc:chgData name="Folajimi, Yetunde" userId="3a54126c-7470-4734-afae-d4449bb90691" providerId="ADAL" clId="{0B18F291-B3D6-43DD-86D7-6E3AC87A02DC}" dt="2025-01-27T14:18:07.626" v="51" actId="47"/>
        <pc:sldMkLst>
          <pc:docMk/>
          <pc:sldMk cId="1364111741" sldId="353"/>
        </pc:sldMkLst>
      </pc:sldChg>
      <pc:sldChg chg="add">
        <pc:chgData name="Folajimi, Yetunde" userId="3a54126c-7470-4734-afae-d4449bb90691" providerId="ADAL" clId="{0B18F291-B3D6-43DD-86D7-6E3AC87A02DC}" dt="2025-01-22T14:35:12.623" v="4"/>
        <pc:sldMkLst>
          <pc:docMk/>
          <pc:sldMk cId="1245275792" sldId="354"/>
        </pc:sldMkLst>
      </pc:sldChg>
      <pc:sldChg chg="modSp add mod">
        <pc:chgData name="Folajimi, Yetunde" userId="3a54126c-7470-4734-afae-d4449bb90691" providerId="ADAL" clId="{0B18F291-B3D6-43DD-86D7-6E3AC87A02DC}" dt="2025-01-22T14:35:12.798" v="13" actId="27636"/>
        <pc:sldMkLst>
          <pc:docMk/>
          <pc:sldMk cId="1472626417" sldId="355"/>
        </pc:sldMkLst>
      </pc:sldChg>
      <pc:sldChg chg="add">
        <pc:chgData name="Folajimi, Yetunde" userId="3a54126c-7470-4734-afae-d4449bb90691" providerId="ADAL" clId="{0B18F291-B3D6-43DD-86D7-6E3AC87A02DC}" dt="2025-01-22T14:35:12.623" v="4"/>
        <pc:sldMkLst>
          <pc:docMk/>
          <pc:sldMk cId="493078042" sldId="356"/>
        </pc:sldMkLst>
      </pc:sldChg>
      <pc:sldChg chg="modSp add mod">
        <pc:chgData name="Folajimi, Yetunde" userId="3a54126c-7470-4734-afae-d4449bb90691" providerId="ADAL" clId="{0B18F291-B3D6-43DD-86D7-6E3AC87A02DC}" dt="2025-01-22T14:35:12.864" v="19" actId="27636"/>
        <pc:sldMkLst>
          <pc:docMk/>
          <pc:sldMk cId="486542984" sldId="357"/>
        </pc:sldMkLst>
      </pc:sldChg>
      <pc:sldChg chg="modSp add mod">
        <pc:chgData name="Folajimi, Yetunde" userId="3a54126c-7470-4734-afae-d4449bb90691" providerId="ADAL" clId="{0B18F291-B3D6-43DD-86D7-6E3AC87A02DC}" dt="2025-02-03T12:34:41.821" v="64" actId="404"/>
        <pc:sldMkLst>
          <pc:docMk/>
          <pc:sldMk cId="729571222" sldId="358"/>
        </pc:sldMkLst>
      </pc:sldChg>
      <pc:sldChg chg="add">
        <pc:chgData name="Folajimi, Yetunde" userId="3a54126c-7470-4734-afae-d4449bb90691" providerId="ADAL" clId="{0B18F291-B3D6-43DD-86D7-6E3AC87A02DC}" dt="2025-01-22T14:35:12.623" v="4"/>
        <pc:sldMkLst>
          <pc:docMk/>
          <pc:sldMk cId="1591823635" sldId="406"/>
        </pc:sldMkLst>
      </pc:sldChg>
      <pc:sldChg chg="del">
        <pc:chgData name="Folajimi, Yetunde" userId="3a54126c-7470-4734-afae-d4449bb90691" providerId="ADAL" clId="{0B18F291-B3D6-43DD-86D7-6E3AC87A02DC}" dt="2025-01-22T14:35:10.819" v="3" actId="47"/>
        <pc:sldMkLst>
          <pc:docMk/>
          <pc:sldMk cId="1555673973" sldId="421"/>
        </pc:sldMkLst>
      </pc:sldChg>
      <pc:sldChg chg="del">
        <pc:chgData name="Folajimi, Yetunde" userId="3a54126c-7470-4734-afae-d4449bb90691" providerId="ADAL" clId="{0B18F291-B3D6-43DD-86D7-6E3AC87A02DC}" dt="2025-01-22T14:35:10.819" v="3" actId="47"/>
        <pc:sldMkLst>
          <pc:docMk/>
          <pc:sldMk cId="2601273755" sldId="422"/>
        </pc:sldMkLst>
      </pc:sldChg>
      <pc:sldChg chg="del">
        <pc:chgData name="Folajimi, Yetunde" userId="3a54126c-7470-4734-afae-d4449bb90691" providerId="ADAL" clId="{0B18F291-B3D6-43DD-86D7-6E3AC87A02DC}" dt="2025-01-22T14:35:10.819" v="3" actId="47"/>
        <pc:sldMkLst>
          <pc:docMk/>
          <pc:sldMk cId="111150344" sldId="423"/>
        </pc:sldMkLst>
      </pc:sldChg>
      <pc:sldChg chg="del">
        <pc:chgData name="Folajimi, Yetunde" userId="3a54126c-7470-4734-afae-d4449bb90691" providerId="ADAL" clId="{0B18F291-B3D6-43DD-86D7-6E3AC87A02DC}" dt="2025-01-22T14:35:10.819" v="3" actId="47"/>
        <pc:sldMkLst>
          <pc:docMk/>
          <pc:sldMk cId="3222340044" sldId="425"/>
        </pc:sldMkLst>
      </pc:sldChg>
      <pc:sldChg chg="del">
        <pc:chgData name="Folajimi, Yetunde" userId="3a54126c-7470-4734-afae-d4449bb90691" providerId="ADAL" clId="{0B18F291-B3D6-43DD-86D7-6E3AC87A02DC}" dt="2025-01-22T14:22:06.766" v="0" actId="47"/>
        <pc:sldMkLst>
          <pc:docMk/>
          <pc:sldMk cId="3246613732" sldId="432"/>
        </pc:sldMkLst>
      </pc:sldChg>
      <pc:sldChg chg="del">
        <pc:chgData name="Folajimi, Yetunde" userId="3a54126c-7470-4734-afae-d4449bb90691" providerId="ADAL" clId="{0B18F291-B3D6-43DD-86D7-6E3AC87A02DC}" dt="2025-01-22T14:22:09.889" v="1" actId="47"/>
        <pc:sldMkLst>
          <pc:docMk/>
          <pc:sldMk cId="1256658008" sldId="433"/>
        </pc:sldMkLst>
      </pc:sldChg>
      <pc:sldChg chg="del">
        <pc:chgData name="Folajimi, Yetunde" userId="3a54126c-7470-4734-afae-d4449bb90691" providerId="ADAL" clId="{0B18F291-B3D6-43DD-86D7-6E3AC87A02DC}" dt="2025-01-22T14:35:01.321" v="2" actId="47"/>
        <pc:sldMkLst>
          <pc:docMk/>
          <pc:sldMk cId="1317998088" sldId="436"/>
        </pc:sldMkLst>
      </pc:sldChg>
      <pc:sldChg chg="del">
        <pc:chgData name="Folajimi, Yetunde" userId="3a54126c-7470-4734-afae-d4449bb90691" providerId="ADAL" clId="{0B18F291-B3D6-43DD-86D7-6E3AC87A02DC}" dt="2025-01-22T14:35:01.321" v="2" actId="47"/>
        <pc:sldMkLst>
          <pc:docMk/>
          <pc:sldMk cId="1492057435" sldId="438"/>
        </pc:sldMkLst>
      </pc:sldChg>
      <pc:sldChg chg="del">
        <pc:chgData name="Folajimi, Yetunde" userId="3a54126c-7470-4734-afae-d4449bb90691" providerId="ADAL" clId="{0B18F291-B3D6-43DD-86D7-6E3AC87A02DC}" dt="2025-01-22T14:35:01.321" v="2" actId="47"/>
        <pc:sldMkLst>
          <pc:docMk/>
          <pc:sldMk cId="1272657841" sldId="440"/>
        </pc:sldMkLst>
      </pc:sldChg>
      <pc:sldChg chg="del">
        <pc:chgData name="Folajimi, Yetunde" userId="3a54126c-7470-4734-afae-d4449bb90691" providerId="ADAL" clId="{0B18F291-B3D6-43DD-86D7-6E3AC87A02DC}" dt="2025-01-22T14:35:01.321" v="2" actId="47"/>
        <pc:sldMkLst>
          <pc:docMk/>
          <pc:sldMk cId="1605220749" sldId="441"/>
        </pc:sldMkLst>
      </pc:sldChg>
      <pc:sldChg chg="del">
        <pc:chgData name="Folajimi, Yetunde" userId="3a54126c-7470-4734-afae-d4449bb90691" providerId="ADAL" clId="{0B18F291-B3D6-43DD-86D7-6E3AC87A02DC}" dt="2025-01-22T14:35:01.321" v="2" actId="47"/>
        <pc:sldMkLst>
          <pc:docMk/>
          <pc:sldMk cId="416993518" sldId="443"/>
        </pc:sldMkLst>
      </pc:sldChg>
      <pc:sldChg chg="del">
        <pc:chgData name="Folajimi, Yetunde" userId="3a54126c-7470-4734-afae-d4449bb90691" providerId="ADAL" clId="{0B18F291-B3D6-43DD-86D7-6E3AC87A02DC}" dt="2025-01-22T14:35:01.321" v="2" actId="47"/>
        <pc:sldMkLst>
          <pc:docMk/>
          <pc:sldMk cId="1795274480" sldId="444"/>
        </pc:sldMkLst>
      </pc:sldChg>
      <pc:sldChg chg="del">
        <pc:chgData name="Folajimi, Yetunde" userId="3a54126c-7470-4734-afae-d4449bb90691" providerId="ADAL" clId="{0B18F291-B3D6-43DD-86D7-6E3AC87A02DC}" dt="2025-01-22T14:35:01.321" v="2" actId="47"/>
        <pc:sldMkLst>
          <pc:docMk/>
          <pc:sldMk cId="2526269186" sldId="445"/>
        </pc:sldMkLst>
      </pc:sldChg>
      <pc:sldChg chg="del">
        <pc:chgData name="Folajimi, Yetunde" userId="3a54126c-7470-4734-afae-d4449bb90691" providerId="ADAL" clId="{0B18F291-B3D6-43DD-86D7-6E3AC87A02DC}" dt="2025-01-22T14:35:01.321" v="2" actId="47"/>
        <pc:sldMkLst>
          <pc:docMk/>
          <pc:sldMk cId="2899359134" sldId="453"/>
        </pc:sldMkLst>
      </pc:sldChg>
      <pc:sldChg chg="del">
        <pc:chgData name="Folajimi, Yetunde" userId="3a54126c-7470-4734-afae-d4449bb90691" providerId="ADAL" clId="{0B18F291-B3D6-43DD-86D7-6E3AC87A02DC}" dt="2025-01-22T14:35:01.321" v="2" actId="47"/>
        <pc:sldMkLst>
          <pc:docMk/>
          <pc:sldMk cId="231242554" sldId="456"/>
        </pc:sldMkLst>
      </pc:sldChg>
      <pc:sldChg chg="del">
        <pc:chgData name="Folajimi, Yetunde" userId="3a54126c-7470-4734-afae-d4449bb90691" providerId="ADAL" clId="{0B18F291-B3D6-43DD-86D7-6E3AC87A02DC}" dt="2025-01-22T14:35:01.321" v="2" actId="47"/>
        <pc:sldMkLst>
          <pc:docMk/>
          <pc:sldMk cId="2997918793" sldId="460"/>
        </pc:sldMkLst>
      </pc:sldChg>
      <pc:sldChg chg="del">
        <pc:chgData name="Folajimi, Yetunde" userId="3a54126c-7470-4734-afae-d4449bb90691" providerId="ADAL" clId="{0B18F291-B3D6-43DD-86D7-6E3AC87A02DC}" dt="2025-01-22T14:35:01.321" v="2" actId="47"/>
        <pc:sldMkLst>
          <pc:docMk/>
          <pc:sldMk cId="492822224" sldId="484"/>
        </pc:sldMkLst>
      </pc:sldChg>
      <pc:sldChg chg="del">
        <pc:chgData name="Folajimi, Yetunde" userId="3a54126c-7470-4734-afae-d4449bb90691" providerId="ADAL" clId="{0B18F291-B3D6-43DD-86D7-6E3AC87A02DC}" dt="2025-01-22T14:35:01.321" v="2" actId="47"/>
        <pc:sldMkLst>
          <pc:docMk/>
          <pc:sldMk cId="3556036936" sldId="485"/>
        </pc:sldMkLst>
      </pc:sldChg>
      <pc:sldChg chg="del">
        <pc:chgData name="Folajimi, Yetunde" userId="3a54126c-7470-4734-afae-d4449bb90691" providerId="ADAL" clId="{0B18F291-B3D6-43DD-86D7-6E3AC87A02DC}" dt="2025-01-22T14:35:01.321" v="2" actId="47"/>
        <pc:sldMkLst>
          <pc:docMk/>
          <pc:sldMk cId="600717703" sldId="487"/>
        </pc:sldMkLst>
      </pc:sldChg>
      <pc:sldChg chg="del">
        <pc:chgData name="Folajimi, Yetunde" userId="3a54126c-7470-4734-afae-d4449bb90691" providerId="ADAL" clId="{0B18F291-B3D6-43DD-86D7-6E3AC87A02DC}" dt="2025-01-22T14:35:01.321" v="2" actId="47"/>
        <pc:sldMkLst>
          <pc:docMk/>
          <pc:sldMk cId="4110485080" sldId="488"/>
        </pc:sldMkLst>
      </pc:sldChg>
      <pc:sldChg chg="del">
        <pc:chgData name="Folajimi, Yetunde" userId="3a54126c-7470-4734-afae-d4449bb90691" providerId="ADAL" clId="{0B18F291-B3D6-43DD-86D7-6E3AC87A02DC}" dt="2025-01-22T14:35:01.321" v="2" actId="47"/>
        <pc:sldMkLst>
          <pc:docMk/>
          <pc:sldMk cId="189148814" sldId="489"/>
        </pc:sldMkLst>
      </pc:sldChg>
      <pc:sldChg chg="del">
        <pc:chgData name="Folajimi, Yetunde" userId="3a54126c-7470-4734-afae-d4449bb90691" providerId="ADAL" clId="{0B18F291-B3D6-43DD-86D7-6E3AC87A02DC}" dt="2025-01-22T14:35:10.819" v="3" actId="47"/>
        <pc:sldMkLst>
          <pc:docMk/>
          <pc:sldMk cId="2569860062" sldId="518"/>
        </pc:sldMkLst>
      </pc:sldChg>
      <pc:sldChg chg="del">
        <pc:chgData name="Folajimi, Yetunde" userId="3a54126c-7470-4734-afae-d4449bb90691" providerId="ADAL" clId="{0B18F291-B3D6-43DD-86D7-6E3AC87A02DC}" dt="2025-01-22T14:35:01.321" v="2" actId="47"/>
        <pc:sldMkLst>
          <pc:docMk/>
          <pc:sldMk cId="942170063" sldId="519"/>
        </pc:sldMkLst>
      </pc:sldChg>
      <pc:sldChg chg="del">
        <pc:chgData name="Folajimi, Yetunde" userId="3a54126c-7470-4734-afae-d4449bb90691" providerId="ADAL" clId="{0B18F291-B3D6-43DD-86D7-6E3AC87A02DC}" dt="2025-01-22T14:35:01.321" v="2" actId="47"/>
        <pc:sldMkLst>
          <pc:docMk/>
          <pc:sldMk cId="2090791678" sldId="520"/>
        </pc:sldMkLst>
      </pc:sldChg>
      <pc:sldChg chg="del">
        <pc:chgData name="Folajimi, Yetunde" userId="3a54126c-7470-4734-afae-d4449bb90691" providerId="ADAL" clId="{0B18F291-B3D6-43DD-86D7-6E3AC87A02DC}" dt="2025-01-22T14:35:01.321" v="2" actId="47"/>
        <pc:sldMkLst>
          <pc:docMk/>
          <pc:sldMk cId="1061592084" sldId="521"/>
        </pc:sldMkLst>
      </pc:sldChg>
      <pc:sldChg chg="del">
        <pc:chgData name="Folajimi, Yetunde" userId="3a54126c-7470-4734-afae-d4449bb90691" providerId="ADAL" clId="{0B18F291-B3D6-43DD-86D7-6E3AC87A02DC}" dt="2025-01-22T14:35:01.321" v="2" actId="47"/>
        <pc:sldMkLst>
          <pc:docMk/>
          <pc:sldMk cId="3416996295" sldId="522"/>
        </pc:sldMkLst>
      </pc:sldChg>
      <pc:sldChg chg="del">
        <pc:chgData name="Folajimi, Yetunde" userId="3a54126c-7470-4734-afae-d4449bb90691" providerId="ADAL" clId="{0B18F291-B3D6-43DD-86D7-6E3AC87A02DC}" dt="2025-01-22T14:35:01.321" v="2" actId="47"/>
        <pc:sldMkLst>
          <pc:docMk/>
          <pc:sldMk cId="1685492201" sldId="523"/>
        </pc:sldMkLst>
      </pc:sldChg>
      <pc:sldChg chg="del">
        <pc:chgData name="Folajimi, Yetunde" userId="3a54126c-7470-4734-afae-d4449bb90691" providerId="ADAL" clId="{0B18F291-B3D6-43DD-86D7-6E3AC87A02DC}" dt="2025-01-22T14:35:01.321" v="2" actId="47"/>
        <pc:sldMkLst>
          <pc:docMk/>
          <pc:sldMk cId="1415385382" sldId="524"/>
        </pc:sldMkLst>
      </pc:sldChg>
      <pc:sldChg chg="del">
        <pc:chgData name="Folajimi, Yetunde" userId="3a54126c-7470-4734-afae-d4449bb90691" providerId="ADAL" clId="{0B18F291-B3D6-43DD-86D7-6E3AC87A02DC}" dt="2025-01-22T14:35:01.321" v="2" actId="47"/>
        <pc:sldMkLst>
          <pc:docMk/>
          <pc:sldMk cId="3333247338" sldId="525"/>
        </pc:sldMkLst>
      </pc:sldChg>
      <pc:sldChg chg="del">
        <pc:chgData name="Folajimi, Yetunde" userId="3a54126c-7470-4734-afae-d4449bb90691" providerId="ADAL" clId="{0B18F291-B3D6-43DD-86D7-6E3AC87A02DC}" dt="2025-01-22T14:35:01.321" v="2" actId="47"/>
        <pc:sldMkLst>
          <pc:docMk/>
          <pc:sldMk cId="3477023916" sldId="526"/>
        </pc:sldMkLst>
      </pc:sldChg>
      <pc:sldChg chg="del">
        <pc:chgData name="Folajimi, Yetunde" userId="3a54126c-7470-4734-afae-d4449bb90691" providerId="ADAL" clId="{0B18F291-B3D6-43DD-86D7-6E3AC87A02DC}" dt="2025-01-22T14:35:01.321" v="2" actId="47"/>
        <pc:sldMkLst>
          <pc:docMk/>
          <pc:sldMk cId="1056502460" sldId="527"/>
        </pc:sldMkLst>
      </pc:sldChg>
      <pc:sldChg chg="del">
        <pc:chgData name="Folajimi, Yetunde" userId="3a54126c-7470-4734-afae-d4449bb90691" providerId="ADAL" clId="{0B18F291-B3D6-43DD-86D7-6E3AC87A02DC}" dt="2025-01-22T14:35:01.321" v="2" actId="47"/>
        <pc:sldMkLst>
          <pc:docMk/>
          <pc:sldMk cId="2870246679" sldId="528"/>
        </pc:sldMkLst>
      </pc:sldChg>
      <pc:sldChg chg="del">
        <pc:chgData name="Folajimi, Yetunde" userId="3a54126c-7470-4734-afae-d4449bb90691" providerId="ADAL" clId="{0B18F291-B3D6-43DD-86D7-6E3AC87A02DC}" dt="2025-01-22T14:35:01.321" v="2" actId="47"/>
        <pc:sldMkLst>
          <pc:docMk/>
          <pc:sldMk cId="3619481526" sldId="529"/>
        </pc:sldMkLst>
      </pc:sldChg>
      <pc:sldChg chg="del">
        <pc:chgData name="Folajimi, Yetunde" userId="3a54126c-7470-4734-afae-d4449bb90691" providerId="ADAL" clId="{0B18F291-B3D6-43DD-86D7-6E3AC87A02DC}" dt="2025-01-22T14:35:01.321" v="2" actId="47"/>
        <pc:sldMkLst>
          <pc:docMk/>
          <pc:sldMk cId="3226568988" sldId="530"/>
        </pc:sldMkLst>
      </pc:sldChg>
      <pc:sldChg chg="del">
        <pc:chgData name="Folajimi, Yetunde" userId="3a54126c-7470-4734-afae-d4449bb90691" providerId="ADAL" clId="{0B18F291-B3D6-43DD-86D7-6E3AC87A02DC}" dt="2025-01-22T14:35:01.321" v="2" actId="47"/>
        <pc:sldMkLst>
          <pc:docMk/>
          <pc:sldMk cId="1107935500" sldId="531"/>
        </pc:sldMkLst>
      </pc:sldChg>
      <pc:sldChg chg="del">
        <pc:chgData name="Folajimi, Yetunde" userId="3a54126c-7470-4734-afae-d4449bb90691" providerId="ADAL" clId="{0B18F291-B3D6-43DD-86D7-6E3AC87A02DC}" dt="2025-01-22T14:35:01.321" v="2" actId="47"/>
        <pc:sldMkLst>
          <pc:docMk/>
          <pc:sldMk cId="78074914" sldId="532"/>
        </pc:sldMkLst>
      </pc:sldChg>
      <pc:sldChg chg="del">
        <pc:chgData name="Folajimi, Yetunde" userId="3a54126c-7470-4734-afae-d4449bb90691" providerId="ADAL" clId="{0B18F291-B3D6-43DD-86D7-6E3AC87A02DC}" dt="2025-01-22T14:35:01.321" v="2" actId="47"/>
        <pc:sldMkLst>
          <pc:docMk/>
          <pc:sldMk cId="3775998257" sldId="533"/>
        </pc:sldMkLst>
      </pc:sldChg>
      <pc:sldChg chg="del">
        <pc:chgData name="Folajimi, Yetunde" userId="3a54126c-7470-4734-afae-d4449bb90691" providerId="ADAL" clId="{0B18F291-B3D6-43DD-86D7-6E3AC87A02DC}" dt="2025-01-22T14:35:01.321" v="2" actId="47"/>
        <pc:sldMkLst>
          <pc:docMk/>
          <pc:sldMk cId="1622363751" sldId="534"/>
        </pc:sldMkLst>
      </pc:sldChg>
      <pc:sldChg chg="del">
        <pc:chgData name="Folajimi, Yetunde" userId="3a54126c-7470-4734-afae-d4449bb90691" providerId="ADAL" clId="{0B18F291-B3D6-43DD-86D7-6E3AC87A02DC}" dt="2025-01-22T14:35:01.321" v="2" actId="47"/>
        <pc:sldMkLst>
          <pc:docMk/>
          <pc:sldMk cId="3717329499" sldId="535"/>
        </pc:sldMkLst>
      </pc:sldChg>
      <pc:sldChg chg="del">
        <pc:chgData name="Folajimi, Yetunde" userId="3a54126c-7470-4734-afae-d4449bb90691" providerId="ADAL" clId="{0B18F291-B3D6-43DD-86D7-6E3AC87A02DC}" dt="2025-01-22T14:35:01.321" v="2" actId="47"/>
        <pc:sldMkLst>
          <pc:docMk/>
          <pc:sldMk cId="1144379954" sldId="536"/>
        </pc:sldMkLst>
      </pc:sldChg>
      <pc:sldChg chg="del">
        <pc:chgData name="Folajimi, Yetunde" userId="3a54126c-7470-4734-afae-d4449bb90691" providerId="ADAL" clId="{0B18F291-B3D6-43DD-86D7-6E3AC87A02DC}" dt="2025-01-22T14:35:01.321" v="2" actId="47"/>
        <pc:sldMkLst>
          <pc:docMk/>
          <pc:sldMk cId="200881266" sldId="537"/>
        </pc:sldMkLst>
      </pc:sldChg>
      <pc:sldChg chg="del">
        <pc:chgData name="Folajimi, Yetunde" userId="3a54126c-7470-4734-afae-d4449bb90691" providerId="ADAL" clId="{0B18F291-B3D6-43DD-86D7-6E3AC87A02DC}" dt="2025-01-22T14:35:01.321" v="2" actId="47"/>
        <pc:sldMkLst>
          <pc:docMk/>
          <pc:sldMk cId="1175667821" sldId="538"/>
        </pc:sldMkLst>
      </pc:sldChg>
      <pc:sldChg chg="del">
        <pc:chgData name="Folajimi, Yetunde" userId="3a54126c-7470-4734-afae-d4449bb90691" providerId="ADAL" clId="{0B18F291-B3D6-43DD-86D7-6E3AC87A02DC}" dt="2025-01-22T14:35:01.321" v="2" actId="47"/>
        <pc:sldMkLst>
          <pc:docMk/>
          <pc:sldMk cId="2515796331" sldId="539"/>
        </pc:sldMkLst>
      </pc:sldChg>
      <pc:sldChg chg="del">
        <pc:chgData name="Folajimi, Yetunde" userId="3a54126c-7470-4734-afae-d4449bb90691" providerId="ADAL" clId="{0B18F291-B3D6-43DD-86D7-6E3AC87A02DC}" dt="2025-01-22T14:35:01.321" v="2" actId="47"/>
        <pc:sldMkLst>
          <pc:docMk/>
          <pc:sldMk cId="2245539368" sldId="540"/>
        </pc:sldMkLst>
      </pc:sldChg>
      <pc:sldChg chg="del">
        <pc:chgData name="Folajimi, Yetunde" userId="3a54126c-7470-4734-afae-d4449bb90691" providerId="ADAL" clId="{0B18F291-B3D6-43DD-86D7-6E3AC87A02DC}" dt="2025-01-22T14:35:01.321" v="2" actId="47"/>
        <pc:sldMkLst>
          <pc:docMk/>
          <pc:sldMk cId="1957236770" sldId="541"/>
        </pc:sldMkLst>
      </pc:sldChg>
      <pc:sldChg chg="del">
        <pc:chgData name="Folajimi, Yetunde" userId="3a54126c-7470-4734-afae-d4449bb90691" providerId="ADAL" clId="{0B18F291-B3D6-43DD-86D7-6E3AC87A02DC}" dt="2025-01-22T14:35:01.321" v="2" actId="47"/>
        <pc:sldMkLst>
          <pc:docMk/>
          <pc:sldMk cId="3189885629" sldId="542"/>
        </pc:sldMkLst>
      </pc:sldChg>
      <pc:sldChg chg="del">
        <pc:chgData name="Folajimi, Yetunde" userId="3a54126c-7470-4734-afae-d4449bb90691" providerId="ADAL" clId="{0B18F291-B3D6-43DD-86D7-6E3AC87A02DC}" dt="2025-01-22T14:35:01.321" v="2" actId="47"/>
        <pc:sldMkLst>
          <pc:docMk/>
          <pc:sldMk cId="3245756923" sldId="543"/>
        </pc:sldMkLst>
      </pc:sldChg>
      <pc:sldChg chg="del">
        <pc:chgData name="Folajimi, Yetunde" userId="3a54126c-7470-4734-afae-d4449bb90691" providerId="ADAL" clId="{0B18F291-B3D6-43DD-86D7-6E3AC87A02DC}" dt="2025-01-22T14:35:01.321" v="2" actId="47"/>
        <pc:sldMkLst>
          <pc:docMk/>
          <pc:sldMk cId="2686542078" sldId="544"/>
        </pc:sldMkLst>
      </pc:sldChg>
      <pc:sldChg chg="del">
        <pc:chgData name="Folajimi, Yetunde" userId="3a54126c-7470-4734-afae-d4449bb90691" providerId="ADAL" clId="{0B18F291-B3D6-43DD-86D7-6E3AC87A02DC}" dt="2025-01-22T14:35:01.321" v="2" actId="47"/>
        <pc:sldMkLst>
          <pc:docMk/>
          <pc:sldMk cId="1834529637" sldId="545"/>
        </pc:sldMkLst>
      </pc:sldChg>
      <pc:sldChg chg="del">
        <pc:chgData name="Folajimi, Yetunde" userId="3a54126c-7470-4734-afae-d4449bb90691" providerId="ADAL" clId="{0B18F291-B3D6-43DD-86D7-6E3AC87A02DC}" dt="2025-01-22T14:35:01.321" v="2" actId="47"/>
        <pc:sldMkLst>
          <pc:docMk/>
          <pc:sldMk cId="1866056821" sldId="546"/>
        </pc:sldMkLst>
      </pc:sldChg>
      <pc:sldChg chg="del">
        <pc:chgData name="Folajimi, Yetunde" userId="3a54126c-7470-4734-afae-d4449bb90691" providerId="ADAL" clId="{0B18F291-B3D6-43DD-86D7-6E3AC87A02DC}" dt="2025-01-22T14:35:01.321" v="2" actId="47"/>
        <pc:sldMkLst>
          <pc:docMk/>
          <pc:sldMk cId="2597127477" sldId="547"/>
        </pc:sldMkLst>
      </pc:sldChg>
      <pc:sldChg chg="del">
        <pc:chgData name="Folajimi, Yetunde" userId="3a54126c-7470-4734-afae-d4449bb90691" providerId="ADAL" clId="{0B18F291-B3D6-43DD-86D7-6E3AC87A02DC}" dt="2025-01-22T14:35:01.321" v="2" actId="47"/>
        <pc:sldMkLst>
          <pc:docMk/>
          <pc:sldMk cId="68700914" sldId="548"/>
        </pc:sldMkLst>
      </pc:sldChg>
      <pc:sldChg chg="del">
        <pc:chgData name="Folajimi, Yetunde" userId="3a54126c-7470-4734-afae-d4449bb90691" providerId="ADAL" clId="{0B18F291-B3D6-43DD-86D7-6E3AC87A02DC}" dt="2025-01-22T14:35:01.321" v="2" actId="47"/>
        <pc:sldMkLst>
          <pc:docMk/>
          <pc:sldMk cId="1760085355" sldId="549"/>
        </pc:sldMkLst>
      </pc:sldChg>
      <pc:sldChg chg="del">
        <pc:chgData name="Folajimi, Yetunde" userId="3a54126c-7470-4734-afae-d4449bb90691" providerId="ADAL" clId="{0B18F291-B3D6-43DD-86D7-6E3AC87A02DC}" dt="2025-01-22T14:35:01.321" v="2" actId="47"/>
        <pc:sldMkLst>
          <pc:docMk/>
          <pc:sldMk cId="3729425051" sldId="55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9/22/2025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Welcome.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html/WelcomeWithThreeMessages.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liveexample.pearsoncmg.com/html/ComputeExpression.html"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liveexample.pearsoncmg.com/html/ShowSyntaxErrors.html"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iveexample.pearsoncmg.com/html/ShowRuntimeErrors.html"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iveexample.pearsoncmg.com/html/ShowLogicErrors.htm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iveexample.pearsoncmg.com/html/ComputeAreaWithConsoleInput.html"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liveexample.pearsoncmg.com/html/ComputeAverage.html"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iveexample.pearsoncmg.com/html/DisplayTime.html"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iveexample.pearsoncmg.com/html/FahrenheitToCelsius.html"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IN" sz="1200" b="0" i="0" u="none" strike="noStrike" kern="1200" cap="none" dirty="0">
                <a:solidFill>
                  <a:schemeClr val="dk1"/>
                </a:solidFill>
                <a:effectLst/>
                <a:latin typeface="Arial"/>
                <a:ea typeface="Arial"/>
                <a:cs typeface="Arial"/>
                <a:sym typeface="Arial"/>
              </a:rPr>
              <a:t>Slides in this presentation contain hyperlinks. JAWS users should be able to get a list of links by using INSERT+F7</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Welcome: </a:t>
            </a:r>
            <a:r>
              <a:rPr lang="en-US" dirty="0">
                <a:hlinkClick r:id="rId3"/>
              </a:rPr>
              <a:t>https://liveexample.pearsoncmg.com/html/Welcome.html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3701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Forward slash, forward slash. This application program prints Welcome to Java mark of exclamation.</a:t>
            </a:r>
          </a:p>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a:p>
            <a:endParaRPr lang="en-IN" dirty="0"/>
          </a:p>
          <a:p>
            <a:r>
              <a:rPr lang="en-IN" dirty="0"/>
              <a:t>The flow chart time sets with Create or Modify source code followed by Source Code, Compile Source Code, for example, java welcome dot java, Bytecode, Run Bytecode, for example, java welcome, and result. Source Code is connected to programming developed by the programmer, Bytecode is connected to a panel reads generated by the compiler for J V M to read and interpret, and the result is connected to a panel, reads welcome to java is displayed on the console.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9628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31235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WelcomeWith</a:t>
            </a:r>
            <a:r>
              <a:rPr lang="en-US" baseline="0" dirty="0"/>
              <a:t>ThreeMessages: </a:t>
            </a:r>
            <a:r>
              <a:rPr lang="en-US" dirty="0">
                <a:hlinkClick r:id="rId3"/>
              </a:rPr>
              <a:t>https://liveexample.pearsoncmg.com/html/WelcomeWithThreeMessages.html</a:t>
            </a:r>
            <a:endParaRPr lang="en-US" dirty="0"/>
          </a:p>
          <a:p>
            <a:endParaRPr lang="en-US" dirty="0"/>
          </a:p>
          <a:p>
            <a:r>
              <a:rPr lang="en-US" dirty="0"/>
              <a:t>ComputeExpression: </a:t>
            </a:r>
            <a:r>
              <a:rPr lang="en-US" dirty="0">
                <a:hlinkClick r:id="rId4"/>
              </a:rPr>
              <a:t>https://liveexample.pearsoncmg.com/html/ComputeExpression.html</a:t>
            </a:r>
            <a:endParaRPr lang="en-US" dirty="0"/>
          </a:p>
          <a:p>
            <a:endParaRPr lang="en-US" dirty="0"/>
          </a:p>
          <a:p>
            <a:r>
              <a:rPr lang="en-US" dirty="0"/>
              <a:t>https://liveexample.pearsoncmg.com/LiveRun13e/faces/LiveExample.xhtml?programName=</a:t>
            </a:r>
            <a:r>
              <a:rPr lang="en-US" dirty="0">
                <a:hlinkClick r:id="rId3"/>
              </a:rPr>
              <a:t>WelcomeWithThreeMessages</a:t>
            </a:r>
            <a:r>
              <a:rPr lang="en-US" dirty="0"/>
              <a:t>&amp;programHeight=431&amp;username=slide&amp;header=on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77329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9822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 (Welcome in this row is highlighted)</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8398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 (Entire line except left brace is highlighted)</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0010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 (Entire line is highlighted)</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762294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 (Semi colon is highlighted)</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38181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 (Public class is highlighted)</a:t>
            </a:r>
          </a:p>
          <a:p>
            <a:r>
              <a:rPr lang="en-IN" dirty="0"/>
              <a:t>public static void main left parenthesis String left bracket right bracket args right parenthesis left brace (public static void is highlighted)</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95254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a:p>
            <a:r>
              <a:rPr lang="en-IN" dirty="0"/>
              <a:t>Left braces and right braces in entire code block are highlighted.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41084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a:p>
            <a:r>
              <a:rPr lang="en-IN" dirty="0"/>
              <a:t>Left parentheses and right parentheses in entire code block are highlighted.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33955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 (Semi colon is highlighted)</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71968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 (Forward slashes are highlighted)</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51273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Public class welcome left brace</a:t>
            </a:r>
          </a:p>
          <a:p>
            <a:r>
              <a:rPr lang="en-IN" dirty="0"/>
              <a:t>public static void main left parenthesis String left bracket right bracket args right parenthesis left brace</a:t>
            </a:r>
          </a:p>
          <a:p>
            <a:r>
              <a:rPr lang="en-IN" dirty="0"/>
              <a:t>System.out.println left parenthesis start quotation mark Welcome to Java mark of exclamation end double quotation mark right parenthesis semi colon (Quotation marks are highlighted)</a:t>
            </a:r>
          </a:p>
          <a:p>
            <a:r>
              <a:rPr lang="en-IN" dirty="0"/>
              <a:t>right brace</a:t>
            </a:r>
          </a:p>
          <a:p>
            <a:r>
              <a:rPr lang="en-IN" dirty="0"/>
              <a:t>right brace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212840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ShowSyntaxErrors: </a:t>
            </a:r>
            <a:r>
              <a:rPr lang="en-US" dirty="0">
                <a:hlinkClick r:id="rId3"/>
              </a:rPr>
              <a:t>https://liveexample.pearsoncmg.com/html/ShowSyntaxErrors.html</a:t>
            </a:r>
            <a:endParaRPr lang="en-US" dirty="0"/>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https://liveexample.pearsoncmg.com/LiveRun13e/faces/LiveExample.xhtml?programName=</a:t>
            </a:r>
            <a:r>
              <a:rPr lang="en-US" dirty="0">
                <a:hlinkClick r:id="rId3"/>
              </a:rPr>
              <a:t>ShowSyntaxErrors</a:t>
            </a:r>
            <a:r>
              <a:rPr lang="en-US" dirty="0"/>
              <a:t>&amp;programHeight=431&amp;username=slide&amp;header=on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2435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ShowRunTimeErros</a:t>
            </a:r>
            <a:r>
              <a:rPr lang="en-US" dirty="0"/>
              <a:t>: </a:t>
            </a:r>
            <a:r>
              <a:rPr lang="en-US" dirty="0">
                <a:hlinkClick r:id="rId3"/>
              </a:rPr>
              <a:t>https://liveexample.pearsoncmg.com/html/ShowRuntimeErrors.html</a:t>
            </a:r>
            <a:endParaRPr lang="en-US" dirty="0"/>
          </a:p>
          <a:p>
            <a:endParaRPr lang="en-US" dirty="0"/>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https://liveexample.pearsoncmg.com/LiveRun13e/faces/LiveExample.xhtml?programName=</a:t>
            </a:r>
            <a:r>
              <a:rPr lang="en-US" dirty="0">
                <a:hlinkClick r:id="rId3"/>
              </a:rPr>
              <a:t>ShowRuntimeErrors</a:t>
            </a:r>
            <a:r>
              <a:rPr lang="en-US" dirty="0"/>
              <a:t>&amp;programHeight=431&amp;username=slide&amp;header=on</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97471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32" marR="0" lvl="0" indent="0" algn="l" defTabSz="457200" rtl="0" eaLnBrk="1" fontAlgn="auto" latinLnBrk="0" hangingPunct="1">
              <a:lnSpc>
                <a:spcPct val="100000"/>
              </a:lnSpc>
              <a:spcBef>
                <a:spcPts val="0"/>
              </a:spcBef>
              <a:spcAft>
                <a:spcPts val="0"/>
              </a:spcAft>
              <a:buClrTx/>
              <a:buSzTx/>
              <a:buFontTx/>
              <a:buNone/>
              <a:tabLst/>
              <a:defRPr/>
            </a:pPr>
            <a:r>
              <a:rPr lang="en-US" dirty="0"/>
              <a:t>ShowLogicErrors: </a:t>
            </a:r>
            <a:r>
              <a:rPr lang="en-US" dirty="0">
                <a:hlinkClick r:id="rId3"/>
              </a:rPr>
              <a:t>https://liveexample.pearsoncmg.com/html/ShowLogicErrors.html</a:t>
            </a:r>
            <a:endParaRPr lang="en-US" dirty="0"/>
          </a:p>
          <a:p>
            <a:pPr marL="432" marR="0" lvl="0" indent="0" algn="l" defTabSz="457200" rtl="0" eaLnBrk="1" fontAlgn="auto" latinLnBrk="0" hangingPunct="1">
              <a:lnSpc>
                <a:spcPct val="100000"/>
              </a:lnSpc>
              <a:spcBef>
                <a:spcPts val="0"/>
              </a:spcBef>
              <a:spcAft>
                <a:spcPts val="0"/>
              </a:spcAft>
              <a:buClrTx/>
              <a:buSzTx/>
              <a:buFontTx/>
              <a:buNone/>
              <a:tabLst/>
              <a:defRPr/>
            </a:pPr>
            <a:endParaRPr lang="en-US" dirty="0"/>
          </a:p>
          <a:p>
            <a:pPr marL="432" marR="0" lvl="0" indent="0" algn="l" defTabSz="457200" rtl="0" eaLnBrk="1" fontAlgn="auto" latinLnBrk="0" hangingPunct="1">
              <a:lnSpc>
                <a:spcPct val="100000"/>
              </a:lnSpc>
              <a:spcBef>
                <a:spcPts val="0"/>
              </a:spcBef>
              <a:spcAft>
                <a:spcPts val="0"/>
              </a:spcAft>
              <a:buClrTx/>
              <a:buSzTx/>
              <a:buFontTx/>
              <a:buNone/>
              <a:tabLst/>
              <a:defRPr/>
            </a:pPr>
            <a:r>
              <a:rPr lang="en-US" dirty="0"/>
              <a:t>https://liveexample.pearsoncmg.com/LiveRun13e/faces/LiveExample.xhtml?programName=ShowLogicErrors&amp;programHeight=431&amp;username=slide&amp;header=on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64992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ComputeAreaWithConsoleInput: </a:t>
            </a:r>
            <a:r>
              <a:rPr lang="en-US" dirty="0">
                <a:hlinkClick r:id="rId3"/>
              </a:rPr>
              <a:t>https://liveexample.pearsoncmg.com/html/ComputeAreaWithConsoleInput.html</a:t>
            </a:r>
            <a:endParaRPr lang="en-US" dirty="0"/>
          </a:p>
          <a:p>
            <a:endParaRPr lang="en-US" dirty="0"/>
          </a:p>
          <a:p>
            <a:r>
              <a:rPr lang="en-US" dirty="0"/>
              <a:t>ComputeAverage: </a:t>
            </a:r>
            <a:r>
              <a:rPr lang="en-US" dirty="0">
                <a:hlinkClick r:id="rId4"/>
              </a:rPr>
              <a:t>https://liveexample.pearsoncmg.com/html/ComputeAverage.html</a:t>
            </a:r>
            <a:endParaRPr lang="en-US" dirty="0"/>
          </a:p>
          <a:p>
            <a:endParaRPr lang="en-US" dirty="0"/>
          </a:p>
          <a:p>
            <a:r>
              <a:rPr lang="en-US" dirty="0"/>
              <a:t>https://liveexample.pearsoncmg.com/LiveRun13e/faces/LiveExample.xhtml?programName=ComputeAreaWithConsoleInput&amp;programHeight=431&amp;username=slide&amp;header=on</a:t>
            </a:r>
          </a:p>
          <a:p>
            <a:endParaRPr lang="en-US" dirty="0"/>
          </a:p>
          <a:p>
            <a:r>
              <a:rPr lang="en-US" dirty="0"/>
              <a:t>https://liveexample.pearsoncmg.com/LiveRun13e/faces/LiveExample.xhtml?programName=</a:t>
            </a:r>
            <a:r>
              <a:rPr lang="en-US" sz="1200" noProof="0" dirty="0">
                <a:hlinkClick r:id="rId4" tooltip="https://liveexample.pearsoncmg.com/html/ComputeAverage.html"/>
              </a:rPr>
              <a:t>ComputeAverage</a:t>
            </a:r>
            <a:r>
              <a:rPr lang="en-US" dirty="0"/>
              <a:t>&amp;programHeight=431&amp;username=slide&amp;header=on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68572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DisplayTime: </a:t>
            </a:r>
            <a:r>
              <a:rPr lang="en-US" dirty="0">
                <a:hlinkClick r:id="rId3"/>
              </a:rPr>
              <a:t>https://liveexample.pearsoncmg.com/html/DisplayTime.html</a:t>
            </a:r>
            <a:endParaRPr lang="en-US" dirty="0"/>
          </a:p>
          <a:p>
            <a:endParaRPr lang="en-US" dirty="0"/>
          </a:p>
          <a:p>
            <a:r>
              <a:rPr lang="en-US" dirty="0"/>
              <a:t>https://liveexample.pearsoncmg.com/codeanimation13ejava/DisplayTime.html?</a:t>
            </a:r>
          </a:p>
          <a:p>
            <a:r>
              <a:rPr lang="en-US" dirty="0"/>
              <a:t>https://liveexample.pearsoncmg.com/LiveRun13e/faces/LiveExample.xhtml?programName=DisplayTime&amp;programHeight=431&amp;username=slide&amp;header=on</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29008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Reads start fraction 3 + 4 x over 5 end fraction minus start fraction 10 left parenthesis y minus 5 right parenthesis left parenthesis a + b + c right parenthesis over x end fraction + 9 left parenthesis start fraction 4 over x end fraction + start fraction 9 + x over y end fraction right parenthesis.</a:t>
            </a:r>
          </a:p>
          <a:p>
            <a:endParaRPr lang="en-US" dirty="0"/>
          </a:p>
          <a:p>
            <a:r>
              <a:rPr lang="en-US" dirty="0"/>
              <a:t>start fraction 3 + 4 times x over 5 end fraction minus start fraction 10 times left parenthesis y minus 5 right parenthesis times left parenthesis a + b + c right parenthesis over x end fraction + 9 times left parenthesis start fraction 4 over x end fraction + start fraction 9 + x over y end fraction right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350482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 + 4 times 4 + 5 times 7 minus 1 (multiplication sign between 4 and 4 is labeled, (2) multiplication.</a:t>
            </a:r>
          </a:p>
          <a:p>
            <a:r>
              <a:rPr lang="en-IN" dirty="0"/>
              <a:t>3 + 16 + 5 times 7 minus 1 (multiplication sign between 5 and 7 is labeled, (3) multiplication.</a:t>
            </a:r>
          </a:p>
          <a:p>
            <a:r>
              <a:rPr lang="en-IN" dirty="0"/>
              <a:t>3 + 16 + 35 minus 1 (+ sign between 3 and 16 is labeled, (4) addition.</a:t>
            </a:r>
          </a:p>
          <a:p>
            <a:r>
              <a:rPr lang="en-IN" dirty="0"/>
              <a:t>19 + 35 minus 1 (+ sign between 19 and 35 is labeled, (5) addition.</a:t>
            </a:r>
          </a:p>
          <a:p>
            <a:r>
              <a:rPr lang="en-IN" dirty="0"/>
              <a:t>54 minus 1 (minus sign between 54 and 1 is labeled, (6) subtraction.</a:t>
            </a:r>
          </a:p>
          <a:p>
            <a:r>
              <a:rPr lang="en-IN" dirty="0"/>
              <a:t>53.</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8551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FahrenheitToCelsius: </a:t>
            </a:r>
            <a:r>
              <a:rPr lang="en-US" dirty="0">
                <a:hlinkClick r:id="rId3"/>
              </a:rPr>
              <a:t>https://liveexample.pearsoncmg.com/html/FahrenheitToCelsius.html</a:t>
            </a:r>
            <a:endParaRPr lang="en-US" dirty="0"/>
          </a:p>
          <a:p>
            <a:endParaRPr lang="en-US" dirty="0"/>
          </a:p>
          <a:p>
            <a:r>
              <a:rPr lang="en-US" dirty="0"/>
              <a:t>https://liveexample.pearsoncmg.com/LiveRun13e/faces/</a:t>
            </a:r>
            <a:r>
              <a:rPr lang="en-US" noProof="0" dirty="0">
                <a:hlinkClick r:id="rId3" tooltip="https://liveexample.pearsoncmg.com/html/FahrenheitToCelsius.html"/>
              </a:rPr>
              <a:t>FahrenheitToCelsius</a:t>
            </a:r>
            <a:r>
              <a:rPr lang="en-US" dirty="0"/>
              <a:t>.xhtml?programName=DisplayTime&amp;programHeight=431&amp;username=slide&amp;header=on</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280397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700" dirty="0">
                <a:latin typeface="Consolas" panose="020B0609020204030204" pitchFamily="49" charset="0"/>
              </a:rPr>
              <a:t>false | false | false | false</a:t>
            </a:r>
          </a:p>
          <a:p>
            <a:pPr algn="l"/>
            <a:r>
              <a:rPr lang="en-US" sz="1700" dirty="0">
                <a:latin typeface="Consolas" panose="020B0609020204030204" pitchFamily="49" charset="0"/>
              </a:rPr>
              <a:t>false | false | true  | false</a:t>
            </a:r>
          </a:p>
          <a:p>
            <a:pPr algn="l"/>
            <a:r>
              <a:rPr lang="en-US" sz="1700" dirty="0">
                <a:latin typeface="Consolas" panose="020B0609020204030204" pitchFamily="49" charset="0"/>
              </a:rPr>
              <a:t>false | true  | false | true </a:t>
            </a:r>
          </a:p>
          <a:p>
            <a:pPr algn="l"/>
            <a:r>
              <a:rPr lang="en-US" sz="1700" dirty="0">
                <a:latin typeface="Consolas" panose="020B0609020204030204" pitchFamily="49" charset="0"/>
              </a:rPr>
              <a:t>false | true  | true  | false</a:t>
            </a:r>
          </a:p>
          <a:p>
            <a:pPr algn="l"/>
            <a:r>
              <a:rPr lang="en-US" sz="1700" dirty="0">
                <a:latin typeface="Consolas" panose="020B0609020204030204" pitchFamily="49" charset="0"/>
              </a:rPr>
              <a:t>true  | false | false | true </a:t>
            </a:r>
          </a:p>
          <a:p>
            <a:pPr algn="l"/>
            <a:r>
              <a:rPr lang="en-US" sz="1700" dirty="0">
                <a:latin typeface="Consolas" panose="020B0609020204030204" pitchFamily="49" charset="0"/>
              </a:rPr>
              <a:t>true  | false | true  | false</a:t>
            </a:r>
          </a:p>
          <a:p>
            <a:pPr algn="l"/>
            <a:r>
              <a:rPr lang="en-US" sz="1700" dirty="0">
                <a:latin typeface="Consolas" panose="020B0609020204030204" pitchFamily="49" charset="0"/>
              </a:rPr>
              <a:t>true  | true  | false | false</a:t>
            </a:r>
          </a:p>
          <a:p>
            <a:pPr algn="l"/>
            <a:r>
              <a:rPr lang="en-US" sz="1700" dirty="0">
                <a:latin typeface="Consolas" panose="020B0609020204030204" pitchFamily="49" charset="0"/>
              </a:rPr>
              <a:t>true  | true  | true  | false</a:t>
            </a:r>
          </a:p>
          <a:p>
            <a:endParaRPr lang="en-US" dirty="0"/>
          </a:p>
        </p:txBody>
      </p:sp>
    </p:spTree>
    <p:extLst>
      <p:ext uri="{BB962C8B-B14F-4D97-AF65-F5344CB8AC3E}">
        <p14:creationId xmlns:p14="http://schemas.microsoft.com/office/powerpoint/2010/main" val="3026618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14524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73103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39358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8268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22860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b="1" dirty="0">
                <a:latin typeface="Consolas" charset="0"/>
                <a:ea typeface="Consolas" charset="0"/>
                <a:cs typeface="Consolas" charset="0"/>
              </a:rPr>
              <a:t>try (</a:t>
            </a:r>
          </a:p>
          <a:p>
            <a:pPr marL="0" indent="0">
              <a:buNone/>
            </a:pPr>
            <a:r>
              <a:rPr lang="en-US" sz="1200" b="1" dirty="0">
                <a:latin typeface="Consolas" charset="0"/>
                <a:ea typeface="Consolas" charset="0"/>
                <a:cs typeface="Consolas" charset="0"/>
              </a:rPr>
              <a:t>	Scanner fin = new Scanner(new File("numbers.txt"));</a:t>
            </a:r>
          </a:p>
          <a:p>
            <a:pPr marL="0" indent="0">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PrintWriter</a:t>
            </a: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fout</a:t>
            </a:r>
            <a:r>
              <a:rPr lang="en-US" sz="1200" b="1" dirty="0">
                <a:latin typeface="Consolas" charset="0"/>
                <a:ea typeface="Consolas" charset="0"/>
                <a:cs typeface="Consolas" charset="0"/>
              </a:rPr>
              <a:t> = new </a:t>
            </a:r>
            <a:r>
              <a:rPr lang="en-US" sz="1200" b="1" dirty="0" err="1">
                <a:latin typeface="Consolas" charset="0"/>
                <a:ea typeface="Consolas" charset="0"/>
                <a:cs typeface="Consolas" charset="0"/>
              </a:rPr>
              <a:t>PrintWriter</a:t>
            </a:r>
            <a:r>
              <a:rPr lang="en-US" sz="1200" b="1" dirty="0">
                <a:latin typeface="Consolas" charset="0"/>
                <a:ea typeface="Consolas" charset="0"/>
                <a:cs typeface="Consolas" charset="0"/>
              </a:rPr>
              <a:t>(new File("odds.txt"));</a:t>
            </a:r>
          </a:p>
          <a:p>
            <a:pPr marL="0" indent="0">
              <a:buNone/>
            </a:pPr>
            <a:r>
              <a:rPr lang="en-US" sz="1200" b="1" dirty="0">
                <a:latin typeface="Consolas" charset="0"/>
                <a:ea typeface="Consolas" charset="0"/>
                <a:cs typeface="Consolas" charset="0"/>
              </a:rPr>
              <a:t>) {</a:t>
            </a:r>
          </a:p>
          <a:p>
            <a:pPr marL="0" indent="0">
              <a:buNone/>
            </a:pPr>
            <a:r>
              <a:rPr lang="en-US" sz="1200" b="1" dirty="0">
                <a:latin typeface="Consolas" charset="0"/>
                <a:ea typeface="Consolas" charset="0"/>
                <a:cs typeface="Consolas" charset="0"/>
              </a:rPr>
              <a:t>	while (</a:t>
            </a:r>
            <a:r>
              <a:rPr lang="en-US" sz="1200" b="1" dirty="0" err="1">
                <a:latin typeface="Consolas" charset="0"/>
                <a:ea typeface="Consolas" charset="0"/>
                <a:cs typeface="Consolas" charset="0"/>
              </a:rPr>
              <a:t>fin.hasNextInt</a:t>
            </a:r>
            <a:r>
              <a:rPr lang="en-US" sz="1200" b="1" dirty="0">
                <a:latin typeface="Consolas" charset="0"/>
                <a:ea typeface="Consolas" charset="0"/>
                <a:cs typeface="Consolas" charset="0"/>
              </a:rPr>
              <a:t>()) {</a:t>
            </a:r>
          </a:p>
          <a:p>
            <a:pPr marL="0" indent="0">
              <a:buNone/>
            </a:pPr>
            <a:r>
              <a:rPr lang="en-US" sz="1200" b="1" dirty="0">
                <a:latin typeface="Consolas" charset="0"/>
                <a:ea typeface="Consolas" charset="0"/>
                <a:cs typeface="Consolas" charset="0"/>
              </a:rPr>
              <a:t>		int next = </a:t>
            </a:r>
            <a:r>
              <a:rPr lang="en-US" sz="1200" b="1" dirty="0" err="1">
                <a:latin typeface="Consolas" charset="0"/>
                <a:ea typeface="Consolas" charset="0"/>
                <a:cs typeface="Consolas" charset="0"/>
              </a:rPr>
              <a:t>fin.nextInt</a:t>
            </a:r>
            <a:r>
              <a:rPr lang="en-US" sz="1200" b="1" dirty="0">
                <a:latin typeface="Consolas" charset="0"/>
                <a:ea typeface="Consolas" charset="0"/>
                <a:cs typeface="Consolas" charset="0"/>
              </a:rPr>
              <a:t>();</a:t>
            </a:r>
          </a:p>
          <a:p>
            <a:pPr marL="0" indent="0">
              <a:buNone/>
            </a:pPr>
            <a:r>
              <a:rPr lang="en-US" sz="1200" b="1" dirty="0">
                <a:latin typeface="Consolas" charset="0"/>
                <a:ea typeface="Consolas" charset="0"/>
                <a:cs typeface="Consolas" charset="0"/>
              </a:rPr>
              <a:t>		if (next % 2 == 1) {</a:t>
            </a:r>
          </a:p>
          <a:p>
            <a:pPr marL="0" indent="0">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fout.printf</a:t>
            </a:r>
            <a:r>
              <a:rPr lang="en-US" sz="1200" b="1" dirty="0">
                <a:latin typeface="Consolas" charset="0"/>
                <a:ea typeface="Consolas" charset="0"/>
                <a:cs typeface="Consolas" charset="0"/>
              </a:rPr>
              <a:t>("%</a:t>
            </a:r>
            <a:r>
              <a:rPr lang="en-US" sz="1200" b="1" dirty="0" err="1">
                <a:latin typeface="Consolas" charset="0"/>
                <a:ea typeface="Consolas" charset="0"/>
                <a:cs typeface="Consolas" charset="0"/>
              </a:rPr>
              <a:t>d%n</a:t>
            </a:r>
            <a:r>
              <a:rPr lang="en-US" sz="1200" b="1" dirty="0">
                <a:latin typeface="Consolas" charset="0"/>
                <a:ea typeface="Consolas" charset="0"/>
                <a:cs typeface="Consolas" charset="0"/>
              </a:rPr>
              <a:t>", next);</a:t>
            </a:r>
          </a:p>
          <a:p>
            <a:pPr marL="0" indent="0">
              <a:buNone/>
            </a:pPr>
            <a:r>
              <a:rPr lang="en-US" sz="1200" b="1" dirty="0">
                <a:latin typeface="Consolas" charset="0"/>
                <a:ea typeface="Consolas" charset="0"/>
                <a:cs typeface="Consolas" charset="0"/>
              </a:rPr>
              <a:t>		}</a:t>
            </a:r>
          </a:p>
          <a:p>
            <a:pPr marL="0" indent="0">
              <a:buNone/>
            </a:pPr>
            <a:r>
              <a:rPr lang="en-US" sz="1200" b="1" dirty="0">
                <a:latin typeface="Consolas" charset="0"/>
                <a:ea typeface="Consolas" charset="0"/>
                <a:cs typeface="Consolas" charset="0"/>
              </a:rPr>
              <a:t>	}</a:t>
            </a:r>
          </a:p>
          <a:p>
            <a:pPr marL="0" indent="0">
              <a:buNone/>
            </a:pPr>
            <a:r>
              <a:rPr lang="en-US" sz="1200" b="1" dirty="0">
                <a:latin typeface="Consolas" charset="0"/>
                <a:ea typeface="Consolas" charset="0"/>
                <a:cs typeface="Consolas" charset="0"/>
              </a:rPr>
              <a:t>} catch (</a:t>
            </a:r>
            <a:r>
              <a:rPr lang="en-US" sz="1200" b="1" dirty="0" err="1">
                <a:latin typeface="Consolas" charset="0"/>
                <a:ea typeface="Consolas" charset="0"/>
                <a:cs typeface="Consolas" charset="0"/>
              </a:rPr>
              <a:t>FileNotFoundException</a:t>
            </a:r>
            <a:r>
              <a:rPr lang="en-US" sz="1200" b="1" dirty="0">
                <a:latin typeface="Consolas" charset="0"/>
                <a:ea typeface="Consolas" charset="0"/>
                <a:cs typeface="Consolas" charset="0"/>
              </a:rPr>
              <a:t> ex) {</a:t>
            </a:r>
          </a:p>
          <a:p>
            <a:pPr marL="0" indent="0">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System.out.printf</a:t>
            </a:r>
            <a:r>
              <a:rPr lang="en-US" sz="1200" b="1" dirty="0">
                <a:latin typeface="Consolas" charset="0"/>
                <a:ea typeface="Consolas" charset="0"/>
                <a:cs typeface="Consolas" charset="0"/>
              </a:rPr>
              <a:t>("File not found!%n");</a:t>
            </a:r>
          </a:p>
          <a:p>
            <a:pPr marL="0" indent="0">
              <a:buNone/>
            </a:pPr>
            <a:r>
              <a:rPr lang="en-US" sz="1200" b="1" dirty="0">
                <a:latin typeface="Consolas" charset="0"/>
                <a:ea typeface="Consolas" charset="0"/>
                <a:cs typeface="Consolas" charset="0"/>
              </a:rPr>
              <a:t>	</a:t>
            </a:r>
            <a:r>
              <a:rPr lang="en-US" sz="1200" b="1" dirty="0" err="1">
                <a:latin typeface="Consolas" charset="0"/>
                <a:ea typeface="Consolas" charset="0"/>
                <a:cs typeface="Consolas" charset="0"/>
              </a:rPr>
              <a:t>System.exit</a:t>
            </a:r>
            <a:r>
              <a:rPr lang="en-US" sz="1200" b="1" dirty="0">
                <a:latin typeface="Consolas" charset="0"/>
                <a:ea typeface="Consolas" charset="0"/>
                <a:cs typeface="Consolas" charset="0"/>
              </a:rPr>
              <a:t>(0);</a:t>
            </a:r>
          </a:p>
          <a:p>
            <a:pPr marL="0" indent="0">
              <a:buNone/>
            </a:pPr>
            <a:r>
              <a:rPr lang="en-US" sz="1200" b="1" dirty="0">
                <a:latin typeface="Consolas" charset="0"/>
                <a:ea typeface="Consolas" charset="0"/>
                <a:cs typeface="Consolas" charset="0"/>
              </a:rPr>
              <a:t>}</a:t>
            </a:r>
          </a:p>
          <a:p>
            <a:pPr marL="0" indent="0">
              <a:buNone/>
            </a:pPr>
            <a:endParaRPr lang="en-US" sz="1200" b="1" dirty="0">
              <a:latin typeface="Consolas" charset="0"/>
              <a:ea typeface="Consolas" charset="0"/>
              <a:cs typeface="Consolas" charset="0"/>
            </a:endParaRPr>
          </a:p>
          <a:p>
            <a:pPr marL="0" indent="0">
              <a:buNone/>
            </a:pPr>
            <a:endParaRPr lang="en-US" sz="1200" b="1" dirty="0">
              <a:latin typeface="Consolas" charset="0"/>
              <a:ea typeface="Consolas" charset="0"/>
              <a:cs typeface="Consolas" charset="0"/>
            </a:endParaRPr>
          </a:p>
          <a:p>
            <a:pPr marL="0" indent="0">
              <a:buNone/>
            </a:pPr>
            <a:endParaRPr lang="en-US" sz="1200" b="1" dirty="0">
              <a:latin typeface="Consolas" charset="0"/>
              <a:ea typeface="Consolas" charset="0"/>
              <a:cs typeface="Consolas"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06123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cid:image001.png@01D8DFBE.E584DE20"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cid:image001.png@01D8DFBE.E584DE20"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image" Target="cid:image001.png@01D8DFBE.E584DE20" TargetMode="External"/><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a:xfrm>
            <a:off x="458640" y="594783"/>
            <a:ext cx="8277662" cy="691272"/>
          </a:xfrm>
        </p:spPr>
        <p:txBody>
          <a:bodyPr/>
          <a:lstStyle>
            <a:lvl1pPr>
              <a:defRPr sz="2540"/>
            </a:lvl1pPr>
          </a:lstStyle>
          <a:p>
            <a:r>
              <a:rPr lang="en-US" dirty="0"/>
              <a:t>Click to edit Master title style</a:t>
            </a:r>
          </a:p>
        </p:txBody>
      </p:sp>
      <p:sp>
        <p:nvSpPr>
          <p:cNvPr id="10" name="Text Placeholder 9"/>
          <p:cNvSpPr>
            <a:spLocks noGrp="1"/>
          </p:cNvSpPr>
          <p:nvPr>
            <p:ph type="body" sz="quarter" idx="10"/>
          </p:nvPr>
        </p:nvSpPr>
        <p:spPr>
          <a:xfrm>
            <a:off x="441903" y="1424309"/>
            <a:ext cx="8294399" cy="48389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extBox 1">
            <a:extLst>
              <a:ext uri="{FF2B5EF4-FFF2-40B4-BE49-F238E27FC236}">
                <a16:creationId xmlns:a16="http://schemas.microsoft.com/office/drawing/2014/main" id="{3CFDBA7C-7818-8552-3AAD-31970CE4ABAC}"/>
              </a:ext>
            </a:extLst>
          </p:cNvPr>
          <p:cNvSpPr txBox="1"/>
          <p:nvPr userDrawn="1"/>
        </p:nvSpPr>
        <p:spPr>
          <a:xfrm>
            <a:off x="6143699" y="159985"/>
            <a:ext cx="2637833" cy="231923"/>
          </a:xfrm>
          <a:prstGeom prst="rect">
            <a:avLst/>
          </a:prstGeom>
          <a:noFill/>
        </p:spPr>
        <p:txBody>
          <a:bodyPr wrap="square">
            <a:spAutoFit/>
          </a:bodyPr>
          <a:lstStyle/>
          <a:p>
            <a:pPr algn="r"/>
            <a:r>
              <a:rPr lang="en-US" sz="907" dirty="0">
                <a:solidFill>
                  <a:schemeClr val="tx1"/>
                </a:solidFill>
                <a:latin typeface="Arial" panose="020B0604020202020204" pitchFamily="34" charset="0"/>
                <a:cs typeface="Arial" panose="020B0604020202020204" pitchFamily="34" charset="0"/>
              </a:rPr>
              <a:t>Hands-On. Future-focused. Career-ready</a:t>
            </a:r>
          </a:p>
        </p:txBody>
      </p:sp>
      <p:pic>
        <p:nvPicPr>
          <p:cNvPr id="3" name="Picture 2" descr="signature_1548881893">
            <a:extLst>
              <a:ext uri="{FF2B5EF4-FFF2-40B4-BE49-F238E27FC236}">
                <a16:creationId xmlns:a16="http://schemas.microsoft.com/office/drawing/2014/main" id="{7DC08DB7-A39C-6290-EC2C-6FCAF382A98C}"/>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rcRect/>
          <a:stretch>
            <a:fillRect/>
          </a:stretch>
        </p:blipFill>
        <p:spPr bwMode="auto">
          <a:xfrm>
            <a:off x="648729" y="118887"/>
            <a:ext cx="1468594" cy="260106"/>
          </a:xfrm>
          <a:prstGeom prst="rect">
            <a:avLst/>
          </a:prstGeom>
          <a:noFill/>
          <a:ln>
            <a:noFill/>
          </a:ln>
        </p:spPr>
      </p:pic>
      <p:pic>
        <p:nvPicPr>
          <p:cNvPr id="4" name="Picture 3">
            <a:extLst>
              <a:ext uri="{FF2B5EF4-FFF2-40B4-BE49-F238E27FC236}">
                <a16:creationId xmlns:a16="http://schemas.microsoft.com/office/drawing/2014/main" id="{D98DDE05-BC55-B2D1-A2C4-DDBB6ECCD310}"/>
              </a:ext>
            </a:extLst>
          </p:cNvPr>
          <p:cNvPicPr>
            <a:picLocks noChangeAspect="1"/>
          </p:cNvPicPr>
          <p:nvPr userDrawn="1"/>
        </p:nvPicPr>
        <p:blipFill>
          <a:blip r:embed="rId4"/>
          <a:stretch>
            <a:fillRect/>
          </a:stretch>
        </p:blipFill>
        <p:spPr>
          <a:xfrm>
            <a:off x="2117323" y="79358"/>
            <a:ext cx="2218386" cy="343821"/>
          </a:xfrm>
          <a:prstGeom prst="rect">
            <a:avLst/>
          </a:prstGeom>
        </p:spPr>
      </p:pic>
    </p:spTree>
    <p:extLst>
      <p:ext uri="{BB962C8B-B14F-4D97-AF65-F5344CB8AC3E}">
        <p14:creationId xmlns:p14="http://schemas.microsoft.com/office/powerpoint/2010/main" val="724936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3 Content_1 link">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6" name="Text Placeholder 5"/>
          <p:cNvSpPr>
            <a:spLocks noGrp="1"/>
          </p:cNvSpPr>
          <p:nvPr>
            <p:ph type="body" sz="quarter" idx="15"/>
          </p:nvPr>
        </p:nvSpPr>
        <p:spPr>
          <a:xfrm>
            <a:off x="457200" y="2279650"/>
            <a:ext cx="8229600" cy="4889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p:cNvSpPr>
            <a:spLocks noGrp="1"/>
          </p:cNvSpPr>
          <p:nvPr>
            <p:ph sz="quarter" idx="16"/>
          </p:nvPr>
        </p:nvSpPr>
        <p:spPr>
          <a:xfrm>
            <a:off x="457200" y="2871788"/>
            <a:ext cx="8132763" cy="72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4462563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525655"/>
            <a:ext cx="8226719" cy="605041"/>
          </a:xfrm>
        </p:spPr>
        <p:txBody>
          <a:bodyPr/>
          <a:lstStyle>
            <a:lvl1pPr>
              <a:defRPr sz="2540"/>
            </a:lvl1pPr>
          </a:lstStyle>
          <a:p>
            <a:r>
              <a:rPr lang="en-US"/>
              <a:t>Click to edit Master title style</a:t>
            </a:r>
          </a:p>
        </p:txBody>
      </p:sp>
      <p:sp>
        <p:nvSpPr>
          <p:cNvPr id="3" name="Content Placeholder 2"/>
          <p:cNvSpPr>
            <a:spLocks noGrp="1"/>
          </p:cNvSpPr>
          <p:nvPr>
            <p:ph idx="1"/>
          </p:nvPr>
        </p:nvSpPr>
        <p:spPr>
          <a:xfrm>
            <a:off x="457200" y="1278485"/>
            <a:ext cx="8229600" cy="48476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B69E23-74A9-486A-9357-F7B6A147926B}" type="datetime4">
              <a:rPr lang="en-US" smtClean="0"/>
              <a:t>September 22, 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endParaRPr lang="en-US" dirty="0"/>
          </a:p>
        </p:txBody>
      </p:sp>
      <p:sp>
        <p:nvSpPr>
          <p:cNvPr id="7" name="TextBox 6">
            <a:extLst>
              <a:ext uri="{FF2B5EF4-FFF2-40B4-BE49-F238E27FC236}">
                <a16:creationId xmlns:a16="http://schemas.microsoft.com/office/drawing/2014/main" id="{8904DD9C-A33B-4F7B-D306-8B0622DF2171}"/>
              </a:ext>
            </a:extLst>
          </p:cNvPr>
          <p:cNvSpPr txBox="1"/>
          <p:nvPr userDrawn="1"/>
        </p:nvSpPr>
        <p:spPr>
          <a:xfrm>
            <a:off x="6143699" y="159985"/>
            <a:ext cx="2637833" cy="231923"/>
          </a:xfrm>
          <a:prstGeom prst="rect">
            <a:avLst/>
          </a:prstGeom>
          <a:noFill/>
        </p:spPr>
        <p:txBody>
          <a:bodyPr wrap="square">
            <a:spAutoFit/>
          </a:bodyPr>
          <a:lstStyle/>
          <a:p>
            <a:pPr algn="r"/>
            <a:r>
              <a:rPr lang="en-US" sz="907" dirty="0">
                <a:solidFill>
                  <a:schemeClr val="tx1"/>
                </a:solidFill>
                <a:latin typeface="Arial" panose="020B0604020202020204" pitchFamily="34" charset="0"/>
                <a:cs typeface="Arial" panose="020B0604020202020204" pitchFamily="34" charset="0"/>
              </a:rPr>
              <a:t>Hands-On. Future-focused. Career-ready</a:t>
            </a:r>
          </a:p>
        </p:txBody>
      </p:sp>
      <p:pic>
        <p:nvPicPr>
          <p:cNvPr id="8" name="Picture 7" descr="signature_1548881893">
            <a:extLst>
              <a:ext uri="{FF2B5EF4-FFF2-40B4-BE49-F238E27FC236}">
                <a16:creationId xmlns:a16="http://schemas.microsoft.com/office/drawing/2014/main" id="{2914FCD2-5BA8-5BEE-DDAB-F45FBEE7C0F5}"/>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rcRect/>
          <a:stretch>
            <a:fillRect/>
          </a:stretch>
        </p:blipFill>
        <p:spPr bwMode="auto">
          <a:xfrm>
            <a:off x="648729" y="118887"/>
            <a:ext cx="1468594" cy="260106"/>
          </a:xfrm>
          <a:prstGeom prst="rect">
            <a:avLst/>
          </a:prstGeom>
          <a:noFill/>
          <a:ln>
            <a:noFill/>
          </a:ln>
        </p:spPr>
      </p:pic>
      <p:pic>
        <p:nvPicPr>
          <p:cNvPr id="9" name="Picture 8">
            <a:extLst>
              <a:ext uri="{FF2B5EF4-FFF2-40B4-BE49-F238E27FC236}">
                <a16:creationId xmlns:a16="http://schemas.microsoft.com/office/drawing/2014/main" id="{08DE7A49-2FBD-7C10-4080-38CEF09BE30A}"/>
              </a:ext>
            </a:extLst>
          </p:cNvPr>
          <p:cNvPicPr>
            <a:picLocks noChangeAspect="1"/>
          </p:cNvPicPr>
          <p:nvPr userDrawn="1"/>
        </p:nvPicPr>
        <p:blipFill>
          <a:blip r:embed="rId4"/>
          <a:stretch>
            <a:fillRect/>
          </a:stretch>
        </p:blipFill>
        <p:spPr>
          <a:xfrm>
            <a:off x="2117323" y="79358"/>
            <a:ext cx="2218386" cy="343821"/>
          </a:xfrm>
          <a:prstGeom prst="rect">
            <a:avLst/>
          </a:prstGeom>
        </p:spPr>
      </p:pic>
    </p:spTree>
    <p:extLst>
      <p:ext uri="{BB962C8B-B14F-4D97-AF65-F5344CB8AC3E}">
        <p14:creationId xmlns:p14="http://schemas.microsoft.com/office/powerpoint/2010/main" val="10769393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525655"/>
            <a:ext cx="8226719" cy="605041"/>
          </a:xfrm>
        </p:spPr>
        <p:txBody>
          <a:bodyPr/>
          <a:lstStyle>
            <a:lvl1pPr>
              <a:defRPr sz="2540"/>
            </a:lvl1pPr>
          </a:lstStyle>
          <a:p>
            <a:r>
              <a:rPr lang="en-US" dirty="0"/>
              <a:t>Click to edit Master title style</a:t>
            </a:r>
          </a:p>
        </p:txBody>
      </p:sp>
      <p:sp>
        <p:nvSpPr>
          <p:cNvPr id="3" name="Content Placeholder 2"/>
          <p:cNvSpPr>
            <a:spLocks noGrp="1"/>
          </p:cNvSpPr>
          <p:nvPr>
            <p:ph sz="half" idx="1"/>
          </p:nvPr>
        </p:nvSpPr>
        <p:spPr>
          <a:xfrm>
            <a:off x="457200" y="1269961"/>
            <a:ext cx="4038600" cy="4856202"/>
          </a:xfrm>
        </p:spPr>
        <p:txBody>
          <a:bodyPr/>
          <a:lstStyle>
            <a:lvl1pPr>
              <a:defRPr sz="2799"/>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69961"/>
            <a:ext cx="4038600" cy="4856202"/>
          </a:xfrm>
        </p:spPr>
        <p:txBody>
          <a:bodyPr/>
          <a:lstStyle>
            <a:lvl1pPr>
              <a:defRPr sz="2799"/>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sz="100"/>
            </a:lvl1pPr>
          </a:lstStyle>
          <a:p>
            <a:endParaRPr lang="en-US" dirty="0"/>
          </a:p>
        </p:txBody>
      </p:sp>
      <p:sp>
        <p:nvSpPr>
          <p:cNvPr id="7" name="Slide Number Placeholder 6"/>
          <p:cNvSpPr>
            <a:spLocks noGrp="1"/>
          </p:cNvSpPr>
          <p:nvPr>
            <p:ph type="sldNum" sz="quarter" idx="12"/>
          </p:nvPr>
        </p:nvSpPr>
        <p:spPr/>
        <p:txBody>
          <a:bodyPr/>
          <a:lstStyle/>
          <a:p>
            <a:endParaRPr lang="en-US" dirty="0"/>
          </a:p>
        </p:txBody>
      </p:sp>
      <p:sp>
        <p:nvSpPr>
          <p:cNvPr id="8" name="TextBox 7">
            <a:extLst>
              <a:ext uri="{FF2B5EF4-FFF2-40B4-BE49-F238E27FC236}">
                <a16:creationId xmlns:a16="http://schemas.microsoft.com/office/drawing/2014/main" id="{FE6AD111-F3ED-342A-FBFA-14BB5372D23B}"/>
              </a:ext>
            </a:extLst>
          </p:cNvPr>
          <p:cNvSpPr txBox="1"/>
          <p:nvPr userDrawn="1"/>
        </p:nvSpPr>
        <p:spPr>
          <a:xfrm>
            <a:off x="6143699" y="159985"/>
            <a:ext cx="2637833" cy="231923"/>
          </a:xfrm>
          <a:prstGeom prst="rect">
            <a:avLst/>
          </a:prstGeom>
          <a:noFill/>
        </p:spPr>
        <p:txBody>
          <a:bodyPr wrap="square">
            <a:spAutoFit/>
          </a:bodyPr>
          <a:lstStyle/>
          <a:p>
            <a:pPr algn="r"/>
            <a:r>
              <a:rPr lang="en-US" sz="907" dirty="0">
                <a:solidFill>
                  <a:schemeClr val="tx1"/>
                </a:solidFill>
                <a:latin typeface="Arial" panose="020B0604020202020204" pitchFamily="34" charset="0"/>
                <a:cs typeface="Arial" panose="020B0604020202020204" pitchFamily="34" charset="0"/>
              </a:rPr>
              <a:t>Hands-On. Future-focused. Career-ready</a:t>
            </a:r>
          </a:p>
        </p:txBody>
      </p:sp>
      <p:pic>
        <p:nvPicPr>
          <p:cNvPr id="9" name="Picture 8" descr="signature_1548881893">
            <a:extLst>
              <a:ext uri="{FF2B5EF4-FFF2-40B4-BE49-F238E27FC236}">
                <a16:creationId xmlns:a16="http://schemas.microsoft.com/office/drawing/2014/main" id="{334232AD-FAF9-E510-D098-C6AC9556C703}"/>
              </a:ext>
            </a:extLst>
          </p:cNvPr>
          <p:cNvPicPr>
            <a:picLocks noChangeAspect="1"/>
          </p:cNvPicPr>
          <p:nvPr userDrawn="1"/>
        </p:nvPicPr>
        <p:blipFill>
          <a:blip r:embed="rId2" r:link="rId3" cstate="print">
            <a:extLst>
              <a:ext uri="{28A0092B-C50C-407E-A947-70E740481C1C}">
                <a14:useLocalDpi xmlns:a14="http://schemas.microsoft.com/office/drawing/2010/main" val="0"/>
              </a:ext>
            </a:extLst>
          </a:blip>
          <a:srcRect/>
          <a:stretch>
            <a:fillRect/>
          </a:stretch>
        </p:blipFill>
        <p:spPr bwMode="auto">
          <a:xfrm>
            <a:off x="648729" y="118887"/>
            <a:ext cx="1468594" cy="260106"/>
          </a:xfrm>
          <a:prstGeom prst="rect">
            <a:avLst/>
          </a:prstGeom>
          <a:noFill/>
          <a:ln>
            <a:noFill/>
          </a:ln>
        </p:spPr>
      </p:pic>
      <p:pic>
        <p:nvPicPr>
          <p:cNvPr id="10" name="Picture 9">
            <a:extLst>
              <a:ext uri="{FF2B5EF4-FFF2-40B4-BE49-F238E27FC236}">
                <a16:creationId xmlns:a16="http://schemas.microsoft.com/office/drawing/2014/main" id="{254A7EFF-8D8A-3B60-F25F-CED457F42CE2}"/>
              </a:ext>
            </a:extLst>
          </p:cNvPr>
          <p:cNvPicPr>
            <a:picLocks noChangeAspect="1"/>
          </p:cNvPicPr>
          <p:nvPr userDrawn="1"/>
        </p:nvPicPr>
        <p:blipFill>
          <a:blip r:embed="rId4"/>
          <a:stretch>
            <a:fillRect/>
          </a:stretch>
        </p:blipFill>
        <p:spPr>
          <a:xfrm>
            <a:off x="2117323" y="79358"/>
            <a:ext cx="2218386" cy="343821"/>
          </a:xfrm>
          <a:prstGeom prst="rect">
            <a:avLst/>
          </a:prstGeom>
        </p:spPr>
      </p:pic>
    </p:spTree>
    <p:extLst>
      <p:ext uri="{BB962C8B-B14F-4D97-AF65-F5344CB8AC3E}">
        <p14:creationId xmlns:p14="http://schemas.microsoft.com/office/powerpoint/2010/main" val="6518006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3"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82" r:id="rId10"/>
    <p:sldLayoutId id="2147483671" r:id="rId11"/>
    <p:sldLayoutId id="2147483673" r:id="rId12"/>
    <p:sldLayoutId id="2147483670" r:id="rId13"/>
    <p:sldLayoutId id="2147483669" r:id="rId14"/>
    <p:sldLayoutId id="2147483655" r:id="rId15"/>
    <p:sldLayoutId id="2147483684" r:id="rId16"/>
    <p:sldLayoutId id="214748368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Welcome&amp;programHeight=431&amp;username=slide&amp;header=on"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ComputeExpression&amp;programHeight=431&amp;username=slide&amp;header=on"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liveexample.pearsoncmg.com/html/WelcomeWithThreeMessages.html" TargetMode="External"/><Relationship Id="rId5" Type="http://schemas.openxmlformats.org/officeDocument/2006/relationships/hyperlink" Target="https://liveexample.pearsoncmg.com/LiveRun13e/faces/LiveExample.xhtml?programName=WelcomeWithThreeMessages&amp;programHeight=431&amp;username=slide&amp;header=on" TargetMode="External"/><Relationship Id="rId4" Type="http://schemas.openxmlformats.org/officeDocument/2006/relationships/hyperlink" Target="https://liveexample.pearsoncmg.com/html/ComputeExpression.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SyntaxErrors&amp;programHeight=431&amp;username=slide&amp;header=on" TargetMode="External"/><Relationship Id="rId2" Type="http://schemas.openxmlformats.org/officeDocument/2006/relationships/notesSlide" Target="../notesSlides/notesSlide17.xml"/><Relationship Id="rId1" Type="http://schemas.openxmlformats.org/officeDocument/2006/relationships/slideLayout" Target="../slideLayouts/slideLayout11.xml"/><Relationship Id="rId5" Type="http://schemas.openxmlformats.org/officeDocument/2006/relationships/image" Target="../media/image18.png"/><Relationship Id="rId4" Type="http://schemas.openxmlformats.org/officeDocument/2006/relationships/hyperlink" Target="https://liveexample.pearsoncmg.com/html/ShowSyntaxErrors.html"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RuntimeErrors&amp;programHeight=431&amp;username=slide&amp;header=on" TargetMode="External"/><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ShowLogicErrors&amp;programHeight=431&amp;username=slide&amp;header=on" TargetMode="External"/><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hyperlink" Target="https://liveexample.pearsoncmg.com/html/ShowLogicErrors.htm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ComputeAreaWithConsoleInput&amp;programHeight=431&amp;username=slide&amp;header=on" TargetMode="External"/><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hyperlink" Target="https://liveexample.pearsoncmg.com/html/ComputeAverage.html" TargetMode="External"/><Relationship Id="rId5" Type="http://schemas.openxmlformats.org/officeDocument/2006/relationships/hyperlink" Target="https://liveexample.pearsoncmg.com/LiveRun13e/faces/LiveExample.xhtml?programName=ComputeAverage&amp;programHeight=431&amp;username=slide&amp;header=on" TargetMode="External"/><Relationship Id="rId4" Type="http://schemas.openxmlformats.org/officeDocument/2006/relationships/hyperlink" Target="https://liveexample.pearsoncmg.com/html/ComputeAreaWithConsoleInput.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22.wmf"/><Relationship Id="rId1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8.bin"/><Relationship Id="rId1" Type="http://schemas.openxmlformats.org/officeDocument/2006/relationships/slideLayout" Target="../slideLayouts/slideLayout10.xml"/><Relationship Id="rId6" Type="http://schemas.openxmlformats.org/officeDocument/2006/relationships/oleObject" Target="../embeddings/oleObject10.bin"/><Relationship Id="rId5" Type="http://schemas.openxmlformats.org/officeDocument/2006/relationships/image" Target="../media/image27.wmf"/><Relationship Id="rId4" Type="http://schemas.openxmlformats.org/officeDocument/2006/relationships/oleObject" Target="../embeddings/oleObject9.bin"/></Relationships>
</file>

<file path=ppt/slides/_rels/slide40.xml.rels><?xml version="1.0" encoding="UTF-8" standalone="yes"?>
<Relationships xmlns="http://schemas.openxmlformats.org/package/2006/relationships"><Relationship Id="rId3" Type="http://schemas.openxmlformats.org/officeDocument/2006/relationships/hyperlink" Target="https://liveexample.pearsoncmg.com/codeanimation13ejava/DisplayTime.html?"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5" Type="http://schemas.openxmlformats.org/officeDocument/2006/relationships/hyperlink" Target="https://liveexample.pearsoncmg.com/html/DisplayTime.html" TargetMode="External"/><Relationship Id="rId4" Type="http://schemas.openxmlformats.org/officeDocument/2006/relationships/hyperlink" Target="https://liveexample.pearsoncmg.com/LiveRun13e/faces/LiveExample.xhtml?programName=DisplayTime&amp;programHeight=431&amp;username=slide&amp;header=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0.wmf"/><Relationship Id="rId5" Type="http://schemas.openxmlformats.org/officeDocument/2006/relationships/oleObject" Target="../embeddings/oleObject12.bin"/><Relationship Id="rId4" Type="http://schemas.openxmlformats.org/officeDocument/2006/relationships/image" Target="../media/image29.wmf"/></Relationships>
</file>

<file path=ppt/slides/_rels/slide4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8" Type="http://schemas.openxmlformats.org/officeDocument/2006/relationships/hyperlink" Target="https://liveexample.pearsoncmg.com/html/FahrenheitToCelsius.html" TargetMode="External"/><Relationship Id="rId3" Type="http://schemas.openxmlformats.org/officeDocument/2006/relationships/oleObject" Target="../embeddings/oleObject13.bin"/><Relationship Id="rId7" Type="http://schemas.openxmlformats.org/officeDocument/2006/relationships/hyperlink" Target="https://liveexample.pearsoncmg.com/LiveRun13e/faces/FahrenheitToCelsius.xhtml?programName=DisplayTime&amp;programHeight=431&amp;username=slide&amp;header=on"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image" Target="../media/image33.wmf"/><Relationship Id="rId5" Type="http://schemas.openxmlformats.org/officeDocument/2006/relationships/oleObject" Target="../embeddings/oleObject14.bin"/><Relationship Id="rId4" Type="http://schemas.openxmlformats.org/officeDocument/2006/relationships/image" Target="../media/image32.wmf"/></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39.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20.bin"/><Relationship Id="rId2" Type="http://schemas.openxmlformats.org/officeDocument/2006/relationships/oleObject" Target="../embeddings/oleObject15.bin"/><Relationship Id="rId1" Type="http://schemas.openxmlformats.org/officeDocument/2006/relationships/slideLayout" Target="../slideLayouts/slideLayout4.xml"/><Relationship Id="rId6" Type="http://schemas.openxmlformats.org/officeDocument/2006/relationships/oleObject" Target="../embeddings/oleObject17.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37.wmf"/></Relationships>
</file>

<file path=ppt/slides/_rels/slide46.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21.bin"/><Relationship Id="rId1" Type="http://schemas.openxmlformats.org/officeDocument/2006/relationships/slideLayout" Target="../slideLayouts/slideLayout10.xml"/><Relationship Id="rId6" Type="http://schemas.openxmlformats.org/officeDocument/2006/relationships/oleObject" Target="../embeddings/oleObject23.bin"/><Relationship Id="rId5" Type="http://schemas.openxmlformats.org/officeDocument/2006/relationships/image" Target="../media/image41.wmf"/><Relationship Id="rId4" Type="http://schemas.openxmlformats.org/officeDocument/2006/relationships/oleObject" Target="../embeddings/oleObject2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24.bin"/><Relationship Id="rId1" Type="http://schemas.openxmlformats.org/officeDocument/2006/relationships/slideLayout" Target="../slideLayouts/slideLayout10.xml"/><Relationship Id="rId4" Type="http://schemas.openxmlformats.org/officeDocument/2006/relationships/image" Target="../media/image4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369793" y="2446763"/>
            <a:ext cx="7889967" cy="987333"/>
          </a:xfrm>
        </p:spPr>
        <p:txBody>
          <a:bodyPr anchor="ctr"/>
          <a:lstStyle/>
          <a:p>
            <a:pPr algn="ctr"/>
            <a:r>
              <a:rPr lang="en-US" sz="4000" dirty="0"/>
              <a:t>COMP1050</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369793" y="3127944"/>
            <a:ext cx="8229600" cy="413524"/>
          </a:xfrm>
        </p:spPr>
        <p:txBody>
          <a:bodyPr anchor="ctr"/>
          <a:lstStyle/>
          <a:p>
            <a:pPr algn="ctr"/>
            <a:r>
              <a:rPr lang="en-US" sz="3200" dirty="0">
                <a:solidFill>
                  <a:schemeClr val="tx2"/>
                </a:solidFill>
              </a:rPr>
              <a:t>Object Oriented Programming (Java-2)</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2743200" y="4128247"/>
            <a:ext cx="3657600" cy="1217504"/>
          </a:xfrm>
        </p:spPr>
        <p:txBody>
          <a:bodyPr/>
          <a:lstStyle/>
          <a:p>
            <a:pPr marL="0" algn="ctr">
              <a:spcBef>
                <a:spcPts val="600"/>
              </a:spcBef>
            </a:pPr>
            <a:r>
              <a:rPr lang="en-US" b="1" dirty="0">
                <a:latin typeface="+mn-lt"/>
              </a:rPr>
              <a:t>Lecture  1</a:t>
            </a:r>
          </a:p>
          <a:p>
            <a:pPr marL="0">
              <a:spcBef>
                <a:spcPts val="600"/>
              </a:spcBef>
            </a:pPr>
            <a:r>
              <a:rPr lang="en-US" dirty="0"/>
              <a:t>Java fundamentals</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1398494" y="5499328"/>
            <a:ext cx="6488206" cy="619965"/>
          </a:xfrm>
        </p:spPr>
        <p:txBody>
          <a:bodyPr/>
          <a:lstStyle/>
          <a:p>
            <a:r>
              <a:rPr lang="en-US" dirty="0"/>
              <a:t>Yetunde Folajimi, PhD.</a:t>
            </a:r>
          </a:p>
          <a:p>
            <a:r>
              <a:rPr lang="en-US" dirty="0"/>
              <a:t>(Professor Yetty)</a:t>
            </a:r>
          </a:p>
        </p:txBody>
      </p:sp>
      <p:pic>
        <p:nvPicPr>
          <p:cNvPr id="1026" name="Picture 2" descr="Wentworth School of Computing &amp; Data Science | LinkedIn">
            <a:extLst>
              <a:ext uri="{FF2B5EF4-FFF2-40B4-BE49-F238E27FC236}">
                <a16:creationId xmlns:a16="http://schemas.microsoft.com/office/drawing/2014/main" id="{40BC625F-9BCB-FA5B-84DC-4F53733A1B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2094" y="116000"/>
            <a:ext cx="19050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513F-89F4-45A8-89E5-4E77588FB97A}"/>
              </a:ext>
            </a:extLst>
          </p:cNvPr>
          <p:cNvSpPr>
            <a:spLocks noGrp="1"/>
          </p:cNvSpPr>
          <p:nvPr>
            <p:ph type="title"/>
          </p:nvPr>
        </p:nvSpPr>
        <p:spPr/>
        <p:txBody>
          <a:bodyPr/>
          <a:lstStyle/>
          <a:p>
            <a:r>
              <a:rPr lang="en-US" dirty="0"/>
              <a:t>Who Am I?</a:t>
            </a:r>
          </a:p>
        </p:txBody>
      </p:sp>
      <p:sp>
        <p:nvSpPr>
          <p:cNvPr id="3" name="Text Placeholder 2">
            <a:extLst>
              <a:ext uri="{FF2B5EF4-FFF2-40B4-BE49-F238E27FC236}">
                <a16:creationId xmlns:a16="http://schemas.microsoft.com/office/drawing/2014/main" id="{9BC20429-97AD-48B2-8C6F-78FE3E5A27CC}"/>
              </a:ext>
            </a:extLst>
          </p:cNvPr>
          <p:cNvSpPr>
            <a:spLocks noGrp="1"/>
          </p:cNvSpPr>
          <p:nvPr>
            <p:ph type="body" sz="quarter" idx="10"/>
          </p:nvPr>
        </p:nvSpPr>
        <p:spPr>
          <a:xfrm>
            <a:off x="441904" y="1286280"/>
            <a:ext cx="6253646" cy="4976640"/>
          </a:xfrm>
        </p:spPr>
        <p:txBody>
          <a:bodyPr/>
          <a:lstStyle/>
          <a:p>
            <a:pPr>
              <a:spcAft>
                <a:spcPts val="544"/>
              </a:spcAft>
            </a:pPr>
            <a:r>
              <a:rPr lang="en-US" sz="2540" dirty="0"/>
              <a:t>Associate Professor, School of Computing &amp; Data Science</a:t>
            </a:r>
          </a:p>
          <a:p>
            <a:pPr>
              <a:spcAft>
                <a:spcPts val="544"/>
              </a:spcAft>
            </a:pPr>
            <a:r>
              <a:rPr lang="en-US" sz="2540" dirty="0"/>
              <a:t>BSc, MSc, PhD Computer Science</a:t>
            </a:r>
          </a:p>
          <a:p>
            <a:pPr>
              <a:spcAft>
                <a:spcPts val="544"/>
              </a:spcAft>
            </a:pPr>
            <a:r>
              <a:rPr lang="en-US" sz="2540" dirty="0"/>
              <a:t>20+ years experience in the Academia</a:t>
            </a:r>
          </a:p>
          <a:p>
            <a:pPr lvl="1">
              <a:spcAft>
                <a:spcPts val="544"/>
              </a:spcAft>
            </a:pPr>
            <a:r>
              <a:rPr lang="en-US" sz="2177" dirty="0"/>
              <a:t>University of Ibadan, Nigeria</a:t>
            </a:r>
          </a:p>
          <a:p>
            <a:pPr lvl="1">
              <a:spcAft>
                <a:spcPts val="544"/>
              </a:spcAft>
            </a:pPr>
            <a:r>
              <a:rPr lang="en-US" sz="2177" dirty="0"/>
              <a:t>De Montfort University, UK</a:t>
            </a:r>
          </a:p>
          <a:p>
            <a:pPr lvl="1">
              <a:spcAft>
                <a:spcPts val="544"/>
              </a:spcAft>
            </a:pPr>
            <a:r>
              <a:rPr lang="en-US" sz="2177" dirty="0"/>
              <a:t>University of British Columbia, Canada</a:t>
            </a:r>
          </a:p>
          <a:p>
            <a:pPr lvl="1">
              <a:spcAft>
                <a:spcPts val="544"/>
              </a:spcAft>
            </a:pPr>
            <a:r>
              <a:rPr lang="en-US" sz="2177" dirty="0"/>
              <a:t>University of Pittsburgh, United States</a:t>
            </a:r>
          </a:p>
          <a:p>
            <a:pPr lvl="1">
              <a:spcAft>
                <a:spcPts val="544"/>
              </a:spcAft>
            </a:pPr>
            <a:r>
              <a:rPr lang="en-US" sz="2177" dirty="0"/>
              <a:t>Northeastern University, United States</a:t>
            </a:r>
          </a:p>
          <a:p>
            <a:pPr>
              <a:spcAft>
                <a:spcPts val="544"/>
              </a:spcAft>
            </a:pPr>
            <a:endParaRPr lang="en-US" sz="2540" dirty="0"/>
          </a:p>
          <a:p>
            <a:pPr>
              <a:spcAft>
                <a:spcPts val="544"/>
              </a:spcAft>
            </a:pPr>
            <a:endParaRPr lang="en-US" sz="2540" dirty="0"/>
          </a:p>
        </p:txBody>
      </p:sp>
      <p:pic>
        <p:nvPicPr>
          <p:cNvPr id="4" name="Picture 4" descr="Yetunde Folajimi - Games+Learning+Society 12 Conference">
            <a:extLst>
              <a:ext uri="{FF2B5EF4-FFF2-40B4-BE49-F238E27FC236}">
                <a16:creationId xmlns:a16="http://schemas.microsoft.com/office/drawing/2014/main" id="{10620430-3A7F-4B57-A97D-EC57604EEC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95549" y="2184840"/>
            <a:ext cx="2006549" cy="20065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030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34B72-87EF-4D83-89CC-0E6A36AE31AB}"/>
              </a:ext>
            </a:extLst>
          </p:cNvPr>
          <p:cNvSpPr>
            <a:spLocks noGrp="1"/>
          </p:cNvSpPr>
          <p:nvPr>
            <p:ph type="title"/>
          </p:nvPr>
        </p:nvSpPr>
        <p:spPr/>
        <p:txBody>
          <a:bodyPr/>
          <a:lstStyle/>
          <a:p>
            <a:r>
              <a:rPr lang="en-US" dirty="0"/>
              <a:t>Who Am I? (2)</a:t>
            </a:r>
          </a:p>
        </p:txBody>
      </p:sp>
      <p:pic>
        <p:nvPicPr>
          <p:cNvPr id="12" name="Picture 4" descr="Yetunde Folajimi - Games+Learning+Society 12 Conference">
            <a:extLst>
              <a:ext uri="{FF2B5EF4-FFF2-40B4-BE49-F238E27FC236}">
                <a16:creationId xmlns:a16="http://schemas.microsoft.com/office/drawing/2014/main" id="{7EDBCAA5-FFE1-4564-BA67-843A120549B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1200" y="2806920"/>
            <a:ext cx="2006549" cy="2006549"/>
          </a:xfrm>
          <a:prstGeom prst="rect">
            <a:avLst/>
          </a:prstGeom>
          <a:noFill/>
          <a:extLst>
            <a:ext uri="{909E8E84-426E-40DD-AFC4-6F175D3DCCD1}">
              <a14:hiddenFill xmlns:a14="http://schemas.microsoft.com/office/drawing/2010/main">
                <a:solidFill>
                  <a:srgbClr val="FFFFFF"/>
                </a:solidFill>
              </a14:hiddenFill>
            </a:ext>
          </a:extLst>
        </p:spPr>
      </p:pic>
      <p:sp>
        <p:nvSpPr>
          <p:cNvPr id="13" name="Google Shape;103;p12">
            <a:extLst>
              <a:ext uri="{FF2B5EF4-FFF2-40B4-BE49-F238E27FC236}">
                <a16:creationId xmlns:a16="http://schemas.microsoft.com/office/drawing/2014/main" id="{FBBEBCE8-091C-4401-AF61-E479D30BF8F0}"/>
              </a:ext>
            </a:extLst>
          </p:cNvPr>
          <p:cNvSpPr txBox="1">
            <a:spLocks/>
          </p:cNvSpPr>
          <p:nvPr/>
        </p:nvSpPr>
        <p:spPr bwMode="auto">
          <a:xfrm>
            <a:off x="294031" y="1424520"/>
            <a:ext cx="6835409" cy="25207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82930" tIns="82930" rIns="82930" bIns="82930" numCol="1" anchor="t" anchorCtr="0" compatLnSpc="1">
            <a:prstTxWarp prst="textNoShape">
              <a:avLst/>
            </a:prstTxWarp>
            <a:noAutofit/>
          </a:bodyPr>
          <a:lstStyle>
            <a:lvl1pPr marL="457200" indent="-274320" algn="l" defTabSz="449263" rtl="0" eaLnBrk="1" fontAlgn="base" hangingPunct="1">
              <a:lnSpc>
                <a:spcPct val="117000"/>
              </a:lnSpc>
              <a:spcBef>
                <a:spcPct val="0"/>
              </a:spcBef>
              <a:spcAft>
                <a:spcPts val="1413"/>
              </a:spcAft>
              <a:buClr>
                <a:srgbClr val="820000"/>
              </a:buClr>
              <a:buSzPct val="100000"/>
              <a:buFont typeface="Wingdings" pitchFamily="2" charset="2"/>
              <a:buChar char="§"/>
              <a:defRPr sz="3200">
                <a:solidFill>
                  <a:srgbClr val="000000"/>
                </a:solidFill>
                <a:latin typeface="Tahoma" pitchFamily="34" charset="0"/>
                <a:ea typeface="Tahoma" pitchFamily="34" charset="0"/>
                <a:cs typeface="Tahoma" pitchFamily="34" charset="0"/>
              </a:defRPr>
            </a:lvl1pPr>
            <a:lvl2pPr marL="914400" indent="-274320" algn="l" defTabSz="449263" rtl="0" eaLnBrk="1" fontAlgn="base" hangingPunct="1">
              <a:lnSpc>
                <a:spcPct val="117000"/>
              </a:lnSpc>
              <a:spcBef>
                <a:spcPct val="0"/>
              </a:spcBef>
              <a:spcAft>
                <a:spcPts val="1138"/>
              </a:spcAft>
              <a:buClr>
                <a:srgbClr val="820000"/>
              </a:buClr>
              <a:buSzPct val="100000"/>
              <a:buFont typeface="Verdana" pitchFamily="34" charset="0"/>
              <a:buChar char="»"/>
              <a:defRPr sz="2800">
                <a:solidFill>
                  <a:srgbClr val="000000"/>
                </a:solidFill>
                <a:latin typeface="Tahoma" pitchFamily="34" charset="0"/>
                <a:ea typeface="Tahoma" pitchFamily="34" charset="0"/>
                <a:cs typeface="Tahoma" pitchFamily="34" charset="0"/>
              </a:defRPr>
            </a:lvl2pPr>
            <a:lvl3pPr marL="1257300" indent="-274320" algn="l" defTabSz="449263" rtl="0" eaLnBrk="1" fontAlgn="base" hangingPunct="1">
              <a:lnSpc>
                <a:spcPct val="117000"/>
              </a:lnSpc>
              <a:spcBef>
                <a:spcPct val="0"/>
              </a:spcBef>
              <a:spcAft>
                <a:spcPts val="850"/>
              </a:spcAft>
              <a:buClr>
                <a:srgbClr val="820000"/>
              </a:buClr>
              <a:buSzPct val="100000"/>
              <a:buFont typeface="Wingdings" pitchFamily="2" charset="2"/>
              <a:buChar char="§"/>
              <a:defRPr sz="2400">
                <a:solidFill>
                  <a:srgbClr val="000000"/>
                </a:solidFill>
                <a:latin typeface="Tahoma" pitchFamily="34" charset="0"/>
                <a:ea typeface="Tahoma" pitchFamily="34" charset="0"/>
                <a:cs typeface="Tahoma" pitchFamily="34" charset="0"/>
              </a:defRPr>
            </a:lvl3pPr>
            <a:lvl4pPr marL="1714500" indent="-342900" algn="l" defTabSz="449263" rtl="0" eaLnBrk="1" fontAlgn="base" hangingPunct="1">
              <a:lnSpc>
                <a:spcPct val="117000"/>
              </a:lnSpc>
              <a:spcBef>
                <a:spcPct val="0"/>
              </a:spcBef>
              <a:spcAft>
                <a:spcPts val="575"/>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4pPr>
            <a:lvl5pPr marL="2171700" indent="-342900" algn="l" defTabSz="449263" rtl="0" eaLnBrk="1" fontAlgn="base" hangingPunct="1">
              <a:lnSpc>
                <a:spcPct val="117000"/>
              </a:lnSpc>
              <a:spcBef>
                <a:spcPct val="0"/>
              </a:spcBef>
              <a:spcAft>
                <a:spcPts val="288"/>
              </a:spcAft>
              <a:buClr>
                <a:srgbClr val="820000"/>
              </a:buClr>
              <a:buSzPct val="100000"/>
              <a:buFont typeface="Wingdings" pitchFamily="2" charset="2"/>
              <a:buChar char="§"/>
              <a:defRPr sz="2000">
                <a:solidFill>
                  <a:srgbClr val="000000"/>
                </a:solidFill>
                <a:latin typeface="Tahoma" pitchFamily="34" charset="0"/>
                <a:ea typeface="Tahoma" pitchFamily="34" charset="0"/>
                <a:cs typeface="Tahoma" pitchFamily="34" charset="0"/>
              </a:defRPr>
            </a:lvl5pPr>
            <a:lvl6pPr marL="25146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6pPr>
            <a:lvl7pPr marL="29718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7pPr>
            <a:lvl8pPr marL="34290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8pPr>
            <a:lvl9pPr marL="3886200" indent="-228600" algn="l" defTabSz="449263" rtl="0" eaLnBrk="1" fontAlgn="base" hangingPunct="1">
              <a:lnSpc>
                <a:spcPct val="117000"/>
              </a:lnSpc>
              <a:spcBef>
                <a:spcPct val="0"/>
              </a:spcBef>
              <a:spcAft>
                <a:spcPts val="288"/>
              </a:spcAft>
              <a:buClr>
                <a:srgbClr val="000000"/>
              </a:buClr>
              <a:buSzPct val="100000"/>
              <a:buFont typeface="Times New Roman" pitchFamily="16" charset="0"/>
              <a:defRPr sz="2000">
                <a:solidFill>
                  <a:srgbClr val="000000"/>
                </a:solidFill>
                <a:latin typeface="+mn-lt"/>
                <a:ea typeface="+mn-ea"/>
                <a:cs typeface="+mn-cs"/>
              </a:defRPr>
            </a:lvl9pPr>
          </a:lstStyle>
          <a:p>
            <a:pPr indent="-334085">
              <a:lnSpc>
                <a:spcPct val="115000"/>
              </a:lnSpc>
              <a:spcBef>
                <a:spcPts val="0"/>
              </a:spcBef>
              <a:spcAft>
                <a:spcPts val="0"/>
              </a:spcAft>
              <a:buClr>
                <a:schemeClr val="dk1"/>
              </a:buClr>
              <a:buSzPts val="2200"/>
              <a:buFont typeface="Lato"/>
              <a:buChar char="◆"/>
            </a:pPr>
            <a:r>
              <a:rPr lang="en-US" sz="2177" dirty="0">
                <a:solidFill>
                  <a:schemeClr val="dk1"/>
                </a:solidFill>
                <a:sym typeface="Lato"/>
              </a:rPr>
              <a:t>Teaching: </a:t>
            </a:r>
          </a:p>
          <a:p>
            <a:pPr lvl="1">
              <a:spcBef>
                <a:spcPts val="0"/>
              </a:spcBef>
              <a:spcAft>
                <a:spcPts val="0"/>
              </a:spcAft>
            </a:pPr>
            <a:r>
              <a:rPr lang="en-US" sz="1633" b="1" dirty="0">
                <a:solidFill>
                  <a:schemeClr val="accent1"/>
                </a:solidFill>
              </a:rPr>
              <a:t>Java</a:t>
            </a:r>
            <a:r>
              <a:rPr lang="en-US" sz="1633" dirty="0"/>
              <a:t>, </a:t>
            </a:r>
            <a:r>
              <a:rPr lang="en-US" sz="1633" b="1" dirty="0">
                <a:solidFill>
                  <a:srgbClr val="00B0F0"/>
                </a:solidFill>
              </a:rPr>
              <a:t>Python</a:t>
            </a:r>
            <a:r>
              <a:rPr lang="en-US" sz="1633" dirty="0"/>
              <a:t>, Visual Basic, </a:t>
            </a:r>
            <a:r>
              <a:rPr lang="en-US" sz="1633" b="1" dirty="0">
                <a:solidFill>
                  <a:srgbClr val="00B0F0"/>
                </a:solidFill>
              </a:rPr>
              <a:t>C#</a:t>
            </a:r>
            <a:r>
              <a:rPr lang="en-US" sz="1633" dirty="0"/>
              <a:t>, </a:t>
            </a:r>
            <a:r>
              <a:rPr lang="en-US" sz="1633" b="1" dirty="0">
                <a:solidFill>
                  <a:schemeClr val="accent1"/>
                </a:solidFill>
              </a:rPr>
              <a:t>Systems Admin/Linux</a:t>
            </a:r>
            <a:r>
              <a:rPr lang="en-US" sz="1633" dirty="0"/>
              <a:t>, Data Mining, Artificial Intelligence, </a:t>
            </a:r>
            <a:r>
              <a:rPr lang="en-US" sz="1633" b="1" dirty="0">
                <a:solidFill>
                  <a:schemeClr val="accent1"/>
                </a:solidFill>
              </a:rPr>
              <a:t>AI for Gaming</a:t>
            </a:r>
            <a:r>
              <a:rPr lang="en-US" sz="1633" dirty="0"/>
              <a:t>, Internet Technology, Distributed Systems, Databases, Natural Language Programming, Technology Management, IT Policy and Strategies,  etc.</a:t>
            </a:r>
          </a:p>
          <a:p>
            <a:pPr indent="-334085">
              <a:lnSpc>
                <a:spcPct val="115000"/>
              </a:lnSpc>
              <a:spcBef>
                <a:spcPts val="0"/>
              </a:spcBef>
              <a:spcAft>
                <a:spcPts val="0"/>
              </a:spcAft>
              <a:buClr>
                <a:schemeClr val="dk1"/>
              </a:buClr>
              <a:buSzPts val="2200"/>
              <a:buFont typeface="Lato"/>
              <a:buChar char="◆"/>
            </a:pPr>
            <a:r>
              <a:rPr lang="en-US" sz="2177" dirty="0">
                <a:solidFill>
                  <a:schemeClr val="dk1"/>
                </a:solidFill>
                <a:sym typeface="Lato"/>
              </a:rPr>
              <a:t>Co-op supervision:</a:t>
            </a:r>
          </a:p>
          <a:p>
            <a:pPr lvl="1" indent="-334085">
              <a:lnSpc>
                <a:spcPct val="115000"/>
              </a:lnSpc>
              <a:spcBef>
                <a:spcPts val="0"/>
              </a:spcBef>
              <a:spcAft>
                <a:spcPts val="0"/>
              </a:spcAft>
              <a:buClr>
                <a:schemeClr val="dk1"/>
              </a:buClr>
              <a:buSzPts val="2200"/>
              <a:buFont typeface="Lato"/>
              <a:buChar char="◆"/>
            </a:pPr>
            <a:r>
              <a:rPr lang="en-US" sz="1814" dirty="0">
                <a:solidFill>
                  <a:schemeClr val="dk1"/>
                </a:solidFill>
                <a:sym typeface="Lato"/>
              </a:rPr>
              <a:t>Su-20, Fa-20, Sp-21, Su-21, Fa-21, Sp-22</a:t>
            </a:r>
          </a:p>
          <a:p>
            <a:pPr indent="-334085">
              <a:lnSpc>
                <a:spcPct val="115000"/>
              </a:lnSpc>
              <a:spcBef>
                <a:spcPts val="0"/>
              </a:spcBef>
              <a:spcAft>
                <a:spcPts val="0"/>
              </a:spcAft>
              <a:buClr>
                <a:schemeClr val="dk1"/>
              </a:buClr>
              <a:buSzPts val="2200"/>
              <a:buFont typeface="Lato"/>
              <a:buChar char="◆"/>
            </a:pPr>
            <a:r>
              <a:rPr lang="en-US" sz="2177" dirty="0">
                <a:solidFill>
                  <a:schemeClr val="dk1"/>
                </a:solidFill>
                <a:sym typeface="Lato"/>
              </a:rPr>
              <a:t>Projects:</a:t>
            </a:r>
          </a:p>
          <a:p>
            <a:pPr lvl="1" indent="-334085">
              <a:lnSpc>
                <a:spcPct val="115000"/>
              </a:lnSpc>
              <a:spcBef>
                <a:spcPts val="0"/>
              </a:spcBef>
              <a:spcAft>
                <a:spcPts val="0"/>
              </a:spcAft>
              <a:buClr>
                <a:schemeClr val="dk1"/>
              </a:buClr>
              <a:buSzPts val="2200"/>
              <a:buFont typeface="Lato"/>
              <a:buChar char="◆"/>
            </a:pPr>
            <a:r>
              <a:rPr lang="en-US" sz="1633" dirty="0" err="1">
                <a:solidFill>
                  <a:schemeClr val="dk1"/>
                </a:solidFill>
                <a:sym typeface="Lato"/>
              </a:rPr>
              <a:t>GrACE</a:t>
            </a:r>
            <a:r>
              <a:rPr lang="en-US" sz="1633" dirty="0">
                <a:solidFill>
                  <a:schemeClr val="dk1"/>
                </a:solidFill>
                <a:sym typeface="Lato"/>
              </a:rPr>
              <a:t>, </a:t>
            </a:r>
            <a:r>
              <a:rPr lang="en-US" sz="1633" dirty="0" err="1">
                <a:solidFill>
                  <a:schemeClr val="dk1"/>
                </a:solidFill>
                <a:sym typeface="Lato"/>
              </a:rPr>
              <a:t>QuizMap</a:t>
            </a:r>
            <a:r>
              <a:rPr lang="en-US" sz="1633" dirty="0">
                <a:solidFill>
                  <a:schemeClr val="dk1"/>
                </a:solidFill>
                <a:sym typeface="Lato"/>
              </a:rPr>
              <a:t>, Knowledge Tree, Preservation, </a:t>
            </a:r>
            <a:r>
              <a:rPr lang="en-US" sz="1633" dirty="0" err="1">
                <a:solidFill>
                  <a:schemeClr val="dk1"/>
                </a:solidFill>
                <a:sym typeface="Lato"/>
              </a:rPr>
              <a:t>SCrisis</a:t>
            </a:r>
            <a:r>
              <a:rPr lang="en-US" sz="1633" dirty="0">
                <a:solidFill>
                  <a:schemeClr val="dk1"/>
                </a:solidFill>
                <a:sym typeface="Lato"/>
              </a:rPr>
              <a:t> Terminator, Fluid Mechanics Game, </a:t>
            </a:r>
            <a:r>
              <a:rPr lang="en-US" sz="1633" dirty="0" err="1">
                <a:solidFill>
                  <a:schemeClr val="dk1"/>
                </a:solidFill>
                <a:sym typeface="Lato"/>
              </a:rPr>
              <a:t>WatchOut</a:t>
            </a:r>
            <a:r>
              <a:rPr lang="en-US" sz="1633" dirty="0">
                <a:solidFill>
                  <a:schemeClr val="dk1"/>
                </a:solidFill>
                <a:sym typeface="Lato"/>
              </a:rPr>
              <a:t>! Quiz Recommender, Text summarization, eLearning porters, NLPs </a:t>
            </a:r>
            <a:r>
              <a:rPr lang="en-US" sz="1633" dirty="0" err="1">
                <a:solidFill>
                  <a:schemeClr val="dk1"/>
                </a:solidFill>
                <a:sym typeface="Lato"/>
              </a:rPr>
              <a:t>etc</a:t>
            </a:r>
            <a:endParaRPr lang="en-US" sz="1633" dirty="0">
              <a:solidFill>
                <a:schemeClr val="dk1"/>
              </a:solidFill>
              <a:sym typeface="Lato"/>
            </a:endParaRPr>
          </a:p>
          <a:p>
            <a:pPr indent="-334085">
              <a:lnSpc>
                <a:spcPct val="115000"/>
              </a:lnSpc>
              <a:spcBef>
                <a:spcPts val="0"/>
              </a:spcBef>
              <a:spcAft>
                <a:spcPts val="0"/>
              </a:spcAft>
              <a:buClr>
                <a:schemeClr val="dk1"/>
              </a:buClr>
              <a:buSzPts val="2200"/>
              <a:buFont typeface="Lato"/>
              <a:buChar char="◆"/>
            </a:pPr>
            <a:r>
              <a:rPr lang="en-US" sz="2177" dirty="0">
                <a:solidFill>
                  <a:schemeClr val="dk1"/>
                </a:solidFill>
                <a:sym typeface="Lato"/>
              </a:rPr>
              <a:t>Tech Summer camps</a:t>
            </a:r>
          </a:p>
          <a:p>
            <a:pPr indent="-334085">
              <a:lnSpc>
                <a:spcPct val="115000"/>
              </a:lnSpc>
              <a:spcBef>
                <a:spcPts val="0"/>
              </a:spcBef>
              <a:spcAft>
                <a:spcPts val="0"/>
              </a:spcAft>
              <a:buClr>
                <a:schemeClr val="dk1"/>
              </a:buClr>
              <a:buSzPts val="2200"/>
              <a:buFont typeface="Lato"/>
              <a:buChar char="◆"/>
            </a:pPr>
            <a:r>
              <a:rPr lang="en-US" sz="2177" dirty="0">
                <a:solidFill>
                  <a:schemeClr val="dk1"/>
                </a:solidFill>
                <a:sym typeface="Lato"/>
              </a:rPr>
              <a:t>More at yfolajimi.com </a:t>
            </a:r>
          </a:p>
        </p:txBody>
      </p:sp>
    </p:spTree>
    <p:extLst>
      <p:ext uri="{BB962C8B-B14F-4D97-AF65-F5344CB8AC3E}">
        <p14:creationId xmlns:p14="http://schemas.microsoft.com/office/powerpoint/2010/main" val="1337321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10000"/>
              </a:lnSpc>
              <a:spcAft>
                <a:spcPts val="272"/>
              </a:spcAft>
            </a:pPr>
            <a:r>
              <a:rPr lang="en-US" sz="4000" dirty="0"/>
              <a:t>Course learning outcomes</a:t>
            </a:r>
          </a:p>
        </p:txBody>
      </p:sp>
      <p:sp>
        <p:nvSpPr>
          <p:cNvPr id="3" name="Text Placeholder 2"/>
          <p:cNvSpPr>
            <a:spLocks noGrp="1"/>
          </p:cNvSpPr>
          <p:nvPr>
            <p:ph type="body" sz="quarter" idx="10"/>
          </p:nvPr>
        </p:nvSpPr>
        <p:spPr>
          <a:xfrm>
            <a:off x="441904" y="1424520"/>
            <a:ext cx="8294399" cy="4561920"/>
          </a:xfrm>
        </p:spPr>
        <p:txBody>
          <a:bodyPr/>
          <a:lstStyle/>
          <a:p>
            <a:pPr marL="829818" lvl="1" indent="-342900">
              <a:lnSpc>
                <a:spcPct val="115000"/>
              </a:lnSpc>
              <a:spcBef>
                <a:spcPts val="0"/>
              </a:spcBef>
              <a:buFont typeface="Arial" panose="020B0604020202020204" pitchFamily="34" charset="0"/>
              <a:buChar char="•"/>
              <a:tabLst>
                <a:tab pos="6519545" algn="r"/>
                <a:tab pos="457200" algn="l"/>
              </a:tabLst>
            </a:pPr>
            <a:r>
              <a:rPr lang="en-US" sz="2400" dirty="0">
                <a:effectLst/>
                <a:latin typeface="Arial" panose="020B0604020202020204" pitchFamily="34" charset="0"/>
                <a:ea typeface="Calibri" panose="020F0502020204030204" pitchFamily="34" charset="0"/>
                <a:cs typeface="Times New Roman" panose="02020603050405020304" pitchFamily="18" charset="0"/>
              </a:rPr>
              <a:t>Describe the differences between traditional programming and object-oriented programming</a:t>
            </a:r>
          </a:p>
          <a:p>
            <a:pPr marL="829818" lvl="1" indent="-342900">
              <a:lnSpc>
                <a:spcPct val="115000"/>
              </a:lnSpc>
              <a:spcBef>
                <a:spcPts val="0"/>
              </a:spcBef>
              <a:buFont typeface="Arial" panose="020B0604020202020204" pitchFamily="34" charset="0"/>
              <a:buChar char="•"/>
              <a:tabLst>
                <a:tab pos="6519545" algn="r"/>
                <a:tab pos="457200" algn="l"/>
              </a:tabLst>
            </a:pPr>
            <a:r>
              <a:rPr lang="en-US" sz="2400" dirty="0">
                <a:effectLst/>
                <a:latin typeface="Arial" panose="020B0604020202020204" pitchFamily="34" charset="0"/>
                <a:ea typeface="Calibri" panose="020F0502020204030204" pitchFamily="34" charset="0"/>
                <a:cs typeface="Times New Roman" panose="02020603050405020304" pitchFamily="18" charset="0"/>
              </a:rPr>
              <a:t>Explain concepts related to object-oriented programming, including classes, objects, methods, inheritance, polymorphism, interfaces, overloading vs. overriding, and encapsulation</a:t>
            </a:r>
          </a:p>
          <a:p>
            <a:pPr marL="829818" lvl="1" indent="-342900">
              <a:lnSpc>
                <a:spcPct val="115000"/>
              </a:lnSpc>
              <a:spcBef>
                <a:spcPts val="0"/>
              </a:spcBef>
              <a:buFont typeface="Arial" panose="020B0604020202020204" pitchFamily="34" charset="0"/>
              <a:buChar char="•"/>
              <a:tabLst>
                <a:tab pos="6519545" algn="r"/>
                <a:tab pos="457200" algn="l"/>
              </a:tabLst>
            </a:pPr>
            <a:r>
              <a:rPr lang="en-US" sz="2400" dirty="0">
                <a:effectLst/>
                <a:latin typeface="Arial" panose="020B0604020202020204" pitchFamily="34" charset="0"/>
                <a:ea typeface="Calibri" panose="020F0502020204030204" pitchFamily="34" charset="0"/>
                <a:cs typeface="Times New Roman" panose="02020603050405020304" pitchFamily="18" charset="0"/>
              </a:rPr>
              <a:t>	Develop and analyze programs that make use of abstract data types (e.g., lists, sets, maps)</a:t>
            </a:r>
          </a:p>
          <a:p>
            <a:pPr marL="829818" lvl="1" indent="-342900">
              <a:lnSpc>
                <a:spcPct val="115000"/>
              </a:lnSpc>
              <a:spcBef>
                <a:spcPts val="0"/>
              </a:spcBef>
              <a:buFont typeface="Arial" panose="020B0604020202020204" pitchFamily="34" charset="0"/>
              <a:buChar char="•"/>
              <a:tabLst>
                <a:tab pos="6519545" algn="r"/>
                <a:tab pos="457200" algn="l"/>
              </a:tabLst>
            </a:pPr>
            <a:r>
              <a:rPr lang="en-US" sz="2400" dirty="0">
                <a:effectLst/>
                <a:latin typeface="Arial" panose="020B0604020202020204" pitchFamily="34" charset="0"/>
                <a:ea typeface="Calibri" panose="020F0502020204030204" pitchFamily="34" charset="0"/>
                <a:cs typeface="Times New Roman" panose="02020603050405020304" pitchFamily="18" charset="0"/>
              </a:rPr>
              <a:t>Design and implement applications with a GUI interface</a:t>
            </a:r>
          </a:p>
        </p:txBody>
      </p:sp>
    </p:spTree>
    <p:extLst>
      <p:ext uri="{BB962C8B-B14F-4D97-AF65-F5344CB8AC3E}">
        <p14:creationId xmlns:p14="http://schemas.microsoft.com/office/powerpoint/2010/main" val="48353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59D71-F07E-4EEE-BC86-1A00C35890A1}"/>
              </a:ext>
            </a:extLst>
          </p:cNvPr>
          <p:cNvSpPr>
            <a:spLocks noGrp="1"/>
          </p:cNvSpPr>
          <p:nvPr>
            <p:ph type="title"/>
          </p:nvPr>
        </p:nvSpPr>
        <p:spPr/>
        <p:txBody>
          <a:bodyPr/>
          <a:lstStyle/>
          <a:p>
            <a:r>
              <a:rPr lang="en-US" dirty="0"/>
              <a:t>A Simple Java Program</a:t>
            </a:r>
          </a:p>
        </p:txBody>
      </p:sp>
      <p:sp>
        <p:nvSpPr>
          <p:cNvPr id="11" name="Content Placeholder 10"/>
          <p:cNvSpPr>
            <a:spLocks noGrp="1"/>
          </p:cNvSpPr>
          <p:nvPr>
            <p:ph sz="quarter" idx="13"/>
          </p:nvPr>
        </p:nvSpPr>
        <p:spPr>
          <a:xfrm>
            <a:off x="457200" y="1552575"/>
            <a:ext cx="8229600" cy="557289"/>
          </a:xfrm>
        </p:spPr>
        <p:txBody>
          <a:bodyPr/>
          <a:lstStyle/>
          <a:p>
            <a:pPr marL="432" indent="0">
              <a:buNone/>
            </a:pPr>
            <a:r>
              <a:rPr lang="en-US" dirty="0"/>
              <a:t>Code Example 1</a:t>
            </a:r>
          </a:p>
        </p:txBody>
      </p:sp>
      <p:sp>
        <p:nvSpPr>
          <p:cNvPr id="12" name="Content Placeholder 11"/>
          <p:cNvSpPr>
            <a:spLocks noGrp="1"/>
          </p:cNvSpPr>
          <p:nvPr>
            <p:ph sz="quarter" idx="14"/>
          </p:nvPr>
        </p:nvSpPr>
        <p:spPr>
          <a:xfrm>
            <a:off x="457200" y="2236681"/>
            <a:ext cx="8229600" cy="2846764"/>
          </a:xfrm>
        </p:spPr>
        <p:txBody>
          <a:bodyPr/>
          <a:lstStyle/>
          <a:p>
            <a:pPr marL="432" indent="0">
              <a:spcBef>
                <a:spcPts val="600"/>
              </a:spcBef>
              <a:buNone/>
            </a:pPr>
            <a:r>
              <a:rPr lang="en-US" b="1" dirty="0">
                <a:latin typeface="Courier New" panose="02070309020205020404" pitchFamily="49" charset="0"/>
                <a:cs typeface="Courier New" panose="02070309020205020404" pitchFamily="49" charset="0"/>
              </a:rPr>
              <a:t>// This program prints Welcome to Java!</a:t>
            </a:r>
          </a:p>
          <a:p>
            <a:pPr marL="432" indent="0">
              <a:spcBef>
                <a:spcPts val="600"/>
              </a:spcBef>
              <a:buNone/>
            </a:pPr>
            <a:r>
              <a:rPr lang="en-US" b="1" dirty="0">
                <a:latin typeface="Courier New" panose="02070309020205020404" pitchFamily="49" charset="0"/>
                <a:cs typeface="Courier New" panose="02070309020205020404" pitchFamily="49" charset="0"/>
              </a:rPr>
              <a:t>public class Welcome {</a:t>
            </a:r>
          </a:p>
          <a:p>
            <a:pPr marL="358775" indent="0">
              <a:spcBef>
                <a:spcPts val="600"/>
              </a:spcBef>
              <a:buNone/>
            </a:pPr>
            <a:r>
              <a:rPr lang="en-US" b="1" dirty="0">
                <a:latin typeface="Courier New" panose="02070309020205020404" pitchFamily="49" charset="0"/>
                <a:cs typeface="Courier New" panose="02070309020205020404" pitchFamily="49" charset="0"/>
              </a:rPr>
              <a:t>public static void main(String[] args) {</a:t>
            </a:r>
          </a:p>
          <a:p>
            <a:pPr marL="720000" indent="0">
              <a:spcBef>
                <a:spcPts val="600"/>
              </a:spcBef>
              <a:buNone/>
            </a:pPr>
            <a:r>
              <a:rPr lang="en-US" b="1" dirty="0">
                <a:latin typeface="Courier New" panose="02070309020205020404" pitchFamily="49" charset="0"/>
                <a:cs typeface="Courier New" panose="02070309020205020404" pitchFamily="49" charset="0"/>
              </a:rPr>
              <a:t>System.out.println("Welcome to Java!");</a:t>
            </a:r>
          </a:p>
          <a:p>
            <a:pPr marL="360000" indent="0">
              <a:spcBef>
                <a:spcPts val="600"/>
              </a:spcBef>
              <a:buNone/>
            </a:pPr>
            <a:r>
              <a:rPr lang="en-US" b="1" dirty="0">
                <a:latin typeface="Courier New" panose="02070309020205020404" pitchFamily="49" charset="0"/>
                <a:cs typeface="Courier New" panose="02070309020205020404" pitchFamily="49" charset="0"/>
              </a:rPr>
              <a:t>}</a:t>
            </a:r>
          </a:p>
          <a:p>
            <a:pPr marL="432" indent="0">
              <a:spcBef>
                <a:spcPts val="600"/>
              </a:spcBef>
              <a:buNone/>
            </a:pPr>
            <a:r>
              <a:rPr lang="en-US" b="1" dirty="0">
                <a:latin typeface="Courier New" panose="02070309020205020404" pitchFamily="49" charset="0"/>
                <a:cs typeface="Courier New" panose="02070309020205020404" pitchFamily="49" charset="0"/>
              </a:rPr>
              <a:t>}</a:t>
            </a:r>
          </a:p>
        </p:txBody>
      </p:sp>
      <p:sp>
        <p:nvSpPr>
          <p:cNvPr id="10" name="Arrow: Right 9">
            <a:extLst>
              <a:ext uri="{FF2B5EF4-FFF2-40B4-BE49-F238E27FC236}">
                <a16:creationId xmlns:a16="http://schemas.microsoft.com/office/drawing/2014/main" id="{87AE3565-99B8-CE70-6B5C-B3D57BDC94FD}"/>
              </a:ext>
            </a:extLst>
          </p:cNvPr>
          <p:cNvSpPr/>
          <p:nvPr/>
        </p:nvSpPr>
        <p:spPr>
          <a:xfrm>
            <a:off x="478301" y="5461472"/>
            <a:ext cx="2954215" cy="9533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hlinkClick r:id="rId3" tooltip="https://liveexample.pearsoncmg.com/html/Welcome.html">
                  <a:extLst>
                    <a:ext uri="{A12FA001-AC4F-418D-AE19-62706E023703}">
                      <ahyp:hlinkClr xmlns:ahyp="http://schemas.microsoft.com/office/drawing/2018/hyperlinkcolor" val="tx"/>
                    </a:ext>
                  </a:extLst>
                </a:hlinkClick>
              </a:rPr>
              <a:t>Code Example 1!</a:t>
            </a:r>
            <a:endParaRPr lang="en-US" sz="2000" dirty="0">
              <a:solidFill>
                <a:schemeClr val="bg1"/>
              </a:solidFill>
            </a:endParaRPr>
          </a:p>
        </p:txBody>
      </p:sp>
    </p:spTree>
    <p:extLst>
      <p:ext uri="{BB962C8B-B14F-4D97-AF65-F5344CB8AC3E}">
        <p14:creationId xmlns:p14="http://schemas.microsoft.com/office/powerpoint/2010/main" val="2180644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94DE-524D-4E37-B108-0D0BB51D8ACF}"/>
              </a:ext>
            </a:extLst>
          </p:cNvPr>
          <p:cNvSpPr>
            <a:spLocks noGrp="1"/>
          </p:cNvSpPr>
          <p:nvPr>
            <p:ph type="title"/>
          </p:nvPr>
        </p:nvSpPr>
        <p:spPr/>
        <p:txBody>
          <a:bodyPr/>
          <a:lstStyle/>
          <a:p>
            <a:r>
              <a:rPr lang="en-US" sz="3200"/>
              <a:t>Creating, Compiling, and Running Programs</a:t>
            </a:r>
          </a:p>
        </p:txBody>
      </p:sp>
      <p:pic>
        <p:nvPicPr>
          <p:cNvPr id="10" name="Picture 9" descr="A text file with codes as follows. For long description in Notes pane, press F6.">
            <a:extLst>
              <a:ext uri="{FF2B5EF4-FFF2-40B4-BE49-F238E27FC236}">
                <a16:creationId xmlns:a16="http://schemas.microsoft.com/office/drawing/2014/main" id="{055EAE24-2C2E-4CF8-89DD-A05A77416A45}"/>
              </a:ext>
            </a:extLst>
          </p:cNvPr>
          <p:cNvPicPr>
            <a:picLocks noChangeAspect="1"/>
          </p:cNvPicPr>
          <p:nvPr/>
        </p:nvPicPr>
        <p:blipFill>
          <a:blip r:embed="rId3"/>
          <a:stretch>
            <a:fillRect/>
          </a:stretch>
        </p:blipFill>
        <p:spPr>
          <a:xfrm>
            <a:off x="577444" y="1567179"/>
            <a:ext cx="3234231" cy="1116945"/>
          </a:xfrm>
          <a:prstGeom prst="rect">
            <a:avLst/>
          </a:prstGeom>
        </p:spPr>
      </p:pic>
      <p:pic>
        <p:nvPicPr>
          <p:cNvPr id="12" name="Picture 11" descr="A flow chart shows Creating, Compiling, and Running Programs. For long description in Notes pane, press F6.">
            <a:extLst>
              <a:ext uri="{FF2B5EF4-FFF2-40B4-BE49-F238E27FC236}">
                <a16:creationId xmlns:a16="http://schemas.microsoft.com/office/drawing/2014/main" id="{6C88FD01-1727-4BB7-A496-206A8655B38A}"/>
              </a:ext>
            </a:extLst>
          </p:cNvPr>
          <p:cNvPicPr>
            <a:picLocks noChangeAspect="1"/>
          </p:cNvPicPr>
          <p:nvPr/>
        </p:nvPicPr>
        <p:blipFill>
          <a:blip r:embed="rId4"/>
          <a:stretch>
            <a:fillRect/>
          </a:stretch>
        </p:blipFill>
        <p:spPr>
          <a:xfrm>
            <a:off x="3801366" y="2880786"/>
            <a:ext cx="4891420" cy="3451338"/>
          </a:xfrm>
          <a:prstGeom prst="rect">
            <a:avLst/>
          </a:prstGeom>
        </p:spPr>
      </p:pic>
    </p:spTree>
    <p:extLst>
      <p:ext uri="{BB962C8B-B14F-4D97-AF65-F5344CB8AC3E}">
        <p14:creationId xmlns:p14="http://schemas.microsoft.com/office/powerpoint/2010/main" val="3111741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78A0-943B-4CCC-AF9C-F88E0799C272}"/>
              </a:ext>
            </a:extLst>
          </p:cNvPr>
          <p:cNvSpPr>
            <a:spLocks noGrp="1"/>
          </p:cNvSpPr>
          <p:nvPr>
            <p:ph type="title"/>
          </p:nvPr>
        </p:nvSpPr>
        <p:spPr/>
        <p:txBody>
          <a:bodyPr/>
          <a:lstStyle/>
          <a:p>
            <a:r>
              <a:rPr lang="en-US" dirty="0"/>
              <a:t>Trace a Program Execution </a:t>
            </a:r>
            <a:r>
              <a:rPr lang="en-US" sz="2000" b="0" dirty="0"/>
              <a:t>(1 of 3)</a:t>
            </a:r>
            <a:endParaRPr lang="en-US" b="0" dirty="0"/>
          </a:p>
        </p:txBody>
      </p:sp>
      <p:pic>
        <p:nvPicPr>
          <p:cNvPr id="6" name="Picture 5" descr="An arrow labeled Enter main method points to public static void main left parenthesis String left box bracket right box bracket args right parenthesis.">
            <a:extLst>
              <a:ext uri="{FF2B5EF4-FFF2-40B4-BE49-F238E27FC236}">
                <a16:creationId xmlns:a16="http://schemas.microsoft.com/office/drawing/2014/main" id="{935B2692-F0D2-4B83-9769-FA6CBDCE7377}"/>
              </a:ext>
            </a:extLst>
          </p:cNvPr>
          <p:cNvPicPr>
            <a:picLocks noChangeAspect="1"/>
          </p:cNvPicPr>
          <p:nvPr/>
        </p:nvPicPr>
        <p:blipFill>
          <a:blip r:embed="rId3"/>
          <a:stretch>
            <a:fillRect/>
          </a:stretch>
        </p:blipFill>
        <p:spPr>
          <a:xfrm>
            <a:off x="632902" y="1952625"/>
            <a:ext cx="7908675" cy="3526762"/>
          </a:xfrm>
          <a:prstGeom prst="rect">
            <a:avLst/>
          </a:prstGeom>
        </p:spPr>
      </p:pic>
    </p:spTree>
    <p:extLst>
      <p:ext uri="{BB962C8B-B14F-4D97-AF65-F5344CB8AC3E}">
        <p14:creationId xmlns:p14="http://schemas.microsoft.com/office/powerpoint/2010/main" val="93738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78A0-943B-4CCC-AF9C-F88E0799C272}"/>
              </a:ext>
            </a:extLst>
          </p:cNvPr>
          <p:cNvSpPr>
            <a:spLocks noGrp="1"/>
          </p:cNvSpPr>
          <p:nvPr>
            <p:ph type="title"/>
          </p:nvPr>
        </p:nvSpPr>
        <p:spPr/>
        <p:txBody>
          <a:bodyPr/>
          <a:lstStyle/>
          <a:p>
            <a:r>
              <a:rPr lang="en-US" dirty="0"/>
              <a:t>Trace a Program Execution </a:t>
            </a:r>
            <a:r>
              <a:rPr lang="en-US" sz="2000" b="0" dirty="0"/>
              <a:t>(2 of 3)</a:t>
            </a:r>
            <a:endParaRPr lang="en-US" b="0" dirty="0"/>
          </a:p>
        </p:txBody>
      </p:sp>
      <p:pic>
        <p:nvPicPr>
          <p:cNvPr id="6" name="Picture 5" descr="An arrow labeled Execute statement points to System dot out dot print ln left parenthesis open double quote Welcome to Java exclamation close double quote right parenthesis semicolon.">
            <a:extLst>
              <a:ext uri="{FF2B5EF4-FFF2-40B4-BE49-F238E27FC236}">
                <a16:creationId xmlns:a16="http://schemas.microsoft.com/office/drawing/2014/main" id="{8EB5B171-56FE-4582-95E2-A7B35D62345B}"/>
              </a:ext>
            </a:extLst>
          </p:cNvPr>
          <p:cNvPicPr>
            <a:picLocks noChangeAspect="1"/>
          </p:cNvPicPr>
          <p:nvPr/>
        </p:nvPicPr>
        <p:blipFill>
          <a:blip r:embed="rId2"/>
          <a:stretch>
            <a:fillRect/>
          </a:stretch>
        </p:blipFill>
        <p:spPr>
          <a:xfrm>
            <a:off x="628172" y="1952625"/>
            <a:ext cx="7908675" cy="3526762"/>
          </a:xfrm>
          <a:prstGeom prst="rect">
            <a:avLst/>
          </a:prstGeom>
        </p:spPr>
      </p:pic>
    </p:spTree>
    <p:extLst>
      <p:ext uri="{BB962C8B-B14F-4D97-AF65-F5344CB8AC3E}">
        <p14:creationId xmlns:p14="http://schemas.microsoft.com/office/powerpoint/2010/main" val="2248941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78A0-943B-4CCC-AF9C-F88E0799C272}"/>
              </a:ext>
            </a:extLst>
          </p:cNvPr>
          <p:cNvSpPr>
            <a:spLocks noGrp="1"/>
          </p:cNvSpPr>
          <p:nvPr>
            <p:ph type="title"/>
          </p:nvPr>
        </p:nvSpPr>
        <p:spPr/>
        <p:txBody>
          <a:bodyPr/>
          <a:lstStyle/>
          <a:p>
            <a:r>
              <a:rPr lang="en-US"/>
              <a:t>Trace a Program Execution </a:t>
            </a:r>
            <a:r>
              <a:rPr lang="en-US" sz="2000" b="0"/>
              <a:t>(3 of 3)</a:t>
            </a:r>
            <a:endParaRPr lang="en-US" b="0"/>
          </a:p>
        </p:txBody>
      </p:sp>
      <p:pic>
        <p:nvPicPr>
          <p:cNvPr id="6" name="Picture 5" descr="An arrow labeled print a message to the console points to a screenshot of Command Prompt which is connected to System dot out dot print ln left parenthesis open double quote Welcome to Java exclamation close double quote right parenthesis semicolon.">
            <a:extLst>
              <a:ext uri="{FF2B5EF4-FFF2-40B4-BE49-F238E27FC236}">
                <a16:creationId xmlns:a16="http://schemas.microsoft.com/office/drawing/2014/main" id="{84D002B4-F09C-4FF7-B03A-152CA0037137}"/>
              </a:ext>
            </a:extLst>
          </p:cNvPr>
          <p:cNvPicPr>
            <a:picLocks noChangeAspect="1"/>
          </p:cNvPicPr>
          <p:nvPr/>
        </p:nvPicPr>
        <p:blipFill>
          <a:blip r:embed="rId2"/>
          <a:stretch>
            <a:fillRect/>
          </a:stretch>
        </p:blipFill>
        <p:spPr>
          <a:xfrm>
            <a:off x="656814" y="1923762"/>
            <a:ext cx="7830371" cy="3702054"/>
          </a:xfrm>
          <a:prstGeom prst="rect">
            <a:avLst/>
          </a:prstGeom>
        </p:spPr>
      </p:pic>
    </p:spTree>
    <p:extLst>
      <p:ext uri="{BB962C8B-B14F-4D97-AF65-F5344CB8AC3E}">
        <p14:creationId xmlns:p14="http://schemas.microsoft.com/office/powerpoint/2010/main" val="2394216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20B7D-D26C-471E-B43C-A3ACE0596943}"/>
              </a:ext>
            </a:extLst>
          </p:cNvPr>
          <p:cNvSpPr>
            <a:spLocks noGrp="1"/>
          </p:cNvSpPr>
          <p:nvPr>
            <p:ph type="title"/>
          </p:nvPr>
        </p:nvSpPr>
        <p:spPr/>
        <p:txBody>
          <a:bodyPr/>
          <a:lstStyle/>
          <a:p>
            <a:r>
              <a:rPr lang="en-US" sz="3200" dirty="0"/>
              <a:t>Programming Style and Documentation</a:t>
            </a:r>
          </a:p>
        </p:txBody>
      </p:sp>
      <p:sp>
        <p:nvSpPr>
          <p:cNvPr id="3" name="Content Placeholder 2">
            <a:extLst>
              <a:ext uri="{FF2B5EF4-FFF2-40B4-BE49-F238E27FC236}">
                <a16:creationId xmlns:a16="http://schemas.microsoft.com/office/drawing/2014/main" id="{6ACC6790-26CD-41A5-80CE-CDD1CBB2D3FA}"/>
              </a:ext>
            </a:extLst>
          </p:cNvPr>
          <p:cNvSpPr>
            <a:spLocks noGrp="1"/>
          </p:cNvSpPr>
          <p:nvPr>
            <p:ph sz="quarter" idx="13"/>
          </p:nvPr>
        </p:nvSpPr>
        <p:spPr>
          <a:xfrm>
            <a:off x="457200" y="1554921"/>
            <a:ext cx="8232775" cy="2301462"/>
          </a:xfrm>
        </p:spPr>
        <p:txBody>
          <a:bodyPr/>
          <a:lstStyle/>
          <a:p>
            <a:r>
              <a:rPr lang="en-US" dirty="0"/>
              <a:t>Appropriate Comments</a:t>
            </a:r>
          </a:p>
          <a:p>
            <a:r>
              <a:rPr lang="en-US" dirty="0"/>
              <a:t>Naming Conventions</a:t>
            </a:r>
          </a:p>
          <a:p>
            <a:r>
              <a:rPr lang="en-US" dirty="0"/>
              <a:t>Proper Indentation and Spacing Lines</a:t>
            </a:r>
          </a:p>
          <a:p>
            <a:r>
              <a:rPr lang="en-US" dirty="0"/>
              <a:t>Block Styles</a:t>
            </a:r>
          </a:p>
        </p:txBody>
      </p:sp>
    </p:spTree>
    <p:extLst>
      <p:ext uri="{BB962C8B-B14F-4D97-AF65-F5344CB8AC3E}">
        <p14:creationId xmlns:p14="http://schemas.microsoft.com/office/powerpoint/2010/main" val="4098433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ECB41-095F-446D-9E3B-21C0B70FF855}"/>
              </a:ext>
            </a:extLst>
          </p:cNvPr>
          <p:cNvSpPr>
            <a:spLocks noGrp="1"/>
          </p:cNvSpPr>
          <p:nvPr>
            <p:ph type="title"/>
          </p:nvPr>
        </p:nvSpPr>
        <p:spPr/>
        <p:txBody>
          <a:bodyPr/>
          <a:lstStyle/>
          <a:p>
            <a:r>
              <a:rPr lang="en-US" dirty="0"/>
              <a:t>Two More Simple Examples</a:t>
            </a:r>
          </a:p>
        </p:txBody>
      </p:sp>
      <p:sp>
        <p:nvSpPr>
          <p:cNvPr id="11" name="Text Placeholder 10">
            <a:extLst>
              <a:ext uri="{FF2B5EF4-FFF2-40B4-BE49-F238E27FC236}">
                <a16:creationId xmlns:a16="http://schemas.microsoft.com/office/drawing/2014/main" id="{D069C83D-BB9C-469F-9648-894297F0B1FB}"/>
              </a:ext>
            </a:extLst>
          </p:cNvPr>
          <p:cNvSpPr>
            <a:spLocks noGrp="1"/>
          </p:cNvSpPr>
          <p:nvPr>
            <p:ph type="body" sz="quarter" idx="21"/>
          </p:nvPr>
        </p:nvSpPr>
        <p:spPr>
          <a:xfrm>
            <a:off x="581465" y="3835832"/>
            <a:ext cx="4114800" cy="610500"/>
          </a:xfrm>
        </p:spPr>
        <p:txBody>
          <a:bodyPr/>
          <a:lstStyle/>
          <a:p>
            <a:pPr marL="432" indent="0">
              <a:buNone/>
            </a:pPr>
            <a:r>
              <a:rPr lang="en-US" sz="1200" dirty="0" err="1">
                <a:hlinkClick r:id="rId3" tooltip="https://liveexample.pearsoncmg.com/html/ComputeExpression.html"/>
              </a:rPr>
              <a:t>ComputeExpression</a:t>
            </a:r>
            <a:endParaRPr lang="en-US" sz="1200" dirty="0">
              <a:hlinkClick r:id="rId4"/>
            </a:endParaRPr>
          </a:p>
        </p:txBody>
      </p:sp>
      <p:sp>
        <p:nvSpPr>
          <p:cNvPr id="3" name="Arrow: Right 2">
            <a:extLst>
              <a:ext uri="{FF2B5EF4-FFF2-40B4-BE49-F238E27FC236}">
                <a16:creationId xmlns:a16="http://schemas.microsoft.com/office/drawing/2014/main" id="{FF33F9A1-C07F-F864-0AB2-827B27BAF841}"/>
              </a:ext>
            </a:extLst>
          </p:cNvPr>
          <p:cNvSpPr/>
          <p:nvPr/>
        </p:nvSpPr>
        <p:spPr>
          <a:xfrm>
            <a:off x="640080" y="1322891"/>
            <a:ext cx="2954215" cy="9533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hlinkClick r:id="rId5" tooltip="https://liveexample.pearsoncmg.com/html/Welcome.html">
                  <a:extLst>
                    <a:ext uri="{A12FA001-AC4F-418D-AE19-62706E023703}">
                      <ahyp:hlinkClr xmlns:ahyp="http://schemas.microsoft.com/office/drawing/2018/hyperlinkcolor" val="tx"/>
                    </a:ext>
                  </a:extLst>
                </a:hlinkClick>
              </a:rPr>
              <a:t>Code Example 2</a:t>
            </a:r>
            <a:endParaRPr lang="en-US" sz="2000" dirty="0">
              <a:solidFill>
                <a:schemeClr val="bg1"/>
              </a:solidFill>
            </a:endParaRPr>
          </a:p>
        </p:txBody>
      </p:sp>
      <p:sp>
        <p:nvSpPr>
          <p:cNvPr id="4" name="Arrow: Right 3">
            <a:extLst>
              <a:ext uri="{FF2B5EF4-FFF2-40B4-BE49-F238E27FC236}">
                <a16:creationId xmlns:a16="http://schemas.microsoft.com/office/drawing/2014/main" id="{D2055EA0-10F9-3F42-9FA7-99BE15810555}"/>
              </a:ext>
            </a:extLst>
          </p:cNvPr>
          <p:cNvSpPr/>
          <p:nvPr/>
        </p:nvSpPr>
        <p:spPr>
          <a:xfrm>
            <a:off x="581465" y="3233073"/>
            <a:ext cx="2954215" cy="95339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chemeClr val="bg1"/>
                </a:solidFill>
                <a:hlinkClick r:id="rId5" tooltip="https://liveexample.pearsoncmg.com/html/Welcome.html">
                  <a:extLst>
                    <a:ext uri="{A12FA001-AC4F-418D-AE19-62706E023703}">
                      <ahyp:hlinkClr xmlns:ahyp="http://schemas.microsoft.com/office/drawing/2018/hyperlinkcolor" val="tx"/>
                    </a:ext>
                  </a:extLst>
                </a:hlinkClick>
              </a:rPr>
              <a:t>Code </a:t>
            </a:r>
            <a:r>
              <a:rPr lang="en-US" sz="2000" dirty="0">
                <a:solidFill>
                  <a:schemeClr val="bg1"/>
                </a:solidFill>
                <a:hlinkClick r:id="rId3" tooltip="https://liveexample.pearsoncmg.com/html/Welcome.html">
                  <a:extLst>
                    <a:ext uri="{A12FA001-AC4F-418D-AE19-62706E023703}">
                      <ahyp:hlinkClr xmlns:ahyp="http://schemas.microsoft.com/office/drawing/2018/hyperlinkcolor" val="tx"/>
                    </a:ext>
                  </a:extLst>
                </a:hlinkClick>
              </a:rPr>
              <a:t>Example</a:t>
            </a:r>
            <a:r>
              <a:rPr lang="en-US" sz="2000" dirty="0">
                <a:solidFill>
                  <a:schemeClr val="bg1"/>
                </a:solidFill>
                <a:hlinkClick r:id="rId5" tooltip="https://liveexample.pearsoncmg.com/html/Welcome.html">
                  <a:extLst>
                    <a:ext uri="{A12FA001-AC4F-418D-AE19-62706E023703}">
                      <ahyp:hlinkClr xmlns:ahyp="http://schemas.microsoft.com/office/drawing/2018/hyperlinkcolor" val="tx"/>
                    </a:ext>
                  </a:extLst>
                </a:hlinkClick>
              </a:rPr>
              <a:t> 3</a:t>
            </a:r>
            <a:endParaRPr lang="en-US" sz="2000" dirty="0">
              <a:solidFill>
                <a:schemeClr val="bg1"/>
              </a:solidFill>
            </a:endParaRPr>
          </a:p>
        </p:txBody>
      </p:sp>
      <p:sp>
        <p:nvSpPr>
          <p:cNvPr id="7" name="Text Placeholder 9">
            <a:hlinkClick r:id="rId5"/>
            <a:extLst>
              <a:ext uri="{FF2B5EF4-FFF2-40B4-BE49-F238E27FC236}">
                <a16:creationId xmlns:a16="http://schemas.microsoft.com/office/drawing/2014/main" id="{0CB2D9FC-39D7-491E-80FC-E4B82274A323}"/>
              </a:ext>
            </a:extLst>
          </p:cNvPr>
          <p:cNvSpPr txBox="1">
            <a:spLocks/>
          </p:cNvSpPr>
          <p:nvPr/>
        </p:nvSpPr>
        <p:spPr>
          <a:xfrm>
            <a:off x="581465" y="1950579"/>
            <a:ext cx="4406900" cy="610500"/>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256032" marR="0" lvl="0" indent="-255600" algn="l" rtl="0">
              <a:lnSpc>
                <a:spcPct val="100000"/>
              </a:lnSpc>
              <a:spcBef>
                <a:spcPts val="15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1pPr>
            <a:lvl2pPr marL="742950" marR="0" lvl="1" indent="-18415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2pPr>
            <a:lvl3pPr marL="1143000" marR="0" lvl="2" indent="-127000" algn="l" rtl="0">
              <a:lnSpc>
                <a:spcPct val="100000"/>
              </a:lnSpc>
              <a:spcBef>
                <a:spcPts val="600"/>
              </a:spcBef>
              <a:spcAft>
                <a:spcPts val="0"/>
              </a:spcAft>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4pPr>
            <a:lvl5pPr marL="2057400" marR="0" lvl="4" indent="-127000" algn="l" rtl="0">
              <a:lnSpc>
                <a:spcPct val="100000"/>
              </a:lnSpc>
              <a:spcBef>
                <a:spcPts val="600"/>
              </a:spcBef>
              <a:spcAft>
                <a:spcPts val="0"/>
              </a:spcAft>
              <a:buClr>
                <a:srgbClr val="007FA3"/>
              </a:buClr>
              <a:buSzPct val="100000"/>
              <a:buFont typeface="Arial"/>
              <a:buChar char="•"/>
              <a:defRPr sz="2400" b="0" i="0" u="none" strike="noStrike" cap="none">
                <a:solidFill>
                  <a:schemeClr val="dk1"/>
                </a:solidFill>
                <a:latin typeface="+mn-lt"/>
                <a:ea typeface="Arial"/>
                <a:cs typeface="Arial"/>
                <a:sym typeface="Arial"/>
              </a:defRPr>
            </a:lvl5pPr>
            <a:lvl6pPr marL="2514600" marR="0" lvl="5"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lnSpc>
                <a:spcPct val="100000"/>
              </a:lnSpc>
              <a:spcBef>
                <a:spcPts val="300"/>
              </a:spcBef>
              <a:spcAft>
                <a:spcPts val="0"/>
              </a:spcAft>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pPr marL="432" indent="0">
              <a:buFont typeface="Arial"/>
              <a:buNone/>
            </a:pPr>
            <a:r>
              <a:rPr lang="en-US" sz="1200" dirty="0" err="1">
                <a:hlinkClick r:id="rId5" tooltip="https://liveexample.pearsoncmg.com/html/WelcomeWithThreeMessages.html"/>
              </a:rPr>
              <a:t>WelcomeWithThreeMessages</a:t>
            </a:r>
            <a:endParaRPr lang="en-US" sz="1200" dirty="0">
              <a:hlinkClick r:id="rId6"/>
            </a:endParaRPr>
          </a:p>
        </p:txBody>
      </p:sp>
    </p:spTree>
    <p:extLst>
      <p:ext uri="{BB962C8B-B14F-4D97-AF65-F5344CB8AC3E}">
        <p14:creationId xmlns:p14="http://schemas.microsoft.com/office/powerpoint/2010/main" val="2810852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1D09A-5C37-4FF9-B75D-2E26047E5E45}"/>
              </a:ext>
            </a:extLst>
          </p:cNvPr>
          <p:cNvSpPr>
            <a:spLocks noGrp="1"/>
          </p:cNvSpPr>
          <p:nvPr>
            <p:ph type="title"/>
          </p:nvPr>
        </p:nvSpPr>
        <p:spPr/>
        <p:txBody>
          <a:bodyPr/>
          <a:lstStyle/>
          <a:p>
            <a:r>
              <a:rPr lang="en-US"/>
              <a:t>Anatomy of a Java Program</a:t>
            </a:r>
          </a:p>
        </p:txBody>
      </p:sp>
      <p:sp>
        <p:nvSpPr>
          <p:cNvPr id="3" name="Content Placeholder 2">
            <a:extLst>
              <a:ext uri="{FF2B5EF4-FFF2-40B4-BE49-F238E27FC236}">
                <a16:creationId xmlns:a16="http://schemas.microsoft.com/office/drawing/2014/main" id="{C2BEAFDB-355D-45D6-A35F-467807F625BB}"/>
              </a:ext>
            </a:extLst>
          </p:cNvPr>
          <p:cNvSpPr>
            <a:spLocks noGrp="1"/>
          </p:cNvSpPr>
          <p:nvPr>
            <p:ph sz="quarter" idx="13"/>
          </p:nvPr>
        </p:nvSpPr>
        <p:spPr>
          <a:xfrm>
            <a:off x="457200" y="1554920"/>
            <a:ext cx="8232775" cy="3997741"/>
          </a:xfrm>
        </p:spPr>
        <p:txBody>
          <a:bodyPr/>
          <a:lstStyle/>
          <a:p>
            <a:r>
              <a:rPr lang="en-US"/>
              <a:t>Class name</a:t>
            </a:r>
          </a:p>
          <a:p>
            <a:r>
              <a:rPr lang="en-US"/>
              <a:t>Main method</a:t>
            </a:r>
          </a:p>
          <a:p>
            <a:r>
              <a:rPr lang="en-US"/>
              <a:t>Statements</a:t>
            </a:r>
          </a:p>
          <a:p>
            <a:r>
              <a:rPr lang="en-US"/>
              <a:t>Statement terminator</a:t>
            </a:r>
          </a:p>
          <a:p>
            <a:r>
              <a:rPr lang="en-US"/>
              <a:t>Reserved words</a:t>
            </a:r>
          </a:p>
          <a:p>
            <a:r>
              <a:rPr lang="en-US"/>
              <a:t>Comments</a:t>
            </a:r>
          </a:p>
          <a:p>
            <a:r>
              <a:rPr lang="en-US"/>
              <a:t>Blocks</a:t>
            </a:r>
          </a:p>
        </p:txBody>
      </p:sp>
    </p:spTree>
    <p:extLst>
      <p:ext uri="{BB962C8B-B14F-4D97-AF65-F5344CB8AC3E}">
        <p14:creationId xmlns:p14="http://schemas.microsoft.com/office/powerpoint/2010/main" val="674014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344DB-2F13-44B4-8D63-0BE1B9212110}"/>
              </a:ext>
            </a:extLst>
          </p:cNvPr>
          <p:cNvSpPr>
            <a:spLocks noGrp="1"/>
          </p:cNvSpPr>
          <p:nvPr>
            <p:ph type="title"/>
          </p:nvPr>
        </p:nvSpPr>
        <p:spPr/>
        <p:txBody>
          <a:bodyPr/>
          <a:lstStyle/>
          <a:p>
            <a:r>
              <a:rPr lang="en-US"/>
              <a:t>Class Name</a:t>
            </a:r>
          </a:p>
        </p:txBody>
      </p:sp>
      <p:sp>
        <p:nvSpPr>
          <p:cNvPr id="3" name="Content Placeholder 2">
            <a:extLst>
              <a:ext uri="{FF2B5EF4-FFF2-40B4-BE49-F238E27FC236}">
                <a16:creationId xmlns:a16="http://schemas.microsoft.com/office/drawing/2014/main" id="{C20C3C6D-E744-419F-A670-9F4B4C2DBC5B}"/>
              </a:ext>
            </a:extLst>
          </p:cNvPr>
          <p:cNvSpPr>
            <a:spLocks noGrp="1"/>
          </p:cNvSpPr>
          <p:nvPr>
            <p:ph sz="quarter" idx="13"/>
          </p:nvPr>
        </p:nvSpPr>
        <p:spPr>
          <a:xfrm>
            <a:off x="457200" y="1556327"/>
            <a:ext cx="7961586" cy="1644073"/>
          </a:xfrm>
        </p:spPr>
        <p:txBody>
          <a:bodyPr/>
          <a:lstStyle/>
          <a:p>
            <a:pPr marL="432" indent="0">
              <a:buNone/>
            </a:pPr>
            <a:r>
              <a:rPr lang="en-US" dirty="0"/>
              <a:t>Every Java program must have at least one class. Each class has a name. By convention, class names start with an uppercase letter. In this example, the class name is Welcome.</a:t>
            </a:r>
          </a:p>
        </p:txBody>
      </p:sp>
      <p:pic>
        <p:nvPicPr>
          <p:cNvPr id="8" name="Picture 7" descr="Forward slash, forward slash. This program prints Welcome to Java mark of exclamation. For long description in Notes pane, press F6.">
            <a:extLst>
              <a:ext uri="{FF2B5EF4-FFF2-40B4-BE49-F238E27FC236}">
                <a16:creationId xmlns:a16="http://schemas.microsoft.com/office/drawing/2014/main" id="{DAE24DE7-CA25-4CB6-921A-7654A77BDD99}"/>
              </a:ext>
            </a:extLst>
          </p:cNvPr>
          <p:cNvPicPr>
            <a:picLocks noChangeAspect="1"/>
          </p:cNvPicPr>
          <p:nvPr/>
        </p:nvPicPr>
        <p:blipFill>
          <a:blip r:embed="rId3"/>
          <a:stretch>
            <a:fillRect/>
          </a:stretch>
        </p:blipFill>
        <p:spPr>
          <a:xfrm>
            <a:off x="610880" y="3321754"/>
            <a:ext cx="7922239" cy="2495803"/>
          </a:xfrm>
          <a:prstGeom prst="rect">
            <a:avLst/>
          </a:prstGeom>
        </p:spPr>
      </p:pic>
    </p:spTree>
    <p:extLst>
      <p:ext uri="{BB962C8B-B14F-4D97-AF65-F5344CB8AC3E}">
        <p14:creationId xmlns:p14="http://schemas.microsoft.com/office/powerpoint/2010/main" val="2919868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4864F-2527-4215-A635-FA0F71B85AA7}"/>
              </a:ext>
            </a:extLst>
          </p:cNvPr>
          <p:cNvSpPr>
            <a:spLocks noGrp="1"/>
          </p:cNvSpPr>
          <p:nvPr>
            <p:ph type="title"/>
          </p:nvPr>
        </p:nvSpPr>
        <p:spPr/>
        <p:txBody>
          <a:bodyPr/>
          <a:lstStyle/>
          <a:p>
            <a:r>
              <a:rPr lang="en-US"/>
              <a:t>Main Method</a:t>
            </a:r>
          </a:p>
        </p:txBody>
      </p:sp>
      <p:sp>
        <p:nvSpPr>
          <p:cNvPr id="3" name="Content Placeholder 2">
            <a:extLst>
              <a:ext uri="{FF2B5EF4-FFF2-40B4-BE49-F238E27FC236}">
                <a16:creationId xmlns:a16="http://schemas.microsoft.com/office/drawing/2014/main" id="{A74C62F4-456E-4847-A754-071546432660}"/>
              </a:ext>
            </a:extLst>
          </p:cNvPr>
          <p:cNvSpPr>
            <a:spLocks noGrp="1"/>
          </p:cNvSpPr>
          <p:nvPr>
            <p:ph sz="quarter" idx="13"/>
          </p:nvPr>
        </p:nvSpPr>
        <p:spPr>
          <a:xfrm>
            <a:off x="457200" y="1556327"/>
            <a:ext cx="8229600" cy="1296000"/>
          </a:xfrm>
        </p:spPr>
        <p:txBody>
          <a:bodyPr/>
          <a:lstStyle/>
          <a:p>
            <a:pPr marL="432" indent="0">
              <a:buNone/>
            </a:pPr>
            <a:r>
              <a:rPr lang="en-US" dirty="0"/>
              <a:t>Line 2 defines the main method. In order to run a class, the class must contain a method named main. The program is executed from the main method.</a:t>
            </a:r>
          </a:p>
        </p:txBody>
      </p:sp>
      <p:pic>
        <p:nvPicPr>
          <p:cNvPr id="8" name="Picture 7" descr="Forward slash, forward slash. This program prints Welcome to Java mark of exclamation. For long description in Notes pane, press F6.">
            <a:extLst>
              <a:ext uri="{FF2B5EF4-FFF2-40B4-BE49-F238E27FC236}">
                <a16:creationId xmlns:a16="http://schemas.microsoft.com/office/drawing/2014/main" id="{859B89E7-CB8F-4D6F-8E59-F0468E0C2D87}"/>
              </a:ext>
            </a:extLst>
          </p:cNvPr>
          <p:cNvPicPr>
            <a:picLocks noChangeAspect="1"/>
          </p:cNvPicPr>
          <p:nvPr/>
        </p:nvPicPr>
        <p:blipFill>
          <a:blip r:embed="rId3"/>
          <a:stretch>
            <a:fillRect/>
          </a:stretch>
        </p:blipFill>
        <p:spPr>
          <a:xfrm>
            <a:off x="610880" y="3189916"/>
            <a:ext cx="7922239" cy="2489848"/>
          </a:xfrm>
          <a:prstGeom prst="rect">
            <a:avLst/>
          </a:prstGeom>
        </p:spPr>
      </p:pic>
    </p:spTree>
    <p:extLst>
      <p:ext uri="{BB962C8B-B14F-4D97-AF65-F5344CB8AC3E}">
        <p14:creationId xmlns:p14="http://schemas.microsoft.com/office/powerpoint/2010/main" val="3983143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C738D-D1F2-4B26-BD9F-3B338E4CE7DE}"/>
              </a:ext>
            </a:extLst>
          </p:cNvPr>
          <p:cNvSpPr>
            <a:spLocks noGrp="1"/>
          </p:cNvSpPr>
          <p:nvPr>
            <p:ph type="title"/>
          </p:nvPr>
        </p:nvSpPr>
        <p:spPr/>
        <p:txBody>
          <a:bodyPr/>
          <a:lstStyle/>
          <a:p>
            <a:r>
              <a:rPr lang="en-US"/>
              <a:t>Statement</a:t>
            </a:r>
          </a:p>
        </p:txBody>
      </p:sp>
      <p:sp>
        <p:nvSpPr>
          <p:cNvPr id="3" name="Content Placeholder 2">
            <a:extLst>
              <a:ext uri="{FF2B5EF4-FFF2-40B4-BE49-F238E27FC236}">
                <a16:creationId xmlns:a16="http://schemas.microsoft.com/office/drawing/2014/main" id="{73172D9A-C48D-4E71-AD8B-FFAEBECEF90D}"/>
              </a:ext>
            </a:extLst>
          </p:cNvPr>
          <p:cNvSpPr>
            <a:spLocks noGrp="1"/>
          </p:cNvSpPr>
          <p:nvPr>
            <p:ph sz="quarter" idx="13"/>
          </p:nvPr>
        </p:nvSpPr>
        <p:spPr>
          <a:xfrm>
            <a:off x="457200" y="1556327"/>
            <a:ext cx="8229600" cy="1659839"/>
          </a:xfrm>
        </p:spPr>
        <p:txBody>
          <a:bodyPr/>
          <a:lstStyle/>
          <a:p>
            <a:pPr marL="432" indent="0">
              <a:buNone/>
            </a:pPr>
            <a:r>
              <a:rPr lang="en-US" dirty="0"/>
              <a:t>A statement represents an action or a sequence of actions. The statement </a:t>
            </a:r>
            <a:r>
              <a:rPr lang="en-US" dirty="0" err="1"/>
              <a:t>System.out.println</a:t>
            </a:r>
            <a:r>
              <a:rPr lang="en-US" dirty="0"/>
              <a:t>(“Welcome to Java!”) in the program in Listing 1.1 is a statement to display the greeting “Welcome to Java!”.</a:t>
            </a:r>
          </a:p>
        </p:txBody>
      </p:sp>
      <p:pic>
        <p:nvPicPr>
          <p:cNvPr id="8" name="Picture 7" descr="Forward slash, forward slash. This program prints Welcome to Java mark of exclamation. For long description in Notes pane, press F6.">
            <a:extLst>
              <a:ext uri="{FF2B5EF4-FFF2-40B4-BE49-F238E27FC236}">
                <a16:creationId xmlns:a16="http://schemas.microsoft.com/office/drawing/2014/main" id="{6D0629F6-93AB-4E74-AE9B-D0315203D110}"/>
              </a:ext>
            </a:extLst>
          </p:cNvPr>
          <p:cNvPicPr>
            <a:picLocks noChangeAspect="1"/>
          </p:cNvPicPr>
          <p:nvPr/>
        </p:nvPicPr>
        <p:blipFill>
          <a:blip r:embed="rId3"/>
          <a:stretch>
            <a:fillRect/>
          </a:stretch>
        </p:blipFill>
        <p:spPr>
          <a:xfrm>
            <a:off x="626120" y="3616636"/>
            <a:ext cx="7922239" cy="2489848"/>
          </a:xfrm>
          <a:prstGeom prst="rect">
            <a:avLst/>
          </a:prstGeom>
        </p:spPr>
      </p:pic>
    </p:spTree>
    <p:extLst>
      <p:ext uri="{BB962C8B-B14F-4D97-AF65-F5344CB8AC3E}">
        <p14:creationId xmlns:p14="http://schemas.microsoft.com/office/powerpoint/2010/main" val="1058787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A196F-BCB5-4E6C-ABA5-27F0684A8D52}"/>
              </a:ext>
            </a:extLst>
          </p:cNvPr>
          <p:cNvSpPr>
            <a:spLocks noGrp="1"/>
          </p:cNvSpPr>
          <p:nvPr>
            <p:ph type="title"/>
          </p:nvPr>
        </p:nvSpPr>
        <p:spPr/>
        <p:txBody>
          <a:bodyPr/>
          <a:lstStyle/>
          <a:p>
            <a:r>
              <a:rPr lang="en-US"/>
              <a:t>Statement Terminator</a:t>
            </a:r>
          </a:p>
        </p:txBody>
      </p:sp>
      <p:sp>
        <p:nvSpPr>
          <p:cNvPr id="3" name="Content Placeholder 2">
            <a:extLst>
              <a:ext uri="{FF2B5EF4-FFF2-40B4-BE49-F238E27FC236}">
                <a16:creationId xmlns:a16="http://schemas.microsoft.com/office/drawing/2014/main" id="{C0DCAF54-8D03-45E3-96A7-346962EFF04A}"/>
              </a:ext>
            </a:extLst>
          </p:cNvPr>
          <p:cNvSpPr>
            <a:spLocks noGrp="1"/>
          </p:cNvSpPr>
          <p:nvPr>
            <p:ph sz="quarter" idx="13"/>
          </p:nvPr>
        </p:nvSpPr>
        <p:spPr>
          <a:xfrm>
            <a:off x="457200" y="1556327"/>
            <a:ext cx="7152290" cy="617030"/>
          </a:xfrm>
        </p:spPr>
        <p:txBody>
          <a:bodyPr/>
          <a:lstStyle/>
          <a:p>
            <a:pPr marL="432" indent="0">
              <a:buNone/>
            </a:pPr>
            <a:r>
              <a:rPr lang="en-US" dirty="0"/>
              <a:t>Every statement in Java ends with a semicolon (;).</a:t>
            </a:r>
          </a:p>
        </p:txBody>
      </p:sp>
      <p:pic>
        <p:nvPicPr>
          <p:cNvPr id="8" name="Picture 7" descr="Forward slash, forward slash. This program prints Welcome to Java mark of exclamation. For long description in Notes pane, press F6.">
            <a:extLst>
              <a:ext uri="{FF2B5EF4-FFF2-40B4-BE49-F238E27FC236}">
                <a16:creationId xmlns:a16="http://schemas.microsoft.com/office/drawing/2014/main" id="{75270603-8ED9-44DF-A1BB-79B1A47826CC}"/>
              </a:ext>
            </a:extLst>
          </p:cNvPr>
          <p:cNvPicPr>
            <a:picLocks noChangeAspect="1"/>
          </p:cNvPicPr>
          <p:nvPr/>
        </p:nvPicPr>
        <p:blipFill>
          <a:blip r:embed="rId3"/>
          <a:stretch>
            <a:fillRect/>
          </a:stretch>
        </p:blipFill>
        <p:spPr>
          <a:xfrm>
            <a:off x="688929" y="2654273"/>
            <a:ext cx="7766140" cy="2446626"/>
          </a:xfrm>
          <a:prstGeom prst="rect">
            <a:avLst/>
          </a:prstGeom>
        </p:spPr>
      </p:pic>
    </p:spTree>
    <p:extLst>
      <p:ext uri="{BB962C8B-B14F-4D97-AF65-F5344CB8AC3E}">
        <p14:creationId xmlns:p14="http://schemas.microsoft.com/office/powerpoint/2010/main" val="570803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3DF70-F87E-4A93-88A8-AC9CBC90AB05}"/>
              </a:ext>
            </a:extLst>
          </p:cNvPr>
          <p:cNvSpPr>
            <a:spLocks noGrp="1"/>
          </p:cNvSpPr>
          <p:nvPr>
            <p:ph type="title"/>
          </p:nvPr>
        </p:nvSpPr>
        <p:spPr/>
        <p:txBody>
          <a:bodyPr/>
          <a:lstStyle/>
          <a:p>
            <a:r>
              <a:rPr lang="en-US"/>
              <a:t>Keywords</a:t>
            </a:r>
          </a:p>
        </p:txBody>
      </p:sp>
      <p:sp>
        <p:nvSpPr>
          <p:cNvPr id="3" name="Content Placeholder 2">
            <a:extLst>
              <a:ext uri="{FF2B5EF4-FFF2-40B4-BE49-F238E27FC236}">
                <a16:creationId xmlns:a16="http://schemas.microsoft.com/office/drawing/2014/main" id="{7A6A4DD4-8162-46E9-BC04-1615AE3219D9}"/>
              </a:ext>
            </a:extLst>
          </p:cNvPr>
          <p:cNvSpPr>
            <a:spLocks noGrp="1"/>
          </p:cNvSpPr>
          <p:nvPr>
            <p:ph sz="quarter" idx="13"/>
          </p:nvPr>
        </p:nvSpPr>
        <p:spPr>
          <a:xfrm>
            <a:off x="457199" y="1556327"/>
            <a:ext cx="8036701" cy="2038211"/>
          </a:xfrm>
        </p:spPr>
        <p:txBody>
          <a:bodyPr/>
          <a:lstStyle/>
          <a:p>
            <a:pPr marL="432" indent="0">
              <a:buNone/>
            </a:pPr>
            <a:r>
              <a:rPr lang="en-US" dirty="0"/>
              <a:t>Keywords are words that have a specific meaning to the compiler and cannot be used for other purposes in the program. For example, when the compiler sees the word class, it understands that the word after class is the name for the class.</a:t>
            </a:r>
          </a:p>
        </p:txBody>
      </p:sp>
      <p:pic>
        <p:nvPicPr>
          <p:cNvPr id="8" name="Picture 7" descr="Forward slash, forward slash. This program prints Welcome to Java mark of exclamation. For long description in Notes pane, press F6.">
            <a:extLst>
              <a:ext uri="{FF2B5EF4-FFF2-40B4-BE49-F238E27FC236}">
                <a16:creationId xmlns:a16="http://schemas.microsoft.com/office/drawing/2014/main" id="{D6334F00-D7C9-48F8-8488-3E68601DCE5C}"/>
              </a:ext>
            </a:extLst>
          </p:cNvPr>
          <p:cNvPicPr>
            <a:picLocks noChangeAspect="1"/>
          </p:cNvPicPr>
          <p:nvPr/>
        </p:nvPicPr>
        <p:blipFill>
          <a:blip r:embed="rId3"/>
          <a:stretch>
            <a:fillRect/>
          </a:stretch>
        </p:blipFill>
        <p:spPr>
          <a:xfrm>
            <a:off x="650099" y="3717453"/>
            <a:ext cx="7843801" cy="2471092"/>
          </a:xfrm>
          <a:prstGeom prst="rect">
            <a:avLst/>
          </a:prstGeom>
        </p:spPr>
      </p:pic>
    </p:spTree>
    <p:extLst>
      <p:ext uri="{BB962C8B-B14F-4D97-AF65-F5344CB8AC3E}">
        <p14:creationId xmlns:p14="http://schemas.microsoft.com/office/powerpoint/2010/main" val="488381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D60B6-3111-E9A2-2369-68C4C3C4EC3C}"/>
              </a:ext>
            </a:extLst>
          </p:cNvPr>
          <p:cNvSpPr>
            <a:spLocks noGrp="1"/>
          </p:cNvSpPr>
          <p:nvPr>
            <p:ph type="title"/>
          </p:nvPr>
        </p:nvSpPr>
        <p:spPr/>
        <p:txBody>
          <a:bodyPr/>
          <a:lstStyle/>
          <a:p>
            <a:r>
              <a:rPr lang="en-US" dirty="0"/>
              <a:t>Java Reserved Words / Keywords</a:t>
            </a:r>
          </a:p>
        </p:txBody>
      </p:sp>
      <p:pic>
        <p:nvPicPr>
          <p:cNvPr id="5" name="Content Placeholder 4">
            <a:extLst>
              <a:ext uri="{FF2B5EF4-FFF2-40B4-BE49-F238E27FC236}">
                <a16:creationId xmlns:a16="http://schemas.microsoft.com/office/drawing/2014/main" id="{E4053D52-7080-128D-70F5-CDACCE467C39}"/>
              </a:ext>
            </a:extLst>
          </p:cNvPr>
          <p:cNvPicPr>
            <a:picLocks noGrp="1" noChangeAspect="1"/>
          </p:cNvPicPr>
          <p:nvPr>
            <p:ph sz="quarter" idx="13"/>
          </p:nvPr>
        </p:nvPicPr>
        <p:blipFill>
          <a:blip r:embed="rId2"/>
          <a:stretch>
            <a:fillRect/>
          </a:stretch>
        </p:blipFill>
        <p:spPr>
          <a:xfrm>
            <a:off x="1170614" y="1554163"/>
            <a:ext cx="6805946" cy="4664075"/>
          </a:xfrm>
        </p:spPr>
      </p:pic>
      <p:sp>
        <p:nvSpPr>
          <p:cNvPr id="4" name="TextBox 3">
            <a:extLst>
              <a:ext uri="{FF2B5EF4-FFF2-40B4-BE49-F238E27FC236}">
                <a16:creationId xmlns:a16="http://schemas.microsoft.com/office/drawing/2014/main" id="{25E7F9C5-1F17-4CC8-35D4-2ED50CA668FA}"/>
              </a:ext>
            </a:extLst>
          </p:cNvPr>
          <p:cNvSpPr txBox="1"/>
          <p:nvPr/>
        </p:nvSpPr>
        <p:spPr>
          <a:xfrm>
            <a:off x="1109383" y="6305862"/>
            <a:ext cx="4572000" cy="307777"/>
          </a:xfrm>
          <a:prstGeom prst="rect">
            <a:avLst/>
          </a:prstGeom>
          <a:noFill/>
        </p:spPr>
        <p:txBody>
          <a:bodyPr wrap="square">
            <a:spAutoFit/>
          </a:bodyPr>
          <a:lstStyle/>
          <a:p>
            <a:r>
              <a:rPr lang="en-US" noProof="0" dirty="0"/>
              <a:t>An identifier cannot be a reserved word.</a:t>
            </a:r>
            <a:endParaRPr lang="en-US" dirty="0"/>
          </a:p>
        </p:txBody>
      </p:sp>
    </p:spTree>
    <p:extLst>
      <p:ext uri="{BB962C8B-B14F-4D97-AF65-F5344CB8AC3E}">
        <p14:creationId xmlns:p14="http://schemas.microsoft.com/office/powerpoint/2010/main" val="2053189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9457-F5E4-4282-9B3D-ADB74632ED5C}"/>
              </a:ext>
            </a:extLst>
          </p:cNvPr>
          <p:cNvSpPr>
            <a:spLocks noGrp="1"/>
          </p:cNvSpPr>
          <p:nvPr>
            <p:ph type="title"/>
          </p:nvPr>
        </p:nvSpPr>
        <p:spPr/>
        <p:txBody>
          <a:bodyPr/>
          <a:lstStyle/>
          <a:p>
            <a:r>
              <a:rPr lang="en-US" dirty="0"/>
              <a:t>Blocks</a:t>
            </a:r>
          </a:p>
        </p:txBody>
      </p:sp>
      <p:sp>
        <p:nvSpPr>
          <p:cNvPr id="3" name="Content Placeholder 2">
            <a:extLst>
              <a:ext uri="{FF2B5EF4-FFF2-40B4-BE49-F238E27FC236}">
                <a16:creationId xmlns:a16="http://schemas.microsoft.com/office/drawing/2014/main" id="{C9618410-3AB3-484B-BF65-0A4BB4535DA4}"/>
              </a:ext>
            </a:extLst>
          </p:cNvPr>
          <p:cNvSpPr>
            <a:spLocks noGrp="1"/>
          </p:cNvSpPr>
          <p:nvPr>
            <p:ph sz="quarter" idx="13"/>
          </p:nvPr>
        </p:nvSpPr>
        <p:spPr>
          <a:xfrm>
            <a:off x="457200" y="1556327"/>
            <a:ext cx="7962066" cy="1047388"/>
          </a:xfrm>
        </p:spPr>
        <p:txBody>
          <a:bodyPr/>
          <a:lstStyle/>
          <a:p>
            <a:pPr marL="432" indent="0">
              <a:buNone/>
            </a:pPr>
            <a:r>
              <a:rPr lang="en-US" dirty="0"/>
              <a:t>A pair of braces in a program forms a block that groups components of a program.</a:t>
            </a:r>
          </a:p>
        </p:txBody>
      </p:sp>
      <p:pic>
        <p:nvPicPr>
          <p:cNvPr id="8" name="Picture 7" descr="An arrow pointing to opening braces in the first line connected with an arrow pointing to closing braces in the fifth line by a line labeled Class block.">
            <a:extLst>
              <a:ext uri="{FF2B5EF4-FFF2-40B4-BE49-F238E27FC236}">
                <a16:creationId xmlns:a16="http://schemas.microsoft.com/office/drawing/2014/main" id="{2ABE0330-BE6D-4E4A-BF10-F61043348910}"/>
              </a:ext>
            </a:extLst>
          </p:cNvPr>
          <p:cNvPicPr>
            <a:picLocks noChangeAspect="1"/>
          </p:cNvPicPr>
          <p:nvPr/>
        </p:nvPicPr>
        <p:blipFill>
          <a:blip r:embed="rId2"/>
          <a:stretch>
            <a:fillRect/>
          </a:stretch>
        </p:blipFill>
        <p:spPr>
          <a:xfrm>
            <a:off x="590967" y="3119600"/>
            <a:ext cx="7962066" cy="1871634"/>
          </a:xfrm>
          <a:prstGeom prst="rect">
            <a:avLst/>
          </a:prstGeom>
        </p:spPr>
      </p:pic>
    </p:spTree>
    <p:extLst>
      <p:ext uri="{BB962C8B-B14F-4D97-AF65-F5344CB8AC3E}">
        <p14:creationId xmlns:p14="http://schemas.microsoft.com/office/powerpoint/2010/main" val="3769037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A5E88-FD0C-4025-8EB8-338EAC85A414}"/>
              </a:ext>
            </a:extLst>
          </p:cNvPr>
          <p:cNvSpPr>
            <a:spLocks noGrp="1"/>
          </p:cNvSpPr>
          <p:nvPr>
            <p:ph type="title"/>
          </p:nvPr>
        </p:nvSpPr>
        <p:spPr/>
        <p:txBody>
          <a:bodyPr/>
          <a:lstStyle/>
          <a:p>
            <a:r>
              <a:rPr lang="en-US" dirty="0"/>
              <a:t>Special Symbols</a:t>
            </a:r>
          </a:p>
        </p:txBody>
      </p:sp>
      <p:graphicFrame>
        <p:nvGraphicFramePr>
          <p:cNvPr id="5" name="Table 5">
            <a:extLst>
              <a:ext uri="{FF2B5EF4-FFF2-40B4-BE49-F238E27FC236}">
                <a16:creationId xmlns:a16="http://schemas.microsoft.com/office/drawing/2014/main" id="{8EC27C34-EB45-A63B-B989-FDBE8C0E9088}"/>
              </a:ext>
            </a:extLst>
          </p:cNvPr>
          <p:cNvGraphicFramePr>
            <a:graphicFrameLocks noGrp="1"/>
          </p:cNvGraphicFramePr>
          <p:nvPr>
            <p:extLst>
              <p:ext uri="{D42A27DB-BD31-4B8C-83A1-F6EECF244321}">
                <p14:modId xmlns:p14="http://schemas.microsoft.com/office/powerpoint/2010/main" val="1097470115"/>
              </p:ext>
            </p:extLst>
          </p:nvPr>
        </p:nvGraphicFramePr>
        <p:xfrm>
          <a:off x="457200" y="1576551"/>
          <a:ext cx="8098221" cy="3491864"/>
        </p:xfrm>
        <a:graphic>
          <a:graphicData uri="http://schemas.openxmlformats.org/drawingml/2006/table">
            <a:tbl>
              <a:tblPr firstRow="1" bandRow="1">
                <a:tableStyleId>{2D5ABB26-0587-4C30-8999-92F81FD0307C}</a:tableStyleId>
              </a:tblPr>
              <a:tblGrid>
                <a:gridCol w="1329559">
                  <a:extLst>
                    <a:ext uri="{9D8B030D-6E8A-4147-A177-3AD203B41FA5}">
                      <a16:colId xmlns:a16="http://schemas.microsoft.com/office/drawing/2014/main" val="1949049842"/>
                    </a:ext>
                  </a:extLst>
                </a:gridCol>
                <a:gridCol w="3468413">
                  <a:extLst>
                    <a:ext uri="{9D8B030D-6E8A-4147-A177-3AD203B41FA5}">
                      <a16:colId xmlns:a16="http://schemas.microsoft.com/office/drawing/2014/main" val="4110849829"/>
                    </a:ext>
                  </a:extLst>
                </a:gridCol>
                <a:gridCol w="3300249">
                  <a:extLst>
                    <a:ext uri="{9D8B030D-6E8A-4147-A177-3AD203B41FA5}">
                      <a16:colId xmlns:a16="http://schemas.microsoft.com/office/drawing/2014/main" val="2384459651"/>
                    </a:ext>
                  </a:extLst>
                </a:gridCol>
              </a:tblGrid>
              <a:tr h="452624">
                <a:tc>
                  <a:txBody>
                    <a:bodyPr/>
                    <a:lstStyle/>
                    <a:p>
                      <a:r>
                        <a:rPr lang="en-US" sz="1800" b="1" noProof="0" dirty="0"/>
                        <a:t>Character </a:t>
                      </a:r>
                      <a:endParaRPr lang="en-US" sz="1800" b="1" noProof="0" dirty="0">
                        <a:latin typeface="+mn-lt"/>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noProof="0" dirty="0"/>
                        <a:t>Name</a:t>
                      </a:r>
                      <a:endParaRPr lang="en-US" sz="1800" b="1" noProof="0" dirty="0">
                        <a:latin typeface="+mn-lt"/>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noProof="0" dirty="0"/>
                        <a:t>Description</a:t>
                      </a:r>
                      <a:endParaRPr lang="en-US" sz="1800" b="1" noProof="0" dirty="0">
                        <a:latin typeface="+mn-lt"/>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149661"/>
                  </a:ext>
                </a:extLst>
              </a:tr>
              <a:tr h="370840">
                <a:tc>
                  <a:txBody>
                    <a:bodyPr/>
                    <a:lstStyle/>
                    <a:p>
                      <a:pPr marL="0" marR="0">
                        <a:spcBef>
                          <a:spcPts val="0"/>
                        </a:spcBef>
                        <a:spcAft>
                          <a:spcPts val="0"/>
                        </a:spcAft>
                      </a:pPr>
                      <a:r>
                        <a:rPr lang="en-US" sz="1800" noProof="0" dirty="0">
                          <a:effectLst/>
                        </a:rPr>
                        <a:t>{ }</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Opening and closing braces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Denotes a block to enclose statements.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0822929"/>
                  </a:ext>
                </a:extLst>
              </a:tr>
              <a:tr h="370840">
                <a:tc>
                  <a:txBody>
                    <a:bodyPr/>
                    <a:lstStyle/>
                    <a:p>
                      <a:pPr marL="0" marR="0">
                        <a:spcBef>
                          <a:spcPts val="0"/>
                        </a:spcBef>
                        <a:spcAft>
                          <a:spcPts val="0"/>
                        </a:spcAft>
                      </a:pPr>
                      <a:r>
                        <a:rPr lang="en-US" sz="1800" noProof="0" dirty="0">
                          <a:effectLst/>
                        </a:rPr>
                        <a:t>( )</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Opening and closing parentheses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Used with methods.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46818388"/>
                  </a:ext>
                </a:extLst>
              </a:tr>
              <a:tr h="370840">
                <a:tc>
                  <a:txBody>
                    <a:bodyPr/>
                    <a:lstStyle/>
                    <a:p>
                      <a:pPr marL="0" marR="0">
                        <a:spcBef>
                          <a:spcPts val="0"/>
                        </a:spcBef>
                        <a:spcAft>
                          <a:spcPts val="0"/>
                        </a:spcAft>
                      </a:pPr>
                      <a:r>
                        <a:rPr lang="en-US" sz="1800" noProof="0" dirty="0">
                          <a:effectLst/>
                        </a:rPr>
                        <a:t>[ ]</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Opening and closing brackets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Denotes an array.</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521415"/>
                  </a:ext>
                </a:extLst>
              </a:tr>
              <a:tr h="370840">
                <a:tc>
                  <a:txBody>
                    <a:bodyPr/>
                    <a:lstStyle/>
                    <a:p>
                      <a:pPr marL="0" marR="0">
                        <a:spcBef>
                          <a:spcPts val="0"/>
                        </a:spcBef>
                        <a:spcAft>
                          <a:spcPts val="0"/>
                        </a:spcAft>
                      </a:pPr>
                      <a:r>
                        <a:rPr lang="en-US" sz="1800" noProof="0" dirty="0">
                          <a:effectLst/>
                        </a:rPr>
                        <a:t>/ /</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Double slashes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Precedes a comment line.</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33352571"/>
                  </a:ext>
                </a:extLst>
              </a:tr>
              <a:tr h="370840">
                <a:tc>
                  <a:txBody>
                    <a:bodyPr/>
                    <a:lstStyle/>
                    <a:p>
                      <a:pPr marL="0" marR="0">
                        <a:spcBef>
                          <a:spcPts val="0"/>
                        </a:spcBef>
                        <a:spcAft>
                          <a:spcPts val="0"/>
                        </a:spcAft>
                      </a:pPr>
                      <a:r>
                        <a:rPr lang="en-US" sz="1800" noProof="0" dirty="0">
                          <a:effectLst/>
                        </a:rPr>
                        <a:t>“ ”</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Opening and closing quotation marks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Enclosing a string (i.e., sequence of characters).</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33339023"/>
                  </a:ext>
                </a:extLst>
              </a:tr>
              <a:tr h="370840">
                <a:tc>
                  <a:txBody>
                    <a:bodyPr/>
                    <a:lstStyle/>
                    <a:p>
                      <a:pPr marL="0" marR="0">
                        <a:spcBef>
                          <a:spcPts val="0"/>
                        </a:spcBef>
                        <a:spcAft>
                          <a:spcPts val="0"/>
                        </a:spcAft>
                      </a:pPr>
                      <a:r>
                        <a:rPr lang="en-US" sz="1800" noProof="0" dirty="0">
                          <a:effectLst/>
                        </a:rPr>
                        <a:t>;</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Semicolon</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1800" noProof="0" dirty="0">
                          <a:effectLst/>
                        </a:rPr>
                        <a:t>Marks the end of a statement.</a:t>
                      </a:r>
                      <a:endParaRPr lang="en-US" sz="1800" noProof="0" dirty="0">
                        <a:effectLst/>
                        <a:latin typeface="+mn-lt"/>
                        <a:ea typeface="Calibri" panose="020F0502020204030204" pitchFamily="34" charset="0"/>
                        <a:cs typeface="Courier New" panose="02070309020205020404" pitchFamily="49" charset="0"/>
                      </a:endParaRPr>
                    </a:p>
                  </a:txBody>
                  <a:tcPr marL="90000" marR="90000" marT="46800" marB="468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5724812"/>
                  </a:ext>
                </a:extLst>
              </a:tr>
            </a:tbl>
          </a:graphicData>
        </a:graphic>
      </p:graphicFrame>
    </p:spTree>
    <p:extLst>
      <p:ext uri="{BB962C8B-B14F-4D97-AF65-F5344CB8AC3E}">
        <p14:creationId xmlns:p14="http://schemas.microsoft.com/office/powerpoint/2010/main" val="2285932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07B68-54E9-4922-9449-C9CB01C370C6}"/>
              </a:ext>
            </a:extLst>
          </p:cNvPr>
          <p:cNvSpPr>
            <a:spLocks noGrp="1"/>
          </p:cNvSpPr>
          <p:nvPr>
            <p:ph type="title"/>
          </p:nvPr>
        </p:nvSpPr>
        <p:spPr/>
        <p:txBody>
          <a:bodyPr/>
          <a:lstStyle/>
          <a:p>
            <a:r>
              <a:rPr lang="en-US" dirty="0">
                <a:solidFill>
                  <a:srgbClr val="3C1581"/>
                </a:solidFill>
              </a:rPr>
              <a:t>Braces </a:t>
            </a:r>
            <a:r>
              <a:rPr lang="en-US" dirty="0">
                <a:solidFill>
                  <a:srgbClr val="3C1581"/>
                </a:solidFill>
                <a:latin typeface="+mn-lt"/>
                <a:cs typeface="Courier New" panose="02070309020205020404" pitchFamily="49" charset="0"/>
              </a:rPr>
              <a:t>{ … </a:t>
            </a:r>
            <a:endParaRPr lang="en-US" dirty="0">
              <a:solidFill>
                <a:srgbClr val="C00000"/>
              </a:solidFill>
              <a:latin typeface="+mn-lt"/>
              <a:cs typeface="Courier New" panose="02070309020205020404" pitchFamily="49" charset="0"/>
            </a:endParaRPr>
          </a:p>
        </p:txBody>
      </p:sp>
      <p:pic>
        <p:nvPicPr>
          <p:cNvPr id="4" name="Picture 3">
            <a:extLst>
              <a:ext uri="{FF2B5EF4-FFF2-40B4-BE49-F238E27FC236}">
                <a16:creationId xmlns:a16="http://schemas.microsoft.com/office/drawing/2014/main" id="{A5D2E3E2-FDD3-4AFB-DDB7-76A92FF75AF6}"/>
              </a:ext>
            </a:extLst>
          </p:cNvPr>
          <p:cNvPicPr>
            <a:picLocks noChangeAspect="1"/>
          </p:cNvPicPr>
          <p:nvPr/>
        </p:nvPicPr>
        <p:blipFill>
          <a:blip r:embed="rId3"/>
          <a:stretch>
            <a:fillRect/>
          </a:stretch>
        </p:blipFill>
        <p:spPr>
          <a:xfrm>
            <a:off x="110103" y="1958212"/>
            <a:ext cx="8923793" cy="2941575"/>
          </a:xfrm>
          <a:prstGeom prst="rect">
            <a:avLst/>
          </a:prstGeom>
        </p:spPr>
      </p:pic>
      <p:sp>
        <p:nvSpPr>
          <p:cNvPr id="5" name="Rectangle 4">
            <a:extLst>
              <a:ext uri="{FF2B5EF4-FFF2-40B4-BE49-F238E27FC236}">
                <a16:creationId xmlns:a16="http://schemas.microsoft.com/office/drawing/2014/main" id="{40B95258-33F7-0658-DBF6-3A1EA496F80C}"/>
              </a:ext>
            </a:extLst>
          </p:cNvPr>
          <p:cNvSpPr/>
          <p:nvPr/>
        </p:nvSpPr>
        <p:spPr>
          <a:xfrm>
            <a:off x="4571999" y="2560320"/>
            <a:ext cx="182882" cy="407963"/>
          </a:xfrm>
          <a:prstGeom prst="rect">
            <a:avLst/>
          </a:prstGeom>
          <a:solidFill>
            <a:srgbClr val="3C1581">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E2C26CB-8D12-ED1C-362E-CB299B7C4B93}"/>
              </a:ext>
            </a:extLst>
          </p:cNvPr>
          <p:cNvSpPr/>
          <p:nvPr/>
        </p:nvSpPr>
        <p:spPr>
          <a:xfrm>
            <a:off x="774604" y="4006947"/>
            <a:ext cx="196067" cy="407963"/>
          </a:xfrm>
          <a:prstGeom prst="rect">
            <a:avLst/>
          </a:prstGeom>
          <a:solidFill>
            <a:srgbClr val="3C1581">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65525D9-E9F3-F616-CD0A-8B7A4B958107}"/>
              </a:ext>
            </a:extLst>
          </p:cNvPr>
          <p:cNvSpPr/>
          <p:nvPr/>
        </p:nvSpPr>
        <p:spPr>
          <a:xfrm>
            <a:off x="398348" y="4446817"/>
            <a:ext cx="199530" cy="407963"/>
          </a:xfrm>
          <a:prstGeom prst="rect">
            <a:avLst/>
          </a:prstGeom>
          <a:solidFill>
            <a:srgbClr val="3C1581">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D150FFE-9F2D-7D91-5968-BBA03A924F78}"/>
              </a:ext>
            </a:extLst>
          </p:cNvPr>
          <p:cNvSpPr/>
          <p:nvPr/>
        </p:nvSpPr>
        <p:spPr>
          <a:xfrm>
            <a:off x="8530647" y="3021035"/>
            <a:ext cx="147712" cy="407963"/>
          </a:xfrm>
          <a:prstGeom prst="rect">
            <a:avLst/>
          </a:prstGeom>
          <a:solidFill>
            <a:srgbClr val="3C1581">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0060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9CD61-8914-4B4F-A65C-0E6449EDA713}"/>
              </a:ext>
            </a:extLst>
          </p:cNvPr>
          <p:cNvSpPr>
            <a:spLocks noGrp="1"/>
          </p:cNvSpPr>
          <p:nvPr>
            <p:ph type="title"/>
          </p:nvPr>
        </p:nvSpPr>
        <p:spPr/>
        <p:txBody>
          <a:bodyPr/>
          <a:lstStyle/>
          <a:p>
            <a:r>
              <a:rPr lang="en-US" dirty="0">
                <a:solidFill>
                  <a:srgbClr val="C00000"/>
                </a:solidFill>
              </a:rPr>
              <a:t>Parentheses </a:t>
            </a:r>
            <a:r>
              <a:rPr lang="en-US" dirty="0">
                <a:solidFill>
                  <a:srgbClr val="C00000"/>
                </a:solidFill>
                <a:latin typeface="+mn-lt"/>
                <a:cs typeface="Courier New" panose="02070309020205020404" pitchFamily="49" charset="0"/>
              </a:rPr>
              <a:t>( … )</a:t>
            </a:r>
          </a:p>
        </p:txBody>
      </p:sp>
      <p:pic>
        <p:nvPicPr>
          <p:cNvPr id="3" name="Picture 2">
            <a:extLst>
              <a:ext uri="{FF2B5EF4-FFF2-40B4-BE49-F238E27FC236}">
                <a16:creationId xmlns:a16="http://schemas.microsoft.com/office/drawing/2014/main" id="{81960912-B4A5-A5B1-ECA4-B62CD329B614}"/>
              </a:ext>
            </a:extLst>
          </p:cNvPr>
          <p:cNvPicPr>
            <a:picLocks noChangeAspect="1"/>
          </p:cNvPicPr>
          <p:nvPr/>
        </p:nvPicPr>
        <p:blipFill>
          <a:blip r:embed="rId3"/>
          <a:stretch>
            <a:fillRect/>
          </a:stretch>
        </p:blipFill>
        <p:spPr>
          <a:xfrm>
            <a:off x="110103" y="1958212"/>
            <a:ext cx="8923793" cy="2941575"/>
          </a:xfrm>
          <a:prstGeom prst="rect">
            <a:avLst/>
          </a:prstGeom>
        </p:spPr>
      </p:pic>
      <p:sp>
        <p:nvSpPr>
          <p:cNvPr id="9" name="Rectangle 8">
            <a:extLst>
              <a:ext uri="{FF2B5EF4-FFF2-40B4-BE49-F238E27FC236}">
                <a16:creationId xmlns:a16="http://schemas.microsoft.com/office/drawing/2014/main" id="{026E713D-4FF9-04AE-6158-03D6DCC034D7}"/>
              </a:ext>
            </a:extLst>
          </p:cNvPr>
          <p:cNvSpPr/>
          <p:nvPr/>
        </p:nvSpPr>
        <p:spPr>
          <a:xfrm>
            <a:off x="5380892" y="3021036"/>
            <a:ext cx="147711" cy="407963"/>
          </a:xfrm>
          <a:prstGeom prst="rect">
            <a:avLst/>
          </a:prstGeom>
          <a:solidFill>
            <a:srgbClr val="C0000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C319E7A-B484-B32A-6C07-4BB64A18BB07}"/>
              </a:ext>
            </a:extLst>
          </p:cNvPr>
          <p:cNvSpPr/>
          <p:nvPr/>
        </p:nvSpPr>
        <p:spPr>
          <a:xfrm>
            <a:off x="4754881" y="3526071"/>
            <a:ext cx="147711" cy="407963"/>
          </a:xfrm>
          <a:prstGeom prst="rect">
            <a:avLst/>
          </a:prstGeom>
          <a:solidFill>
            <a:srgbClr val="C0000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62B2F05-75F8-236B-02B6-1284616C81F5}"/>
              </a:ext>
            </a:extLst>
          </p:cNvPr>
          <p:cNvSpPr/>
          <p:nvPr/>
        </p:nvSpPr>
        <p:spPr>
          <a:xfrm>
            <a:off x="8456792" y="3563710"/>
            <a:ext cx="147711" cy="407963"/>
          </a:xfrm>
          <a:prstGeom prst="rect">
            <a:avLst/>
          </a:prstGeom>
          <a:solidFill>
            <a:srgbClr val="C0000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FCF650F-310D-ED6B-291A-B59F64E167DE}"/>
              </a:ext>
            </a:extLst>
          </p:cNvPr>
          <p:cNvSpPr/>
          <p:nvPr/>
        </p:nvSpPr>
        <p:spPr>
          <a:xfrm>
            <a:off x="8081653" y="3021036"/>
            <a:ext cx="147711" cy="407963"/>
          </a:xfrm>
          <a:prstGeom prst="rect">
            <a:avLst/>
          </a:prstGeom>
          <a:solidFill>
            <a:srgbClr val="C0000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879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34E8A-18AF-4239-88F9-1D8B214FBE78}"/>
              </a:ext>
            </a:extLst>
          </p:cNvPr>
          <p:cNvSpPr>
            <a:spLocks noGrp="1"/>
          </p:cNvSpPr>
          <p:nvPr>
            <p:ph type="title"/>
          </p:nvPr>
        </p:nvSpPr>
        <p:spPr/>
        <p:txBody>
          <a:bodyPr/>
          <a:lstStyle/>
          <a:p>
            <a:r>
              <a:rPr lang="en-US" dirty="0">
                <a:solidFill>
                  <a:srgbClr val="0070C0"/>
                </a:solidFill>
              </a:rPr>
              <a:t>Statement Terminator </a:t>
            </a:r>
            <a:r>
              <a:rPr lang="en-US" dirty="0">
                <a:solidFill>
                  <a:srgbClr val="0070C0"/>
                </a:solidFill>
                <a:latin typeface="+mn-lt"/>
                <a:cs typeface="Courier New" panose="02070309020205020404" pitchFamily="49" charset="0"/>
              </a:rPr>
              <a:t>;</a:t>
            </a:r>
            <a:r>
              <a:rPr lang="en-US" dirty="0">
                <a:solidFill>
                  <a:srgbClr val="0070C0"/>
                </a:solidFill>
                <a:latin typeface="Courier New" panose="02070309020205020404" pitchFamily="49" charset="0"/>
                <a:cs typeface="Courier New" panose="02070309020205020404" pitchFamily="49" charset="0"/>
              </a:rPr>
              <a:t> </a:t>
            </a:r>
          </a:p>
        </p:txBody>
      </p:sp>
      <p:pic>
        <p:nvPicPr>
          <p:cNvPr id="3" name="Picture 2">
            <a:extLst>
              <a:ext uri="{FF2B5EF4-FFF2-40B4-BE49-F238E27FC236}">
                <a16:creationId xmlns:a16="http://schemas.microsoft.com/office/drawing/2014/main" id="{416EF640-F732-A325-12B9-6337F02FEB9B}"/>
              </a:ext>
            </a:extLst>
          </p:cNvPr>
          <p:cNvPicPr>
            <a:picLocks noChangeAspect="1"/>
          </p:cNvPicPr>
          <p:nvPr/>
        </p:nvPicPr>
        <p:blipFill>
          <a:blip r:embed="rId3"/>
          <a:stretch>
            <a:fillRect/>
          </a:stretch>
        </p:blipFill>
        <p:spPr>
          <a:xfrm>
            <a:off x="110103" y="1958212"/>
            <a:ext cx="8923793" cy="2941575"/>
          </a:xfrm>
          <a:prstGeom prst="rect">
            <a:avLst/>
          </a:prstGeom>
        </p:spPr>
      </p:pic>
      <p:sp>
        <p:nvSpPr>
          <p:cNvPr id="11" name="Rectangle 10">
            <a:extLst>
              <a:ext uri="{FF2B5EF4-FFF2-40B4-BE49-F238E27FC236}">
                <a16:creationId xmlns:a16="http://schemas.microsoft.com/office/drawing/2014/main" id="{1159E3DC-DFD7-853A-EC0A-8F61EE34031C}"/>
              </a:ext>
            </a:extLst>
          </p:cNvPr>
          <p:cNvSpPr/>
          <p:nvPr/>
        </p:nvSpPr>
        <p:spPr>
          <a:xfrm>
            <a:off x="8686800" y="3563710"/>
            <a:ext cx="203982" cy="407963"/>
          </a:xfrm>
          <a:prstGeom prst="rect">
            <a:avLst/>
          </a:prstGeom>
          <a:solidFill>
            <a:srgbClr val="0070C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0847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A1A6-BF24-487C-8777-E985D8DD726A}"/>
              </a:ext>
            </a:extLst>
          </p:cNvPr>
          <p:cNvSpPr>
            <a:spLocks noGrp="1"/>
          </p:cNvSpPr>
          <p:nvPr>
            <p:ph type="title"/>
          </p:nvPr>
        </p:nvSpPr>
        <p:spPr/>
        <p:txBody>
          <a:bodyPr/>
          <a:lstStyle/>
          <a:p>
            <a:r>
              <a:rPr lang="en-US" dirty="0">
                <a:solidFill>
                  <a:srgbClr val="FFC000"/>
                </a:solidFill>
                <a:cs typeface="Courier New" panose="02070309020205020404" pitchFamily="49" charset="0"/>
              </a:rPr>
              <a:t>//</a:t>
            </a:r>
            <a:r>
              <a:rPr lang="en-US" dirty="0">
                <a:solidFill>
                  <a:srgbClr val="FFC000"/>
                </a:solidFill>
              </a:rPr>
              <a:t> Comments</a:t>
            </a:r>
          </a:p>
        </p:txBody>
      </p:sp>
      <p:pic>
        <p:nvPicPr>
          <p:cNvPr id="3" name="Picture 2">
            <a:extLst>
              <a:ext uri="{FF2B5EF4-FFF2-40B4-BE49-F238E27FC236}">
                <a16:creationId xmlns:a16="http://schemas.microsoft.com/office/drawing/2014/main" id="{ABC4756F-3B27-0E0C-2519-E965E8CF0CA1}"/>
              </a:ext>
            </a:extLst>
          </p:cNvPr>
          <p:cNvPicPr>
            <a:picLocks noChangeAspect="1"/>
          </p:cNvPicPr>
          <p:nvPr/>
        </p:nvPicPr>
        <p:blipFill>
          <a:blip r:embed="rId3"/>
          <a:stretch>
            <a:fillRect/>
          </a:stretch>
        </p:blipFill>
        <p:spPr>
          <a:xfrm>
            <a:off x="110103" y="1827373"/>
            <a:ext cx="8923793" cy="2941575"/>
          </a:xfrm>
          <a:prstGeom prst="rect">
            <a:avLst/>
          </a:prstGeom>
        </p:spPr>
      </p:pic>
      <p:sp>
        <p:nvSpPr>
          <p:cNvPr id="4" name="Rectangle 3">
            <a:extLst>
              <a:ext uri="{FF2B5EF4-FFF2-40B4-BE49-F238E27FC236}">
                <a16:creationId xmlns:a16="http://schemas.microsoft.com/office/drawing/2014/main" id="{E4F56BEE-A068-FFAE-9700-AD4140C532E8}"/>
              </a:ext>
            </a:extLst>
          </p:cNvPr>
          <p:cNvSpPr/>
          <p:nvPr/>
        </p:nvSpPr>
        <p:spPr>
          <a:xfrm>
            <a:off x="355209" y="1906526"/>
            <a:ext cx="425548" cy="520151"/>
          </a:xfrm>
          <a:prstGeom prst="rect">
            <a:avLst/>
          </a:prstGeom>
          <a:solidFill>
            <a:srgbClr val="FFC000">
              <a:alpha val="5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Tree>
    <p:extLst>
      <p:ext uri="{BB962C8B-B14F-4D97-AF65-F5344CB8AC3E}">
        <p14:creationId xmlns:p14="http://schemas.microsoft.com/office/powerpoint/2010/main" val="515543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3D02-C4BC-4188-BCCC-A48426BE971C}"/>
              </a:ext>
            </a:extLst>
          </p:cNvPr>
          <p:cNvSpPr>
            <a:spLocks noGrp="1"/>
          </p:cNvSpPr>
          <p:nvPr>
            <p:ph type="title"/>
          </p:nvPr>
        </p:nvSpPr>
        <p:spPr/>
        <p:txBody>
          <a:bodyPr/>
          <a:lstStyle/>
          <a:p>
            <a:r>
              <a:rPr lang="en-US" dirty="0">
                <a:solidFill>
                  <a:schemeClr val="accent4">
                    <a:lumMod val="50000"/>
                  </a:schemeClr>
                </a:solidFill>
              </a:rPr>
              <a:t>“ String ”</a:t>
            </a:r>
          </a:p>
        </p:txBody>
      </p:sp>
      <p:pic>
        <p:nvPicPr>
          <p:cNvPr id="3" name="Picture 2">
            <a:extLst>
              <a:ext uri="{FF2B5EF4-FFF2-40B4-BE49-F238E27FC236}">
                <a16:creationId xmlns:a16="http://schemas.microsoft.com/office/drawing/2014/main" id="{0DB1C5B9-0696-AE85-CDAE-79E6FA82355A}"/>
              </a:ext>
            </a:extLst>
          </p:cNvPr>
          <p:cNvPicPr>
            <a:picLocks noChangeAspect="1"/>
          </p:cNvPicPr>
          <p:nvPr/>
        </p:nvPicPr>
        <p:blipFill>
          <a:blip r:embed="rId3"/>
          <a:stretch>
            <a:fillRect/>
          </a:stretch>
        </p:blipFill>
        <p:spPr>
          <a:xfrm>
            <a:off x="110103" y="1958212"/>
            <a:ext cx="8923793" cy="2941575"/>
          </a:xfrm>
          <a:prstGeom prst="rect">
            <a:avLst/>
          </a:prstGeom>
        </p:spPr>
      </p:pic>
      <p:sp>
        <p:nvSpPr>
          <p:cNvPr id="4" name="Rectangle 3">
            <a:extLst>
              <a:ext uri="{FF2B5EF4-FFF2-40B4-BE49-F238E27FC236}">
                <a16:creationId xmlns:a16="http://schemas.microsoft.com/office/drawing/2014/main" id="{599B052A-C107-5DFC-7B37-E55909697E9C}"/>
              </a:ext>
            </a:extLst>
          </p:cNvPr>
          <p:cNvSpPr/>
          <p:nvPr/>
        </p:nvSpPr>
        <p:spPr>
          <a:xfrm>
            <a:off x="4909625" y="3563710"/>
            <a:ext cx="203982" cy="407963"/>
          </a:xfrm>
          <a:prstGeom prst="rect">
            <a:avLst/>
          </a:prstGeom>
          <a:solidFill>
            <a:schemeClr val="accent4">
              <a:lumMod val="50000"/>
              <a:alpha val="5490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70A5E8A-0090-6321-CD86-B0CF7655A87D}"/>
              </a:ext>
            </a:extLst>
          </p:cNvPr>
          <p:cNvSpPr/>
          <p:nvPr/>
        </p:nvSpPr>
        <p:spPr>
          <a:xfrm>
            <a:off x="8276492" y="3554226"/>
            <a:ext cx="203982" cy="407963"/>
          </a:xfrm>
          <a:prstGeom prst="rect">
            <a:avLst/>
          </a:prstGeom>
          <a:solidFill>
            <a:schemeClr val="accent4">
              <a:lumMod val="50000"/>
              <a:alpha val="5490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016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3BA63-2546-4E48-9724-0287AC0F4CFC}"/>
              </a:ext>
            </a:extLst>
          </p:cNvPr>
          <p:cNvSpPr>
            <a:spLocks noGrp="1"/>
          </p:cNvSpPr>
          <p:nvPr>
            <p:ph type="title"/>
          </p:nvPr>
        </p:nvSpPr>
        <p:spPr/>
        <p:txBody>
          <a:bodyPr/>
          <a:lstStyle/>
          <a:p>
            <a:r>
              <a:rPr lang="en-US"/>
              <a:t>Programming Errors</a:t>
            </a:r>
          </a:p>
        </p:txBody>
      </p:sp>
      <p:sp>
        <p:nvSpPr>
          <p:cNvPr id="3" name="Content Placeholder 2">
            <a:extLst>
              <a:ext uri="{FF2B5EF4-FFF2-40B4-BE49-F238E27FC236}">
                <a16:creationId xmlns:a16="http://schemas.microsoft.com/office/drawing/2014/main" id="{225AE7EB-69F7-4A26-8311-2B75491B5AA6}"/>
              </a:ext>
            </a:extLst>
          </p:cNvPr>
          <p:cNvSpPr>
            <a:spLocks noGrp="1"/>
          </p:cNvSpPr>
          <p:nvPr>
            <p:ph sz="quarter" idx="13"/>
          </p:nvPr>
        </p:nvSpPr>
        <p:spPr>
          <a:xfrm>
            <a:off x="457200" y="1554921"/>
            <a:ext cx="8232775" cy="3413320"/>
          </a:xfrm>
        </p:spPr>
        <p:txBody>
          <a:bodyPr/>
          <a:lstStyle/>
          <a:p>
            <a:r>
              <a:rPr lang="en-US" dirty="0"/>
              <a:t>Syntax Errors</a:t>
            </a:r>
          </a:p>
          <a:p>
            <a:pPr lvl="1"/>
            <a:r>
              <a:rPr lang="en-US" dirty="0"/>
              <a:t>Detected by the compiler</a:t>
            </a:r>
          </a:p>
          <a:p>
            <a:r>
              <a:rPr lang="en-US" dirty="0"/>
              <a:t>Runtime Errors</a:t>
            </a:r>
          </a:p>
          <a:p>
            <a:pPr lvl="1"/>
            <a:r>
              <a:rPr lang="en-US" dirty="0"/>
              <a:t>Causes the program to abort</a:t>
            </a:r>
          </a:p>
          <a:p>
            <a:r>
              <a:rPr lang="en-US" dirty="0"/>
              <a:t>Logic Errors</a:t>
            </a:r>
          </a:p>
          <a:p>
            <a:pPr lvl="1"/>
            <a:r>
              <a:rPr lang="en-US" dirty="0"/>
              <a:t>Produces incorrect result</a:t>
            </a:r>
          </a:p>
        </p:txBody>
      </p:sp>
    </p:spTree>
    <p:extLst>
      <p:ext uri="{BB962C8B-B14F-4D97-AF65-F5344CB8AC3E}">
        <p14:creationId xmlns:p14="http://schemas.microsoft.com/office/powerpoint/2010/main" val="19870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8CD4-37BB-4B5E-8932-461719CE5172}"/>
              </a:ext>
            </a:extLst>
          </p:cNvPr>
          <p:cNvSpPr>
            <a:spLocks noGrp="1"/>
          </p:cNvSpPr>
          <p:nvPr>
            <p:ph type="title"/>
          </p:nvPr>
        </p:nvSpPr>
        <p:spPr/>
        <p:txBody>
          <a:bodyPr/>
          <a:lstStyle/>
          <a:p>
            <a:r>
              <a:rPr lang="en-US"/>
              <a:t>Syntax Errors</a:t>
            </a:r>
          </a:p>
        </p:txBody>
      </p:sp>
      <p:sp>
        <p:nvSpPr>
          <p:cNvPr id="3" name="Content Placeholder 2">
            <a:extLst>
              <a:ext uri="{FF2B5EF4-FFF2-40B4-BE49-F238E27FC236}">
                <a16:creationId xmlns:a16="http://schemas.microsoft.com/office/drawing/2014/main" id="{63AA4C9B-89ED-42EA-AB0C-1C691687C472}"/>
              </a:ext>
            </a:extLst>
          </p:cNvPr>
          <p:cNvSpPr>
            <a:spLocks noGrp="1"/>
          </p:cNvSpPr>
          <p:nvPr>
            <p:ph sz="quarter" idx="13"/>
          </p:nvPr>
        </p:nvSpPr>
        <p:spPr>
          <a:xfrm>
            <a:off x="457200" y="1552575"/>
            <a:ext cx="8229600" cy="2396573"/>
          </a:xfrm>
        </p:spPr>
        <p:txBody>
          <a:bodyPr/>
          <a:lstStyle/>
          <a:p>
            <a:pPr marL="432" indent="0">
              <a:spcBef>
                <a:spcPts val="600"/>
              </a:spcBef>
              <a:buNone/>
            </a:pPr>
            <a:r>
              <a:rPr lang="en-US" b="1" dirty="0">
                <a:latin typeface="Courier New" panose="02070309020205020404" pitchFamily="49" charset="0"/>
                <a:cs typeface="Courier New" panose="02070309020205020404" pitchFamily="49" charset="0"/>
              </a:rPr>
              <a:t>public class ShowSyntaxErrors {</a:t>
            </a:r>
          </a:p>
          <a:p>
            <a:pPr marL="360000" indent="0">
              <a:spcBef>
                <a:spcPts val="600"/>
              </a:spcBef>
              <a:buNone/>
            </a:pPr>
            <a:r>
              <a:rPr lang="en-US" b="1" dirty="0">
                <a:latin typeface="Courier New" panose="02070309020205020404" pitchFamily="49" charset="0"/>
                <a:cs typeface="Courier New" panose="02070309020205020404" pitchFamily="49" charset="0"/>
              </a:rPr>
              <a:t>public static main(String[] args) {</a:t>
            </a:r>
          </a:p>
          <a:p>
            <a:pPr marL="720000" indent="0">
              <a:spcBef>
                <a:spcPts val="600"/>
              </a:spcBef>
              <a:buNone/>
            </a:pP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("Welcome to Java);</a:t>
            </a:r>
          </a:p>
          <a:p>
            <a:pPr marL="360000" indent="0">
              <a:spcBef>
                <a:spcPts val="600"/>
              </a:spcBef>
              <a:buNone/>
            </a:pPr>
            <a:r>
              <a:rPr lang="en-US" b="1" dirty="0">
                <a:latin typeface="Courier New" panose="02070309020205020404" pitchFamily="49" charset="0"/>
                <a:cs typeface="Courier New" panose="02070309020205020404" pitchFamily="49" charset="0"/>
              </a:rPr>
              <a:t>}</a:t>
            </a:r>
          </a:p>
          <a:p>
            <a:pPr marL="432" indent="0">
              <a:spcBef>
                <a:spcPts val="600"/>
              </a:spcBef>
              <a:buNone/>
            </a:pPr>
            <a:r>
              <a:rPr lang="en-US" b="1"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13CE4DFE-0DAA-4F00-982C-38A55EA64816}"/>
              </a:ext>
            </a:extLst>
          </p:cNvPr>
          <p:cNvSpPr>
            <a:spLocks noGrp="1"/>
          </p:cNvSpPr>
          <p:nvPr>
            <p:ph type="body" sz="quarter" idx="20"/>
          </p:nvPr>
        </p:nvSpPr>
        <p:spPr>
          <a:xfrm>
            <a:off x="544342" y="5594051"/>
            <a:ext cx="2887956" cy="576537"/>
          </a:xfrm>
        </p:spPr>
        <p:txBody>
          <a:bodyPr/>
          <a:lstStyle/>
          <a:p>
            <a:pPr marL="432" indent="0">
              <a:buNone/>
            </a:pPr>
            <a:r>
              <a:rPr lang="en-US" dirty="0">
                <a:hlinkClick r:id="rId3" tooltip="https://liveexample.pearsoncmg.com/html/ShowSyntaxErrors.html"/>
              </a:rPr>
              <a:t>ShowSyntaxErrors</a:t>
            </a:r>
            <a:endParaRPr lang="en-US" dirty="0">
              <a:hlinkClick r:id="rId4"/>
            </a:endParaRPr>
          </a:p>
        </p:txBody>
      </p:sp>
      <p:pic>
        <p:nvPicPr>
          <p:cNvPr id="5" name="Picture 4">
            <a:extLst>
              <a:ext uri="{FF2B5EF4-FFF2-40B4-BE49-F238E27FC236}">
                <a16:creationId xmlns:a16="http://schemas.microsoft.com/office/drawing/2014/main" id="{124C2D31-AF46-1D74-5A46-AA5AEEDBDF12}"/>
              </a:ext>
            </a:extLst>
          </p:cNvPr>
          <p:cNvPicPr>
            <a:picLocks noChangeAspect="1"/>
          </p:cNvPicPr>
          <p:nvPr/>
        </p:nvPicPr>
        <p:blipFill>
          <a:blip r:embed="rId5"/>
          <a:stretch>
            <a:fillRect/>
          </a:stretch>
        </p:blipFill>
        <p:spPr>
          <a:xfrm>
            <a:off x="544342" y="3949148"/>
            <a:ext cx="4496190" cy="1303133"/>
          </a:xfrm>
          <a:prstGeom prst="rect">
            <a:avLst/>
          </a:prstGeom>
        </p:spPr>
      </p:pic>
    </p:spTree>
    <p:extLst>
      <p:ext uri="{BB962C8B-B14F-4D97-AF65-F5344CB8AC3E}">
        <p14:creationId xmlns:p14="http://schemas.microsoft.com/office/powerpoint/2010/main" val="3069803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8CD4-37BB-4B5E-8932-461719CE5172}"/>
              </a:ext>
            </a:extLst>
          </p:cNvPr>
          <p:cNvSpPr>
            <a:spLocks noGrp="1"/>
          </p:cNvSpPr>
          <p:nvPr>
            <p:ph type="title"/>
          </p:nvPr>
        </p:nvSpPr>
        <p:spPr/>
        <p:txBody>
          <a:bodyPr/>
          <a:lstStyle/>
          <a:p>
            <a:r>
              <a:rPr lang="en-US"/>
              <a:t>Runtime Errors</a:t>
            </a:r>
          </a:p>
        </p:txBody>
      </p:sp>
      <p:sp>
        <p:nvSpPr>
          <p:cNvPr id="3" name="Content Placeholder 2">
            <a:extLst>
              <a:ext uri="{FF2B5EF4-FFF2-40B4-BE49-F238E27FC236}">
                <a16:creationId xmlns:a16="http://schemas.microsoft.com/office/drawing/2014/main" id="{63AA4C9B-89ED-42EA-AB0C-1C691687C472}"/>
              </a:ext>
            </a:extLst>
          </p:cNvPr>
          <p:cNvSpPr>
            <a:spLocks noGrp="1"/>
          </p:cNvSpPr>
          <p:nvPr>
            <p:ph sz="quarter" idx="13"/>
          </p:nvPr>
        </p:nvSpPr>
        <p:spPr>
          <a:xfrm>
            <a:off x="457200" y="1552575"/>
            <a:ext cx="8229600" cy="2751411"/>
          </a:xfrm>
        </p:spPr>
        <p:txBody>
          <a:bodyPr/>
          <a:lstStyle/>
          <a:p>
            <a:pPr marL="432" indent="0">
              <a:spcBef>
                <a:spcPts val="600"/>
              </a:spcBef>
              <a:buNone/>
            </a:pPr>
            <a:r>
              <a:rPr lang="en-US" b="1" dirty="0">
                <a:latin typeface="Courier New" panose="02070309020205020404" pitchFamily="49" charset="0"/>
                <a:cs typeface="Courier New" panose="02070309020205020404" pitchFamily="49" charset="0"/>
              </a:rPr>
              <a:t>public class ShowRuntimeErrors {</a:t>
            </a:r>
          </a:p>
          <a:p>
            <a:pPr marL="360000" indent="0">
              <a:spcBef>
                <a:spcPts val="600"/>
              </a:spcBef>
              <a:buNone/>
            </a:pPr>
            <a:r>
              <a:rPr lang="en-US" b="1" dirty="0">
                <a:latin typeface="Courier New" panose="02070309020205020404" pitchFamily="49" charset="0"/>
                <a:cs typeface="Courier New" panose="02070309020205020404" pitchFamily="49" charset="0"/>
              </a:rPr>
              <a:t>public static void main(String[] args) {</a:t>
            </a:r>
          </a:p>
          <a:p>
            <a:pPr marL="720000" indent="0">
              <a:spcBef>
                <a:spcPts val="600"/>
              </a:spcBef>
              <a:buNone/>
            </a:pP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(1 / 0);</a:t>
            </a:r>
          </a:p>
          <a:p>
            <a:pPr marL="360000" indent="0">
              <a:spcBef>
                <a:spcPts val="600"/>
              </a:spcBef>
              <a:buNone/>
            </a:pPr>
            <a:r>
              <a:rPr lang="en-US" b="1" dirty="0">
                <a:latin typeface="Courier New" panose="02070309020205020404" pitchFamily="49" charset="0"/>
                <a:cs typeface="Courier New" panose="02070309020205020404" pitchFamily="49" charset="0"/>
              </a:rPr>
              <a:t>}</a:t>
            </a:r>
          </a:p>
          <a:p>
            <a:pPr marL="432" indent="0">
              <a:spcBef>
                <a:spcPts val="600"/>
              </a:spcBef>
              <a:buNone/>
            </a:pPr>
            <a:r>
              <a:rPr lang="en-US" b="1"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13CE4DFE-0DAA-4F00-982C-38A55EA64816}"/>
              </a:ext>
            </a:extLst>
          </p:cNvPr>
          <p:cNvSpPr>
            <a:spLocks noGrp="1"/>
          </p:cNvSpPr>
          <p:nvPr>
            <p:ph type="body" sz="quarter" idx="20"/>
          </p:nvPr>
        </p:nvSpPr>
        <p:spPr>
          <a:xfrm>
            <a:off x="5328746" y="4728888"/>
            <a:ext cx="2932386" cy="576537"/>
          </a:xfrm>
        </p:spPr>
        <p:txBody>
          <a:bodyPr/>
          <a:lstStyle/>
          <a:p>
            <a:pPr marL="432" indent="0">
              <a:buNone/>
            </a:pPr>
            <a:r>
              <a:rPr lang="en-US" dirty="0">
                <a:hlinkClick r:id="rId3" tooltip="https://liveexample.pearsoncmg.com/html/ShowRuntimeErrors.html"/>
              </a:rPr>
              <a:t>ShowRuntimeErrors</a:t>
            </a:r>
            <a:endParaRPr lang="en-US" dirty="0"/>
          </a:p>
        </p:txBody>
      </p:sp>
    </p:spTree>
    <p:extLst>
      <p:ext uri="{BB962C8B-B14F-4D97-AF65-F5344CB8AC3E}">
        <p14:creationId xmlns:p14="http://schemas.microsoft.com/office/powerpoint/2010/main" val="21729768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8CD4-37BB-4B5E-8932-461719CE5172}"/>
              </a:ext>
            </a:extLst>
          </p:cNvPr>
          <p:cNvSpPr>
            <a:spLocks noGrp="1"/>
          </p:cNvSpPr>
          <p:nvPr>
            <p:ph type="title"/>
          </p:nvPr>
        </p:nvSpPr>
        <p:spPr/>
        <p:txBody>
          <a:bodyPr/>
          <a:lstStyle/>
          <a:p>
            <a:r>
              <a:rPr lang="en-US"/>
              <a:t>Logic Errors</a:t>
            </a:r>
          </a:p>
        </p:txBody>
      </p:sp>
      <p:sp>
        <p:nvSpPr>
          <p:cNvPr id="3" name="Content Placeholder 2">
            <a:extLst>
              <a:ext uri="{FF2B5EF4-FFF2-40B4-BE49-F238E27FC236}">
                <a16:creationId xmlns:a16="http://schemas.microsoft.com/office/drawing/2014/main" id="{63AA4C9B-89ED-42EA-AB0C-1C691687C472}"/>
              </a:ext>
            </a:extLst>
          </p:cNvPr>
          <p:cNvSpPr>
            <a:spLocks noGrp="1"/>
          </p:cNvSpPr>
          <p:nvPr>
            <p:ph sz="quarter" idx="13"/>
          </p:nvPr>
        </p:nvSpPr>
        <p:spPr>
          <a:xfrm>
            <a:off x="457200" y="1552575"/>
            <a:ext cx="8229600" cy="3204955"/>
          </a:xfrm>
        </p:spPr>
        <p:txBody>
          <a:bodyPr/>
          <a:lstStyle/>
          <a:p>
            <a:pPr marL="432" indent="0">
              <a:spcBef>
                <a:spcPts val="600"/>
              </a:spcBef>
              <a:buNone/>
            </a:pPr>
            <a:r>
              <a:rPr lang="en-US" b="1" dirty="0">
                <a:latin typeface="Courier New" panose="02070309020205020404" pitchFamily="49" charset="0"/>
                <a:cs typeface="Courier New" panose="02070309020205020404" pitchFamily="49" charset="0"/>
              </a:rPr>
              <a:t>public class ShowLogicErrors {</a:t>
            </a:r>
          </a:p>
          <a:p>
            <a:pPr marL="360000" indent="0">
              <a:spcBef>
                <a:spcPts val="600"/>
              </a:spcBef>
              <a:buNone/>
            </a:pPr>
            <a:r>
              <a:rPr lang="en-US" b="1" dirty="0">
                <a:latin typeface="Courier New" panose="02070309020205020404" pitchFamily="49" charset="0"/>
                <a:cs typeface="Courier New" panose="02070309020205020404" pitchFamily="49" charset="0"/>
              </a:rPr>
              <a:t>public static void main(String[] args) {</a:t>
            </a:r>
          </a:p>
          <a:p>
            <a:pPr marL="720000" indent="0">
              <a:spcBef>
                <a:spcPts val="600"/>
              </a:spcBef>
              <a:buNone/>
            </a:pP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("Celsius 35 is Fahrenheit degree ");</a:t>
            </a:r>
          </a:p>
          <a:p>
            <a:pPr marL="720000" indent="0">
              <a:spcBef>
                <a:spcPts val="600"/>
              </a:spcBef>
              <a:buNone/>
            </a:pPr>
            <a:r>
              <a:rPr lang="en-US" b="1" dirty="0" err="1">
                <a:latin typeface="Courier New" panose="02070309020205020404" pitchFamily="49" charset="0"/>
                <a:cs typeface="Courier New" panose="02070309020205020404" pitchFamily="49" charset="0"/>
              </a:rPr>
              <a:t>System.out.println</a:t>
            </a:r>
            <a:r>
              <a:rPr lang="en-US" b="1" dirty="0">
                <a:latin typeface="Courier New" panose="02070309020205020404" pitchFamily="49" charset="0"/>
                <a:cs typeface="Courier New" panose="02070309020205020404" pitchFamily="49" charset="0"/>
              </a:rPr>
              <a:t>((9 / 5) * 35 + 32);</a:t>
            </a:r>
          </a:p>
          <a:p>
            <a:pPr marL="360000" indent="0">
              <a:spcBef>
                <a:spcPts val="600"/>
              </a:spcBef>
              <a:buNone/>
            </a:pPr>
            <a:r>
              <a:rPr lang="en-US" b="1" dirty="0">
                <a:latin typeface="Courier New" panose="02070309020205020404" pitchFamily="49" charset="0"/>
                <a:cs typeface="Courier New" panose="02070309020205020404" pitchFamily="49" charset="0"/>
              </a:rPr>
              <a:t>}</a:t>
            </a:r>
          </a:p>
          <a:p>
            <a:pPr marL="432" indent="0">
              <a:spcBef>
                <a:spcPts val="600"/>
              </a:spcBef>
              <a:buNone/>
            </a:pPr>
            <a:r>
              <a:rPr lang="en-US" b="1"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13CE4DFE-0DAA-4F00-982C-38A55EA64816}"/>
              </a:ext>
            </a:extLst>
          </p:cNvPr>
          <p:cNvSpPr>
            <a:spLocks noGrp="1"/>
          </p:cNvSpPr>
          <p:nvPr>
            <p:ph type="body" sz="quarter" idx="20"/>
          </p:nvPr>
        </p:nvSpPr>
        <p:spPr>
          <a:xfrm>
            <a:off x="5328746" y="5484369"/>
            <a:ext cx="2932386" cy="576537"/>
          </a:xfrm>
        </p:spPr>
        <p:txBody>
          <a:bodyPr/>
          <a:lstStyle/>
          <a:p>
            <a:pPr marL="432" indent="0">
              <a:buNone/>
            </a:pPr>
            <a:r>
              <a:rPr lang="en-US" dirty="0">
                <a:hlinkClick r:id="rId3" tooltip="https://liveexample.pearsoncmg.com/html/ShowLogicErrors.html"/>
              </a:rPr>
              <a:t>ShowLogicErrors</a:t>
            </a:r>
            <a:endParaRPr lang="en-US" dirty="0">
              <a:hlinkClick r:id="rId4"/>
            </a:endParaRPr>
          </a:p>
        </p:txBody>
      </p:sp>
    </p:spTree>
    <p:extLst>
      <p:ext uri="{BB962C8B-B14F-4D97-AF65-F5344CB8AC3E}">
        <p14:creationId xmlns:p14="http://schemas.microsoft.com/office/powerpoint/2010/main" val="4102735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8D0D3-1824-4E6D-8397-BC6BCAD0B508}"/>
              </a:ext>
            </a:extLst>
          </p:cNvPr>
          <p:cNvSpPr>
            <a:spLocks noGrp="1"/>
          </p:cNvSpPr>
          <p:nvPr>
            <p:ph type="title"/>
          </p:nvPr>
        </p:nvSpPr>
        <p:spPr/>
        <p:txBody>
          <a:bodyPr/>
          <a:lstStyle/>
          <a:p>
            <a:r>
              <a:rPr lang="en-US" noProof="0" dirty="0"/>
              <a:t>Reading Input From the Console</a:t>
            </a:r>
          </a:p>
        </p:txBody>
      </p:sp>
      <p:sp>
        <p:nvSpPr>
          <p:cNvPr id="4" name="Content Placeholder 3">
            <a:extLst>
              <a:ext uri="{FF2B5EF4-FFF2-40B4-BE49-F238E27FC236}">
                <a16:creationId xmlns:a16="http://schemas.microsoft.com/office/drawing/2014/main" id="{6546CA2E-DFBE-4B03-BD16-4FD58B8C4C2E}"/>
              </a:ext>
            </a:extLst>
          </p:cNvPr>
          <p:cNvSpPr>
            <a:spLocks noGrp="1"/>
          </p:cNvSpPr>
          <p:nvPr>
            <p:ph sz="quarter" idx="13"/>
          </p:nvPr>
        </p:nvSpPr>
        <p:spPr>
          <a:xfrm>
            <a:off x="457200" y="1552575"/>
            <a:ext cx="8229600" cy="524198"/>
          </a:xfrm>
        </p:spPr>
        <p:txBody>
          <a:bodyPr/>
          <a:lstStyle/>
          <a:p>
            <a:pPr marL="432000" indent="-432000">
              <a:buFont typeface="+mj-lt"/>
              <a:buAutoNum type="arabicPeriod"/>
            </a:pPr>
            <a:r>
              <a:rPr lang="en-US" sz="2200" noProof="0" dirty="0"/>
              <a:t>Create a </a:t>
            </a:r>
            <a:r>
              <a:rPr lang="en-US" sz="2200" noProof="0" dirty="0">
                <a:latin typeface="Courier New" panose="02070309020205020404" pitchFamily="49" charset="0"/>
                <a:cs typeface="Courier New" panose="02070309020205020404" pitchFamily="49" charset="0"/>
              </a:rPr>
              <a:t>Scanner</a:t>
            </a:r>
            <a:r>
              <a:rPr lang="en-US" sz="2200" noProof="0" dirty="0"/>
              <a:t> object</a:t>
            </a:r>
          </a:p>
        </p:txBody>
      </p:sp>
      <p:sp>
        <p:nvSpPr>
          <p:cNvPr id="3" name="Content Placeholder 2">
            <a:extLst>
              <a:ext uri="{FF2B5EF4-FFF2-40B4-BE49-F238E27FC236}">
                <a16:creationId xmlns:a16="http://schemas.microsoft.com/office/drawing/2014/main" id="{9DA5398D-F4B3-4A16-B922-5F83C55F86BD}"/>
              </a:ext>
            </a:extLst>
          </p:cNvPr>
          <p:cNvSpPr>
            <a:spLocks noGrp="1"/>
          </p:cNvSpPr>
          <p:nvPr>
            <p:ph sz="quarter" idx="14"/>
          </p:nvPr>
        </p:nvSpPr>
        <p:spPr>
          <a:xfrm>
            <a:off x="884077" y="2191406"/>
            <a:ext cx="7678737" cy="504000"/>
          </a:xfrm>
        </p:spPr>
        <p:txBody>
          <a:bodyPr/>
          <a:lstStyle/>
          <a:p>
            <a:pPr marL="0" lvl="1" indent="0">
              <a:buNone/>
            </a:pPr>
            <a:r>
              <a:rPr lang="en-US" sz="2200" b="1" noProof="0" dirty="0">
                <a:latin typeface="Courier New" panose="02070309020205020404" pitchFamily="49" charset="0"/>
                <a:cs typeface="Courier New" panose="02070309020205020404" pitchFamily="49" charset="0"/>
              </a:rPr>
              <a:t>Scanner input = new Scanner(System.in);</a:t>
            </a:r>
            <a:endParaRPr lang="en-US" sz="2200" noProof="0" dirty="0"/>
          </a:p>
        </p:txBody>
      </p:sp>
      <p:sp>
        <p:nvSpPr>
          <p:cNvPr id="5" name="Content Placeholder 4">
            <a:extLst>
              <a:ext uri="{FF2B5EF4-FFF2-40B4-BE49-F238E27FC236}">
                <a16:creationId xmlns:a16="http://schemas.microsoft.com/office/drawing/2014/main" id="{CB895357-13BD-4F3B-AF9F-20EE8DDD12E6}"/>
              </a:ext>
            </a:extLst>
          </p:cNvPr>
          <p:cNvSpPr>
            <a:spLocks noGrp="1"/>
          </p:cNvSpPr>
          <p:nvPr>
            <p:ph sz="quarter" idx="15"/>
          </p:nvPr>
        </p:nvSpPr>
        <p:spPr>
          <a:xfrm>
            <a:off x="457200" y="2800382"/>
            <a:ext cx="8229600" cy="828000"/>
          </a:xfrm>
        </p:spPr>
        <p:txBody>
          <a:bodyPr/>
          <a:lstStyle/>
          <a:p>
            <a:pPr marL="432000" indent="-432000">
              <a:buFont typeface="+mj-lt"/>
              <a:buAutoNum type="arabicPeriod" startAt="2"/>
            </a:pPr>
            <a:r>
              <a:rPr lang="en-US" sz="2200" noProof="0" dirty="0">
                <a:cs typeface="Courier New" panose="02070309020205020404" pitchFamily="49" charset="0"/>
              </a:rPr>
              <a:t>Use the method </a:t>
            </a:r>
            <a:r>
              <a:rPr lang="en-US" sz="2200" noProof="0" dirty="0" err="1">
                <a:latin typeface="Courier New" panose="02070309020205020404" pitchFamily="49" charset="0"/>
                <a:cs typeface="Courier New" panose="02070309020205020404" pitchFamily="49" charset="0"/>
              </a:rPr>
              <a:t>nextDouble</a:t>
            </a:r>
            <a:r>
              <a:rPr lang="en-US" sz="2200" noProof="0" dirty="0">
                <a:latin typeface="Courier New" panose="02070309020205020404" pitchFamily="49" charset="0"/>
                <a:cs typeface="Courier New" panose="02070309020205020404" pitchFamily="49" charset="0"/>
              </a:rPr>
              <a:t>() </a:t>
            </a:r>
            <a:r>
              <a:rPr lang="en-US" sz="2200" noProof="0" dirty="0">
                <a:cs typeface="Courier New" panose="02070309020205020404" pitchFamily="49" charset="0"/>
              </a:rPr>
              <a:t>to obtain to a double value. For example,</a:t>
            </a:r>
          </a:p>
        </p:txBody>
      </p:sp>
      <p:sp>
        <p:nvSpPr>
          <p:cNvPr id="16" name="Content Placeholder 15">
            <a:extLst>
              <a:ext uri="{FF2B5EF4-FFF2-40B4-BE49-F238E27FC236}">
                <a16:creationId xmlns:a16="http://schemas.microsoft.com/office/drawing/2014/main" id="{EEF10959-A37E-4660-B93E-455EA88DE54E}"/>
              </a:ext>
            </a:extLst>
          </p:cNvPr>
          <p:cNvSpPr>
            <a:spLocks noGrp="1"/>
          </p:cNvSpPr>
          <p:nvPr>
            <p:ph sz="quarter" idx="16"/>
          </p:nvPr>
        </p:nvSpPr>
        <p:spPr>
          <a:xfrm>
            <a:off x="884077" y="3830694"/>
            <a:ext cx="7662206" cy="1332000"/>
          </a:xfrm>
        </p:spPr>
        <p:txBody>
          <a:bodyPr/>
          <a:lstStyle/>
          <a:p>
            <a:pPr marL="0" lvl="1" indent="0">
              <a:buNone/>
            </a:pPr>
            <a:r>
              <a:rPr lang="en-US" sz="2200" b="1" noProof="0" dirty="0" err="1">
                <a:latin typeface="Courier New" panose="02070309020205020404" pitchFamily="49" charset="0"/>
                <a:cs typeface="Courier New" panose="02070309020205020404" pitchFamily="49" charset="0"/>
              </a:rPr>
              <a:t>System.out.print</a:t>
            </a:r>
            <a:r>
              <a:rPr lang="en-US" sz="2200" b="1" noProof="0" dirty="0">
                <a:latin typeface="Courier New" panose="02070309020205020404" pitchFamily="49" charset="0"/>
                <a:cs typeface="Courier New" panose="02070309020205020404" pitchFamily="49" charset="0"/>
              </a:rPr>
              <a:t>("Enter a double value: ");</a:t>
            </a:r>
          </a:p>
          <a:p>
            <a:pPr marL="0" lvl="1" indent="0">
              <a:buNone/>
            </a:pPr>
            <a:r>
              <a:rPr lang="en-US" sz="2200" b="1" noProof="0" dirty="0">
                <a:latin typeface="Courier New" panose="02070309020205020404" pitchFamily="49" charset="0"/>
                <a:cs typeface="Courier New" panose="02070309020205020404" pitchFamily="49" charset="0"/>
              </a:rPr>
              <a:t>Scanner input = new Scanner(System.in);</a:t>
            </a:r>
          </a:p>
          <a:p>
            <a:pPr marL="0" lvl="1" indent="0">
              <a:buNone/>
            </a:pPr>
            <a:r>
              <a:rPr lang="en-US" sz="2200" b="1" noProof="0" dirty="0">
                <a:latin typeface="Courier New" panose="02070309020205020404" pitchFamily="49" charset="0"/>
                <a:cs typeface="Courier New" panose="02070309020205020404" pitchFamily="49" charset="0"/>
              </a:rPr>
              <a:t>double d = </a:t>
            </a:r>
            <a:r>
              <a:rPr lang="en-US" sz="2200" b="1" noProof="0" dirty="0" err="1">
                <a:latin typeface="Courier New" panose="02070309020205020404" pitchFamily="49" charset="0"/>
                <a:cs typeface="Courier New" panose="02070309020205020404" pitchFamily="49" charset="0"/>
              </a:rPr>
              <a:t>input.nextDouble</a:t>
            </a:r>
            <a:r>
              <a:rPr lang="en-US" sz="2200" b="1" noProof="0" dirty="0">
                <a:latin typeface="Courier New" panose="02070309020205020404" pitchFamily="49" charset="0"/>
                <a:cs typeface="Courier New" panose="02070309020205020404" pitchFamily="49" charset="0"/>
              </a:rPr>
              <a:t>();</a:t>
            </a:r>
          </a:p>
        </p:txBody>
      </p:sp>
      <p:sp>
        <p:nvSpPr>
          <p:cNvPr id="11" name="Text Placeholder 10">
            <a:extLst>
              <a:ext uri="{FF2B5EF4-FFF2-40B4-BE49-F238E27FC236}">
                <a16:creationId xmlns:a16="http://schemas.microsoft.com/office/drawing/2014/main" id="{10713945-A699-4138-BC05-3987DE1BFDDE}"/>
              </a:ext>
            </a:extLst>
          </p:cNvPr>
          <p:cNvSpPr>
            <a:spLocks noGrp="1"/>
          </p:cNvSpPr>
          <p:nvPr>
            <p:ph type="body" sz="quarter" idx="20"/>
          </p:nvPr>
        </p:nvSpPr>
        <p:spPr>
          <a:xfrm>
            <a:off x="457200" y="5540947"/>
            <a:ext cx="4176000" cy="504000"/>
          </a:xfrm>
        </p:spPr>
        <p:txBody>
          <a:bodyPr/>
          <a:lstStyle/>
          <a:p>
            <a:pPr marL="432" indent="0">
              <a:buNone/>
            </a:pPr>
            <a:r>
              <a:rPr lang="en-US" sz="2200" noProof="0" dirty="0">
                <a:hlinkClick r:id="rId3" tooltip="https://liveexample.pearsoncmg.com/html/ComputeAreaWithConsoleInput.html"/>
              </a:rPr>
              <a:t>ComputeAreaWithConsoleInput</a:t>
            </a:r>
            <a:endParaRPr lang="en-US" sz="2200" noProof="0" dirty="0">
              <a:hlinkClick r:id="rId4"/>
            </a:endParaRPr>
          </a:p>
        </p:txBody>
      </p:sp>
      <p:sp>
        <p:nvSpPr>
          <p:cNvPr id="12" name="Text Placeholder 11">
            <a:extLst>
              <a:ext uri="{FF2B5EF4-FFF2-40B4-BE49-F238E27FC236}">
                <a16:creationId xmlns:a16="http://schemas.microsoft.com/office/drawing/2014/main" id="{986FF70C-70BC-47C8-BA54-474EE997A477}"/>
              </a:ext>
            </a:extLst>
          </p:cNvPr>
          <p:cNvSpPr>
            <a:spLocks noGrp="1"/>
          </p:cNvSpPr>
          <p:nvPr>
            <p:ph type="body" sz="quarter" idx="21"/>
          </p:nvPr>
        </p:nvSpPr>
        <p:spPr>
          <a:xfrm>
            <a:off x="5317067" y="5540948"/>
            <a:ext cx="2899282" cy="504000"/>
          </a:xfrm>
        </p:spPr>
        <p:txBody>
          <a:bodyPr/>
          <a:lstStyle/>
          <a:p>
            <a:pPr marL="432" indent="0">
              <a:buNone/>
            </a:pPr>
            <a:r>
              <a:rPr lang="en-US" sz="2200" noProof="0" dirty="0">
                <a:hlinkClick r:id="rId5" tooltip="https://liveexample.pearsoncmg.com/html/ComputeAverage.html"/>
              </a:rPr>
              <a:t>ComputeAverage</a:t>
            </a:r>
            <a:endParaRPr lang="en-US" sz="2200" noProof="0" dirty="0">
              <a:hlinkClick r:id="rId6"/>
            </a:endParaRPr>
          </a:p>
        </p:txBody>
      </p:sp>
    </p:spTree>
    <p:extLst>
      <p:ext uri="{BB962C8B-B14F-4D97-AF65-F5344CB8AC3E}">
        <p14:creationId xmlns:p14="http://schemas.microsoft.com/office/powerpoint/2010/main" val="31971872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8D9E-32BD-4145-809D-9CFE95881B56}"/>
              </a:ext>
            </a:extLst>
          </p:cNvPr>
          <p:cNvSpPr>
            <a:spLocks noGrp="1"/>
          </p:cNvSpPr>
          <p:nvPr>
            <p:ph type="title"/>
          </p:nvPr>
        </p:nvSpPr>
        <p:spPr/>
        <p:txBody>
          <a:bodyPr/>
          <a:lstStyle/>
          <a:p>
            <a:r>
              <a:rPr lang="en-US" noProof="0" dirty="0"/>
              <a:t>Identifiers</a:t>
            </a:r>
          </a:p>
        </p:txBody>
      </p:sp>
      <p:sp>
        <p:nvSpPr>
          <p:cNvPr id="3" name="Content Placeholder 2">
            <a:extLst>
              <a:ext uri="{FF2B5EF4-FFF2-40B4-BE49-F238E27FC236}">
                <a16:creationId xmlns:a16="http://schemas.microsoft.com/office/drawing/2014/main" id="{9233AACB-F592-4D30-9C09-88AA52DA97A4}"/>
              </a:ext>
            </a:extLst>
          </p:cNvPr>
          <p:cNvSpPr>
            <a:spLocks noGrp="1"/>
          </p:cNvSpPr>
          <p:nvPr>
            <p:ph sz="quarter" idx="13"/>
          </p:nvPr>
        </p:nvSpPr>
        <p:spPr>
          <a:xfrm>
            <a:off x="457200" y="1554921"/>
            <a:ext cx="8232775" cy="3931480"/>
          </a:xfrm>
        </p:spPr>
        <p:txBody>
          <a:bodyPr/>
          <a:lstStyle/>
          <a:p>
            <a:r>
              <a:rPr lang="en-US" noProof="0" dirty="0"/>
              <a:t>An identifier is a sequence of characters that consist of letters, digits, underscores (_), and dollar signs ($).</a:t>
            </a:r>
          </a:p>
          <a:p>
            <a:r>
              <a:rPr lang="en-US" noProof="0" dirty="0"/>
              <a:t>An identifier must start with a letter, an underscore (_), or a dollar sign ($). It cannot start with a digit.</a:t>
            </a:r>
          </a:p>
          <a:p>
            <a:r>
              <a:rPr lang="en-US" noProof="0" dirty="0"/>
              <a:t>An identifier cannot be a reserved word. (See next slide for a list of Java reserved words).</a:t>
            </a:r>
          </a:p>
          <a:p>
            <a:r>
              <a:rPr lang="en-US" noProof="0" dirty="0"/>
              <a:t>An identifier cannot be </a:t>
            </a:r>
            <a:r>
              <a:rPr lang="en-US" noProof="0" dirty="0">
                <a:latin typeface="Courier New" panose="02070309020205020404" pitchFamily="49" charset="0"/>
                <a:cs typeface="Courier New" panose="02070309020205020404" pitchFamily="49" charset="0"/>
              </a:rPr>
              <a:t>true</a:t>
            </a:r>
            <a:r>
              <a:rPr lang="en-US" noProof="0" dirty="0"/>
              <a:t>, </a:t>
            </a:r>
            <a:r>
              <a:rPr lang="en-US" noProof="0" dirty="0">
                <a:latin typeface="Courier New" panose="02070309020205020404" pitchFamily="49" charset="0"/>
                <a:cs typeface="Courier New" panose="02070309020205020404" pitchFamily="49" charset="0"/>
              </a:rPr>
              <a:t>false</a:t>
            </a:r>
            <a:r>
              <a:rPr lang="en-US" noProof="0" dirty="0"/>
              <a:t>, or </a:t>
            </a:r>
            <a:r>
              <a:rPr lang="en-US" noProof="0" dirty="0">
                <a:latin typeface="Courier New" panose="02070309020205020404" pitchFamily="49" charset="0"/>
                <a:cs typeface="Courier New" panose="02070309020205020404" pitchFamily="49" charset="0"/>
              </a:rPr>
              <a:t>null</a:t>
            </a:r>
            <a:r>
              <a:rPr lang="en-US" noProof="0" dirty="0"/>
              <a:t>.</a:t>
            </a:r>
          </a:p>
          <a:p>
            <a:r>
              <a:rPr lang="en-US" noProof="0" dirty="0"/>
              <a:t>An identifier can be of any length.</a:t>
            </a:r>
          </a:p>
        </p:txBody>
      </p:sp>
    </p:spTree>
    <p:extLst>
      <p:ext uri="{BB962C8B-B14F-4D97-AF65-F5344CB8AC3E}">
        <p14:creationId xmlns:p14="http://schemas.microsoft.com/office/powerpoint/2010/main" val="1629499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755B-C84D-4E07-84DF-F2AC1A3DC791}"/>
              </a:ext>
            </a:extLst>
          </p:cNvPr>
          <p:cNvSpPr>
            <a:spLocks noGrp="1"/>
          </p:cNvSpPr>
          <p:nvPr>
            <p:ph type="title"/>
          </p:nvPr>
        </p:nvSpPr>
        <p:spPr/>
        <p:txBody>
          <a:bodyPr/>
          <a:lstStyle/>
          <a:p>
            <a:r>
              <a:rPr lang="en-US" noProof="0" dirty="0"/>
              <a:t>Naming Conventions </a:t>
            </a:r>
            <a:r>
              <a:rPr lang="en-US" sz="2000" b="0" noProof="0" dirty="0"/>
              <a:t>(1 of 2)</a:t>
            </a:r>
            <a:endParaRPr lang="en-US" b="0" noProof="0" dirty="0"/>
          </a:p>
        </p:txBody>
      </p:sp>
      <p:sp>
        <p:nvSpPr>
          <p:cNvPr id="3" name="Content Placeholder 2">
            <a:extLst>
              <a:ext uri="{FF2B5EF4-FFF2-40B4-BE49-F238E27FC236}">
                <a16:creationId xmlns:a16="http://schemas.microsoft.com/office/drawing/2014/main" id="{5BFD2A6E-5E40-425D-A8D0-EC7BEC810CC7}"/>
              </a:ext>
            </a:extLst>
          </p:cNvPr>
          <p:cNvSpPr>
            <a:spLocks noGrp="1"/>
          </p:cNvSpPr>
          <p:nvPr>
            <p:ph sz="quarter" idx="13"/>
          </p:nvPr>
        </p:nvSpPr>
        <p:spPr>
          <a:xfrm>
            <a:off x="457200" y="1554921"/>
            <a:ext cx="7833360" cy="3443800"/>
          </a:xfrm>
        </p:spPr>
        <p:txBody>
          <a:bodyPr/>
          <a:lstStyle/>
          <a:p>
            <a:pPr>
              <a:spcBef>
                <a:spcPts val="300"/>
              </a:spcBef>
            </a:pPr>
            <a:r>
              <a:rPr lang="en-US" noProof="0" dirty="0"/>
              <a:t>Choose meaningful and descriptive names.</a:t>
            </a:r>
          </a:p>
          <a:p>
            <a:pPr>
              <a:spcBef>
                <a:spcPts val="300"/>
              </a:spcBef>
            </a:pPr>
            <a:r>
              <a:rPr lang="en-US" noProof="0" dirty="0"/>
              <a:t>Variables and method names: Use lowercase. For compound names, use lowercase for the first word, and capitalize the first letter of each subsequent word. </a:t>
            </a:r>
          </a:p>
          <a:p>
            <a:pPr lvl="1">
              <a:spcBef>
                <a:spcPts val="300"/>
              </a:spcBef>
            </a:pPr>
            <a:r>
              <a:rPr lang="en-US" dirty="0"/>
              <a:t>E</a:t>
            </a:r>
            <a:r>
              <a:rPr lang="en-US" noProof="0" dirty="0" err="1"/>
              <a:t>xample</a:t>
            </a:r>
            <a:r>
              <a:rPr lang="en-US" noProof="0" dirty="0"/>
              <a:t> </a:t>
            </a:r>
            <a:r>
              <a:rPr lang="en-US" noProof="0" dirty="0" err="1">
                <a:latin typeface="Courier New" panose="02070309020205020404" pitchFamily="49" charset="0"/>
                <a:cs typeface="Courier New" panose="02070309020205020404" pitchFamily="49" charset="0"/>
              </a:rPr>
              <a:t>computeArea</a:t>
            </a:r>
            <a:r>
              <a:rPr lang="en-US" noProof="0" dirty="0"/>
              <a:t>.</a:t>
            </a:r>
          </a:p>
          <a:p>
            <a:pPr>
              <a:spcBef>
                <a:spcPts val="300"/>
              </a:spcBef>
            </a:pPr>
            <a:r>
              <a:rPr lang="en-US" noProof="0" dirty="0"/>
              <a:t>Class names: Capitalize the first letter of each </a:t>
            </a:r>
          </a:p>
          <a:p>
            <a:pPr lvl="1">
              <a:spcBef>
                <a:spcPts val="300"/>
              </a:spcBef>
            </a:pPr>
            <a:r>
              <a:rPr lang="en-US" noProof="0" dirty="0"/>
              <a:t>Example: </a:t>
            </a:r>
            <a:r>
              <a:rPr lang="en-US" noProof="0" dirty="0" err="1">
                <a:latin typeface="Courier New" panose="02070309020205020404" pitchFamily="49" charset="0"/>
                <a:cs typeface="Courier New" panose="02070309020205020404" pitchFamily="49" charset="0"/>
              </a:rPr>
              <a:t>ComputeArea</a:t>
            </a:r>
            <a:r>
              <a:rPr lang="en-US" noProof="0" dirty="0"/>
              <a:t>.</a:t>
            </a:r>
          </a:p>
          <a:p>
            <a:pPr>
              <a:spcBef>
                <a:spcPts val="300"/>
              </a:spcBef>
            </a:pPr>
            <a:r>
              <a:rPr lang="en-US" noProof="0" dirty="0"/>
              <a:t>Constants: Capitalize all letters in constants, and use underscores to connect words. </a:t>
            </a:r>
          </a:p>
          <a:p>
            <a:pPr>
              <a:spcBef>
                <a:spcPts val="300"/>
              </a:spcBef>
            </a:pPr>
            <a:r>
              <a:rPr lang="en-US" dirty="0"/>
              <a:t>Example: </a:t>
            </a:r>
            <a:r>
              <a:rPr lang="en-US" noProof="0" dirty="0">
                <a:latin typeface="Courier New" panose="02070309020205020404" pitchFamily="49" charset="0"/>
                <a:cs typeface="Courier New" panose="02070309020205020404" pitchFamily="49" charset="0"/>
              </a:rPr>
              <a:t>PI and MAX_VALUE</a:t>
            </a:r>
          </a:p>
          <a:p>
            <a:pPr>
              <a:spcBef>
                <a:spcPts val="300"/>
              </a:spcBef>
            </a:pPr>
            <a:endParaRPr lang="en-US" noProof="0" dirty="0"/>
          </a:p>
        </p:txBody>
      </p:sp>
    </p:spTree>
    <p:extLst>
      <p:ext uri="{BB962C8B-B14F-4D97-AF65-F5344CB8AC3E}">
        <p14:creationId xmlns:p14="http://schemas.microsoft.com/office/powerpoint/2010/main" val="4226238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EC1DC-3F4C-4DED-90E6-C5974052A14F}"/>
              </a:ext>
            </a:extLst>
          </p:cNvPr>
          <p:cNvSpPr>
            <a:spLocks noGrp="1"/>
          </p:cNvSpPr>
          <p:nvPr>
            <p:ph type="title"/>
          </p:nvPr>
        </p:nvSpPr>
        <p:spPr/>
        <p:txBody>
          <a:bodyPr/>
          <a:lstStyle/>
          <a:p>
            <a:r>
              <a:rPr lang="en-US" noProof="0" dirty="0"/>
              <a:t>Declaring Variables</a:t>
            </a:r>
          </a:p>
        </p:txBody>
      </p:sp>
      <p:sp>
        <p:nvSpPr>
          <p:cNvPr id="3" name="Content Placeholder 2">
            <a:extLst>
              <a:ext uri="{FF2B5EF4-FFF2-40B4-BE49-F238E27FC236}">
                <a16:creationId xmlns:a16="http://schemas.microsoft.com/office/drawing/2014/main" id="{3BFE9A72-D2E0-4D1C-815E-C779A7EC9606}"/>
              </a:ext>
            </a:extLst>
          </p:cNvPr>
          <p:cNvSpPr>
            <a:spLocks noGrp="1"/>
          </p:cNvSpPr>
          <p:nvPr>
            <p:ph sz="quarter" idx="13"/>
          </p:nvPr>
        </p:nvSpPr>
        <p:spPr>
          <a:xfrm>
            <a:off x="457200" y="1554922"/>
            <a:ext cx="8232775" cy="3638870"/>
          </a:xfrm>
        </p:spPr>
        <p:txBody>
          <a:bodyPr/>
          <a:lstStyle/>
          <a:p>
            <a:pPr marL="432" indent="0">
              <a:buNone/>
            </a:pP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 x;         // Declare x to be an</a:t>
            </a:r>
          </a:p>
          <a:p>
            <a:pPr marL="432" indent="0">
              <a:buNone/>
            </a:pPr>
            <a:r>
              <a:rPr lang="en-US" b="1" noProof="0" dirty="0">
                <a:latin typeface="Courier New" panose="02070309020205020404" pitchFamily="49" charset="0"/>
                <a:cs typeface="Courier New" panose="02070309020205020404" pitchFamily="49" charset="0"/>
              </a:rPr>
              <a:t>               // integer variable;</a:t>
            </a:r>
          </a:p>
          <a:p>
            <a:pPr marL="432" indent="0">
              <a:buNone/>
            </a:pPr>
            <a:r>
              <a:rPr lang="en-US" b="1" noProof="0" dirty="0">
                <a:latin typeface="Courier New" panose="02070309020205020404" pitchFamily="49" charset="0"/>
                <a:cs typeface="Courier New" panose="02070309020205020404" pitchFamily="49" charset="0"/>
              </a:rPr>
              <a:t>double radius; // Declare radius to</a:t>
            </a:r>
          </a:p>
          <a:p>
            <a:pPr marL="432" indent="0">
              <a:buNone/>
            </a:pPr>
            <a:r>
              <a:rPr lang="en-US" b="1" noProof="0" dirty="0">
                <a:latin typeface="Courier New" panose="02070309020205020404" pitchFamily="49" charset="0"/>
                <a:cs typeface="Courier New" panose="02070309020205020404" pitchFamily="49" charset="0"/>
              </a:rPr>
              <a:t>               // be a double variable;</a:t>
            </a:r>
          </a:p>
          <a:p>
            <a:pPr marL="432" indent="0">
              <a:buNone/>
            </a:pPr>
            <a:r>
              <a:rPr lang="en-US" b="1" noProof="0" dirty="0">
                <a:latin typeface="Courier New" panose="02070309020205020404" pitchFamily="49" charset="0"/>
                <a:cs typeface="Courier New" panose="02070309020205020404" pitchFamily="49" charset="0"/>
              </a:rPr>
              <a:t>char a;        // Declare a to be a</a:t>
            </a:r>
          </a:p>
          <a:p>
            <a:pPr marL="432" indent="0">
              <a:buNone/>
            </a:pPr>
            <a:r>
              <a:rPr lang="en-US" b="1" noProof="0" dirty="0">
                <a:latin typeface="Courier New" panose="02070309020205020404" pitchFamily="49" charset="0"/>
                <a:cs typeface="Courier New" panose="02070309020205020404" pitchFamily="49" charset="0"/>
              </a:rPr>
              <a:t>               // character variable;</a:t>
            </a:r>
          </a:p>
        </p:txBody>
      </p:sp>
    </p:spTree>
    <p:extLst>
      <p:ext uri="{BB962C8B-B14F-4D97-AF65-F5344CB8AC3E}">
        <p14:creationId xmlns:p14="http://schemas.microsoft.com/office/powerpoint/2010/main" val="403326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92263-EBE5-4BCA-A36E-74FBE0AE376F}"/>
              </a:ext>
            </a:extLst>
          </p:cNvPr>
          <p:cNvSpPr>
            <a:spLocks noGrp="1"/>
          </p:cNvSpPr>
          <p:nvPr>
            <p:ph type="title"/>
          </p:nvPr>
        </p:nvSpPr>
        <p:spPr/>
        <p:txBody>
          <a:bodyPr/>
          <a:lstStyle/>
          <a:p>
            <a:r>
              <a:rPr lang="en-US" noProof="0" dirty="0"/>
              <a:t>Assignment Statements</a:t>
            </a:r>
          </a:p>
        </p:txBody>
      </p:sp>
      <p:sp>
        <p:nvSpPr>
          <p:cNvPr id="3" name="Content Placeholder 2">
            <a:extLst>
              <a:ext uri="{FF2B5EF4-FFF2-40B4-BE49-F238E27FC236}">
                <a16:creationId xmlns:a16="http://schemas.microsoft.com/office/drawing/2014/main" id="{29ACDAEE-83E5-45C4-B7A9-0C3274C15AB4}"/>
              </a:ext>
            </a:extLst>
          </p:cNvPr>
          <p:cNvSpPr>
            <a:spLocks noGrp="1"/>
          </p:cNvSpPr>
          <p:nvPr>
            <p:ph sz="quarter" idx="13"/>
          </p:nvPr>
        </p:nvSpPr>
        <p:spPr>
          <a:xfrm>
            <a:off x="457200" y="1554920"/>
            <a:ext cx="8232775" cy="2139255"/>
          </a:xfrm>
        </p:spPr>
        <p:txBody>
          <a:bodyPr/>
          <a:lstStyle/>
          <a:p>
            <a:pPr marL="432" indent="0">
              <a:buNone/>
            </a:pPr>
            <a:r>
              <a:rPr lang="en-US" b="1" noProof="0" dirty="0">
                <a:latin typeface="Courier New" panose="02070309020205020404" pitchFamily="49" charset="0"/>
                <a:cs typeface="Courier New" panose="02070309020205020404" pitchFamily="49" charset="0"/>
              </a:rPr>
              <a:t>x = 1;          // Assign 1 to x;</a:t>
            </a:r>
          </a:p>
          <a:p>
            <a:pPr marL="432" indent="0">
              <a:buNone/>
            </a:pPr>
            <a:r>
              <a:rPr lang="en-US" b="1" noProof="0" dirty="0">
                <a:latin typeface="Courier New" panose="02070309020205020404" pitchFamily="49" charset="0"/>
                <a:cs typeface="Courier New" panose="02070309020205020404" pitchFamily="49" charset="0"/>
              </a:rPr>
              <a:t>radius = 1.0;   // Assign 1.0 to radius;</a:t>
            </a:r>
          </a:p>
          <a:p>
            <a:pPr marL="432" indent="0">
              <a:buNone/>
            </a:pPr>
            <a:r>
              <a:rPr lang="en-US" b="1" noProof="0" dirty="0">
                <a:latin typeface="Courier New" panose="02070309020205020404" pitchFamily="49" charset="0"/>
                <a:cs typeface="Courier New" panose="02070309020205020404" pitchFamily="49" charset="0"/>
              </a:rPr>
              <a:t>a = 'A';        // Assign 'A' to a;</a:t>
            </a:r>
          </a:p>
        </p:txBody>
      </p:sp>
    </p:spTree>
    <p:extLst>
      <p:ext uri="{BB962C8B-B14F-4D97-AF65-F5344CB8AC3E}">
        <p14:creationId xmlns:p14="http://schemas.microsoft.com/office/powerpoint/2010/main" val="3296588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11B0-53D4-4889-A146-E15C635596B8}"/>
              </a:ext>
            </a:extLst>
          </p:cNvPr>
          <p:cNvSpPr>
            <a:spLocks noGrp="1"/>
          </p:cNvSpPr>
          <p:nvPr>
            <p:ph type="title"/>
          </p:nvPr>
        </p:nvSpPr>
        <p:spPr/>
        <p:txBody>
          <a:bodyPr/>
          <a:lstStyle/>
          <a:p>
            <a:r>
              <a:rPr lang="en-US" sz="3400" noProof="0" dirty="0"/>
              <a:t>Declaring and Initializing in One Step</a:t>
            </a:r>
          </a:p>
        </p:txBody>
      </p:sp>
      <p:sp>
        <p:nvSpPr>
          <p:cNvPr id="3" name="Content Placeholder 2">
            <a:extLst>
              <a:ext uri="{FF2B5EF4-FFF2-40B4-BE49-F238E27FC236}">
                <a16:creationId xmlns:a16="http://schemas.microsoft.com/office/drawing/2014/main" id="{426CC454-F36A-41CB-98D8-E703250E324C}"/>
              </a:ext>
            </a:extLst>
          </p:cNvPr>
          <p:cNvSpPr>
            <a:spLocks noGrp="1"/>
          </p:cNvSpPr>
          <p:nvPr>
            <p:ph sz="quarter" idx="13"/>
          </p:nvPr>
        </p:nvSpPr>
        <p:spPr>
          <a:xfrm>
            <a:off x="457200" y="1554921"/>
            <a:ext cx="8232775" cy="1189868"/>
          </a:xfrm>
        </p:spPr>
        <p:txBody>
          <a:bodyPr/>
          <a:lstStyle/>
          <a:p>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 x = 1;</a:t>
            </a:r>
          </a:p>
          <a:p>
            <a:r>
              <a:rPr lang="en-US" b="1" noProof="0" dirty="0">
                <a:latin typeface="Courier New" panose="02070309020205020404" pitchFamily="49" charset="0"/>
                <a:cs typeface="Courier New" panose="02070309020205020404" pitchFamily="49" charset="0"/>
              </a:rPr>
              <a:t>double d = 1.4;</a:t>
            </a:r>
          </a:p>
        </p:txBody>
      </p:sp>
    </p:spTree>
    <p:extLst>
      <p:ext uri="{BB962C8B-B14F-4D97-AF65-F5344CB8AC3E}">
        <p14:creationId xmlns:p14="http://schemas.microsoft.com/office/powerpoint/2010/main" val="18911221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EE41F-2731-49E9-80CD-8AF9BDA5A9F8}"/>
              </a:ext>
            </a:extLst>
          </p:cNvPr>
          <p:cNvSpPr>
            <a:spLocks noGrp="1"/>
          </p:cNvSpPr>
          <p:nvPr>
            <p:ph type="title"/>
          </p:nvPr>
        </p:nvSpPr>
        <p:spPr/>
        <p:txBody>
          <a:bodyPr/>
          <a:lstStyle/>
          <a:p>
            <a:r>
              <a:rPr lang="en-US" noProof="0" dirty="0"/>
              <a:t>Named Constants</a:t>
            </a:r>
          </a:p>
        </p:txBody>
      </p:sp>
      <p:sp>
        <p:nvSpPr>
          <p:cNvPr id="3" name="Content Placeholder 2">
            <a:extLst>
              <a:ext uri="{FF2B5EF4-FFF2-40B4-BE49-F238E27FC236}">
                <a16:creationId xmlns:a16="http://schemas.microsoft.com/office/drawing/2014/main" id="{410E1A43-2301-401C-AF2A-8DD32CDE7B30}"/>
              </a:ext>
            </a:extLst>
          </p:cNvPr>
          <p:cNvSpPr>
            <a:spLocks noGrp="1"/>
          </p:cNvSpPr>
          <p:nvPr>
            <p:ph sz="quarter" idx="13"/>
          </p:nvPr>
        </p:nvSpPr>
        <p:spPr>
          <a:xfrm>
            <a:off x="457200" y="1554921"/>
            <a:ext cx="8232775" cy="1736920"/>
          </a:xfrm>
        </p:spPr>
        <p:txBody>
          <a:bodyPr/>
          <a:lstStyle/>
          <a:p>
            <a:pPr marL="432" indent="0">
              <a:buNone/>
            </a:pPr>
            <a:r>
              <a:rPr lang="en-US" b="1" noProof="0" dirty="0">
                <a:latin typeface="Courier New" panose="02070309020205020404" pitchFamily="49" charset="0"/>
                <a:cs typeface="Courier New" panose="02070309020205020404" pitchFamily="49" charset="0"/>
              </a:rPr>
              <a:t>final datatype CONSTANTNAME = VALUE;</a:t>
            </a:r>
          </a:p>
          <a:p>
            <a:pPr marL="432" indent="0">
              <a:buNone/>
            </a:pPr>
            <a:r>
              <a:rPr lang="en-US" b="1" noProof="0" dirty="0">
                <a:latin typeface="Courier New" panose="02070309020205020404" pitchFamily="49" charset="0"/>
                <a:cs typeface="Courier New" panose="02070309020205020404" pitchFamily="49" charset="0"/>
              </a:rPr>
              <a:t>final double PI = 3.14159;</a:t>
            </a:r>
          </a:p>
          <a:p>
            <a:pPr marL="432" indent="0">
              <a:buNone/>
            </a:pPr>
            <a:r>
              <a:rPr lang="en-US" b="1" noProof="0" dirty="0">
                <a:latin typeface="Courier New" panose="02070309020205020404" pitchFamily="49" charset="0"/>
                <a:cs typeface="Courier New" panose="02070309020205020404" pitchFamily="49" charset="0"/>
              </a:rPr>
              <a:t>final </a:t>
            </a: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 SIZE = 3;</a:t>
            </a:r>
          </a:p>
        </p:txBody>
      </p:sp>
    </p:spTree>
    <p:extLst>
      <p:ext uri="{BB962C8B-B14F-4D97-AF65-F5344CB8AC3E}">
        <p14:creationId xmlns:p14="http://schemas.microsoft.com/office/powerpoint/2010/main" val="2473669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D0781-46F8-4A2F-97C0-F7D31C8805EB}"/>
              </a:ext>
            </a:extLst>
          </p:cNvPr>
          <p:cNvSpPr>
            <a:spLocks noGrp="1"/>
          </p:cNvSpPr>
          <p:nvPr>
            <p:ph type="title"/>
          </p:nvPr>
        </p:nvSpPr>
        <p:spPr/>
        <p:txBody>
          <a:bodyPr/>
          <a:lstStyle/>
          <a:p>
            <a:r>
              <a:rPr lang="en-US" noProof="0" dirty="0"/>
              <a:t>Numeric Operators</a:t>
            </a:r>
          </a:p>
        </p:txBody>
      </p:sp>
      <p:graphicFrame>
        <p:nvGraphicFramePr>
          <p:cNvPr id="4" name="Table 4">
            <a:extLst>
              <a:ext uri="{FF2B5EF4-FFF2-40B4-BE49-F238E27FC236}">
                <a16:creationId xmlns:a16="http://schemas.microsoft.com/office/drawing/2014/main" id="{72001A99-6F0F-4346-896E-6A16E82FEBE9}"/>
              </a:ext>
            </a:extLst>
          </p:cNvPr>
          <p:cNvGraphicFramePr>
            <a:graphicFrameLocks noGrp="1"/>
          </p:cNvGraphicFramePr>
          <p:nvPr>
            <p:ph sz="quarter" idx="13"/>
          </p:nvPr>
        </p:nvGraphicFramePr>
        <p:xfrm>
          <a:off x="488196" y="1709144"/>
          <a:ext cx="7741403" cy="3668766"/>
        </p:xfrm>
        <a:graphic>
          <a:graphicData uri="http://schemas.openxmlformats.org/drawingml/2006/table">
            <a:tbl>
              <a:tblPr firstRow="1" bandRow="1">
                <a:tableStyleId>{2D5ABB26-0587-4C30-8999-92F81FD0307C}</a:tableStyleId>
              </a:tblPr>
              <a:tblGrid>
                <a:gridCol w="1522910">
                  <a:extLst>
                    <a:ext uri="{9D8B030D-6E8A-4147-A177-3AD203B41FA5}">
                      <a16:colId xmlns:a16="http://schemas.microsoft.com/office/drawing/2014/main" val="3417244157"/>
                    </a:ext>
                  </a:extLst>
                </a:gridCol>
                <a:gridCol w="2072831">
                  <a:extLst>
                    <a:ext uri="{9D8B030D-6E8A-4147-A177-3AD203B41FA5}">
                      <a16:colId xmlns:a16="http://schemas.microsoft.com/office/drawing/2014/main" val="2216731566"/>
                    </a:ext>
                  </a:extLst>
                </a:gridCol>
                <a:gridCol w="2072831">
                  <a:extLst>
                    <a:ext uri="{9D8B030D-6E8A-4147-A177-3AD203B41FA5}">
                      <a16:colId xmlns:a16="http://schemas.microsoft.com/office/drawing/2014/main" val="1803539830"/>
                    </a:ext>
                  </a:extLst>
                </a:gridCol>
                <a:gridCol w="2072831">
                  <a:extLst>
                    <a:ext uri="{9D8B030D-6E8A-4147-A177-3AD203B41FA5}">
                      <a16:colId xmlns:a16="http://schemas.microsoft.com/office/drawing/2014/main" val="2520010836"/>
                    </a:ext>
                  </a:extLst>
                </a:gridCol>
              </a:tblGrid>
              <a:tr h="611461">
                <a:tc>
                  <a:txBody>
                    <a:bodyPr/>
                    <a:lstStyle/>
                    <a:p>
                      <a:r>
                        <a:rPr lang="en-US" sz="1800" b="1" noProof="0" dirty="0">
                          <a:solidFill>
                            <a:schemeClr val="tx1"/>
                          </a:solidFill>
                        </a:rPr>
                        <a:t>Name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noProof="0" dirty="0">
                          <a:solidFill>
                            <a:schemeClr val="tx1"/>
                          </a:solidFill>
                        </a:rPr>
                        <a:t>Meaning</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noProof="0" dirty="0">
                          <a:solidFill>
                            <a:schemeClr val="tx1"/>
                          </a:solidFill>
                        </a:rPr>
                        <a:t>Example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noProof="0" dirty="0">
                          <a:solidFill>
                            <a:schemeClr val="tx1"/>
                          </a:solidFill>
                        </a:rPr>
                        <a:t>Result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6648794"/>
                  </a:ext>
                </a:extLst>
              </a:tr>
              <a:tr h="611461">
                <a:tc>
                  <a:txBody>
                    <a:bodyPr/>
                    <a:lstStyle/>
                    <a:p>
                      <a:r>
                        <a:rPr lang="en-US" sz="1800" noProof="0" dirty="0">
                          <a:solidFill>
                            <a:schemeClr val="tx1"/>
                          </a:solidFill>
                        </a:rPr>
                        <a:t>+</a:t>
                      </a:r>
                    </a:p>
                  </a:txBody>
                  <a:tcPr>
                    <a:lnT w="12700" cap="flat" cmpd="sng" algn="ctr">
                      <a:solidFill>
                        <a:schemeClr val="tx1"/>
                      </a:solidFill>
                      <a:prstDash val="solid"/>
                      <a:round/>
                      <a:headEnd type="none" w="med" len="med"/>
                      <a:tailEnd type="none" w="med" len="med"/>
                    </a:lnT>
                  </a:tcPr>
                </a:tc>
                <a:tc>
                  <a:txBody>
                    <a:bodyPr/>
                    <a:lstStyle/>
                    <a:p>
                      <a:r>
                        <a:rPr lang="en-US" sz="1800" noProof="0" dirty="0">
                          <a:solidFill>
                            <a:schemeClr val="tx1"/>
                          </a:solidFill>
                        </a:rPr>
                        <a:t>Addition</a:t>
                      </a:r>
                    </a:p>
                  </a:txBody>
                  <a:tcPr>
                    <a:lnT w="12700" cap="flat" cmpd="sng" algn="ctr">
                      <a:solidFill>
                        <a:schemeClr val="tx1"/>
                      </a:solidFill>
                      <a:prstDash val="solid"/>
                      <a:round/>
                      <a:headEnd type="none" w="med" len="med"/>
                      <a:tailEnd type="none" w="med" len="med"/>
                    </a:lnT>
                  </a:tcPr>
                </a:tc>
                <a:tc>
                  <a:txBody>
                    <a:bodyPr/>
                    <a:lstStyle/>
                    <a:p>
                      <a:r>
                        <a:rPr lang="en-US" sz="1800" noProof="0" dirty="0">
                          <a:solidFill>
                            <a:schemeClr val="tx1"/>
                          </a:solidFill>
                        </a:rPr>
                        <a:t>34 + 1</a:t>
                      </a:r>
                    </a:p>
                  </a:txBody>
                  <a:tcPr>
                    <a:lnT w="12700" cap="flat" cmpd="sng" algn="ctr">
                      <a:solidFill>
                        <a:schemeClr val="tx1"/>
                      </a:solidFill>
                      <a:prstDash val="solid"/>
                      <a:round/>
                      <a:headEnd type="none" w="med" len="med"/>
                      <a:tailEnd type="none" w="med" len="med"/>
                    </a:lnT>
                  </a:tcPr>
                </a:tc>
                <a:tc>
                  <a:txBody>
                    <a:bodyPr/>
                    <a:lstStyle/>
                    <a:p>
                      <a:r>
                        <a:rPr lang="en-US" sz="1800" noProof="0" dirty="0">
                          <a:solidFill>
                            <a:schemeClr val="tx1"/>
                          </a:solidFill>
                        </a:rPr>
                        <a:t>35</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77796579"/>
                  </a:ext>
                </a:extLst>
              </a:tr>
              <a:tr h="611461">
                <a:tc>
                  <a:txBody>
                    <a:bodyPr/>
                    <a:lstStyle/>
                    <a:p>
                      <a:pPr algn="l"/>
                      <a:r>
                        <a:rPr lang="en-US" sz="100" noProof="0" dirty="0">
                          <a:solidFill>
                            <a:schemeClr val="tx1"/>
                          </a:solidFill>
                        </a:rPr>
                        <a:t>The symbol of minus</a:t>
                      </a:r>
                    </a:p>
                  </a:txBody>
                  <a:tcPr anchor="ctr"/>
                </a:tc>
                <a:tc>
                  <a:txBody>
                    <a:bodyPr/>
                    <a:lstStyle/>
                    <a:p>
                      <a:r>
                        <a:rPr lang="en-US" sz="1800" noProof="0" dirty="0">
                          <a:solidFill>
                            <a:schemeClr val="tx1"/>
                          </a:solidFill>
                        </a:rPr>
                        <a:t>Subtraction</a:t>
                      </a:r>
                    </a:p>
                  </a:txBody>
                  <a:tcPr/>
                </a:tc>
                <a:tc>
                  <a:txBody>
                    <a:bodyPr/>
                    <a:lstStyle/>
                    <a:p>
                      <a:r>
                        <a:rPr lang="en-US" sz="1050" noProof="0" dirty="0">
                          <a:solidFill>
                            <a:schemeClr val="tx1"/>
                          </a:solidFill>
                        </a:rPr>
                        <a:t>34.0 minus 0.1</a:t>
                      </a:r>
                    </a:p>
                  </a:txBody>
                  <a:tcPr/>
                </a:tc>
                <a:tc>
                  <a:txBody>
                    <a:bodyPr/>
                    <a:lstStyle/>
                    <a:p>
                      <a:r>
                        <a:rPr lang="en-US" sz="1800" noProof="0" dirty="0">
                          <a:solidFill>
                            <a:schemeClr val="tx1"/>
                          </a:solidFill>
                        </a:rPr>
                        <a:t>33.9</a:t>
                      </a:r>
                    </a:p>
                  </a:txBody>
                  <a:tcPr/>
                </a:tc>
                <a:extLst>
                  <a:ext uri="{0D108BD9-81ED-4DB2-BD59-A6C34878D82A}">
                    <a16:rowId xmlns:a16="http://schemas.microsoft.com/office/drawing/2014/main" val="1613619227"/>
                  </a:ext>
                </a:extLst>
              </a:tr>
              <a:tr h="611461">
                <a:tc>
                  <a:txBody>
                    <a:bodyPr/>
                    <a:lstStyle/>
                    <a:p>
                      <a:r>
                        <a:rPr lang="en-US" sz="1800" noProof="0" dirty="0">
                          <a:solidFill>
                            <a:schemeClr val="tx1"/>
                          </a:solidFill>
                        </a:rPr>
                        <a:t>*</a:t>
                      </a:r>
                    </a:p>
                  </a:txBody>
                  <a:tcPr/>
                </a:tc>
                <a:tc>
                  <a:txBody>
                    <a:bodyPr/>
                    <a:lstStyle/>
                    <a:p>
                      <a:r>
                        <a:rPr lang="en-US" sz="1800" noProof="0" dirty="0">
                          <a:solidFill>
                            <a:schemeClr val="tx1"/>
                          </a:solidFill>
                        </a:rPr>
                        <a:t>Multiplication</a:t>
                      </a:r>
                    </a:p>
                  </a:txBody>
                  <a:tcPr/>
                </a:tc>
                <a:tc>
                  <a:txBody>
                    <a:bodyPr/>
                    <a:lstStyle/>
                    <a:p>
                      <a:r>
                        <a:rPr lang="en-US" sz="1050" noProof="0" dirty="0">
                          <a:solidFill>
                            <a:schemeClr val="tx1"/>
                          </a:solidFill>
                        </a:rPr>
                        <a:t>300 times 30</a:t>
                      </a:r>
                    </a:p>
                  </a:txBody>
                  <a:tcPr/>
                </a:tc>
                <a:tc>
                  <a:txBody>
                    <a:bodyPr/>
                    <a:lstStyle/>
                    <a:p>
                      <a:r>
                        <a:rPr lang="en-US" sz="1800" noProof="0" dirty="0">
                          <a:solidFill>
                            <a:schemeClr val="tx1"/>
                          </a:solidFill>
                        </a:rPr>
                        <a:t>9000</a:t>
                      </a:r>
                    </a:p>
                  </a:txBody>
                  <a:tcPr/>
                </a:tc>
                <a:extLst>
                  <a:ext uri="{0D108BD9-81ED-4DB2-BD59-A6C34878D82A}">
                    <a16:rowId xmlns:a16="http://schemas.microsoft.com/office/drawing/2014/main" val="401622014"/>
                  </a:ext>
                </a:extLst>
              </a:tr>
              <a:tr h="611461">
                <a:tc>
                  <a:txBody>
                    <a:bodyPr/>
                    <a:lstStyle/>
                    <a:p>
                      <a:r>
                        <a:rPr lang="en-US" sz="200" noProof="0" dirty="0">
                          <a:solidFill>
                            <a:schemeClr val="tx1"/>
                          </a:solidFill>
                        </a:rPr>
                        <a:t>division slash</a:t>
                      </a:r>
                    </a:p>
                  </a:txBody>
                  <a:tcPr/>
                </a:tc>
                <a:tc>
                  <a:txBody>
                    <a:bodyPr/>
                    <a:lstStyle/>
                    <a:p>
                      <a:r>
                        <a:rPr lang="en-US" sz="1800" noProof="0" dirty="0">
                          <a:solidFill>
                            <a:schemeClr val="tx1"/>
                          </a:solidFill>
                        </a:rPr>
                        <a:t>Division</a:t>
                      </a:r>
                    </a:p>
                  </a:txBody>
                  <a:tcPr/>
                </a:tc>
                <a:tc>
                  <a:txBody>
                    <a:bodyPr/>
                    <a:lstStyle/>
                    <a:p>
                      <a:r>
                        <a:rPr lang="en-US" sz="700" noProof="0" dirty="0">
                          <a:solidFill>
                            <a:schemeClr val="tx1"/>
                          </a:solidFill>
                        </a:rPr>
                        <a:t>1.0 divided by 2.0.</a:t>
                      </a:r>
                      <a:endParaRPr lang="en-US" sz="1800" noProof="0" dirty="0">
                        <a:solidFill>
                          <a:schemeClr val="tx1"/>
                        </a:solidFill>
                      </a:endParaRPr>
                    </a:p>
                  </a:txBody>
                  <a:tcPr/>
                </a:tc>
                <a:tc>
                  <a:txBody>
                    <a:bodyPr/>
                    <a:lstStyle/>
                    <a:p>
                      <a:r>
                        <a:rPr lang="en-US" sz="1800" noProof="0" dirty="0">
                          <a:solidFill>
                            <a:schemeClr val="tx1"/>
                          </a:solidFill>
                        </a:rPr>
                        <a:t>0.5</a:t>
                      </a:r>
                    </a:p>
                  </a:txBody>
                  <a:tcPr/>
                </a:tc>
                <a:extLst>
                  <a:ext uri="{0D108BD9-81ED-4DB2-BD59-A6C34878D82A}">
                    <a16:rowId xmlns:a16="http://schemas.microsoft.com/office/drawing/2014/main" val="3881011483"/>
                  </a:ext>
                </a:extLst>
              </a:tr>
              <a:tr h="611461">
                <a:tc>
                  <a:txBody>
                    <a:bodyPr/>
                    <a:lstStyle/>
                    <a:p>
                      <a:r>
                        <a:rPr lang="en-US" sz="100" noProof="0" dirty="0">
                          <a:solidFill>
                            <a:schemeClr val="tx1"/>
                          </a:solidFill>
                        </a:rPr>
                        <a:t>symbol of modulo remainder</a:t>
                      </a:r>
                    </a:p>
                  </a:txBody>
                  <a:tcPr>
                    <a:lnB w="12700" cap="flat" cmpd="sng" algn="ctr">
                      <a:solidFill>
                        <a:schemeClr val="tx1"/>
                      </a:solidFill>
                      <a:prstDash val="solid"/>
                      <a:round/>
                      <a:headEnd type="none" w="med" len="med"/>
                      <a:tailEnd type="none" w="med" len="med"/>
                    </a:lnB>
                  </a:tcPr>
                </a:tc>
                <a:tc>
                  <a:txBody>
                    <a:bodyPr/>
                    <a:lstStyle/>
                    <a:p>
                      <a:r>
                        <a:rPr lang="en-US" sz="1800" noProof="0" dirty="0">
                          <a:solidFill>
                            <a:schemeClr val="tx1"/>
                          </a:solidFill>
                        </a:rPr>
                        <a:t>Remainder</a:t>
                      </a:r>
                    </a:p>
                  </a:txBody>
                  <a:tcPr>
                    <a:lnB w="12700" cap="flat" cmpd="sng" algn="ctr">
                      <a:solidFill>
                        <a:schemeClr val="tx1"/>
                      </a:solidFill>
                      <a:prstDash val="solid"/>
                      <a:round/>
                      <a:headEnd type="none" w="med" len="med"/>
                      <a:tailEnd type="none" w="med" len="med"/>
                    </a:lnB>
                  </a:tcPr>
                </a:tc>
                <a:tc>
                  <a:txBody>
                    <a:bodyPr/>
                    <a:lstStyle/>
                    <a:p>
                      <a:r>
                        <a:rPr lang="en-US" sz="500" noProof="0" dirty="0">
                          <a:solidFill>
                            <a:schemeClr val="tx1"/>
                          </a:solidFill>
                        </a:rPr>
                        <a:t>20 modulo remainder 3</a:t>
                      </a:r>
                    </a:p>
                  </a:txBody>
                  <a:tcPr>
                    <a:lnB w="12700" cap="flat" cmpd="sng" algn="ctr">
                      <a:solidFill>
                        <a:schemeClr val="tx1"/>
                      </a:solidFill>
                      <a:prstDash val="solid"/>
                      <a:round/>
                      <a:headEnd type="none" w="med" len="med"/>
                      <a:tailEnd type="none" w="med" len="med"/>
                    </a:lnB>
                  </a:tcPr>
                </a:tc>
                <a:tc>
                  <a:txBody>
                    <a:bodyPr/>
                    <a:lstStyle/>
                    <a:p>
                      <a:r>
                        <a:rPr lang="en-US" sz="1800" noProof="0" dirty="0">
                          <a:solidFill>
                            <a:schemeClr val="tx1"/>
                          </a:solidFill>
                        </a:rPr>
                        <a:t>2</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6526606"/>
                  </a:ext>
                </a:extLst>
              </a:tr>
            </a:tbl>
          </a:graphicData>
        </a:graphic>
      </p:graphicFrame>
      <p:graphicFrame>
        <p:nvGraphicFramePr>
          <p:cNvPr id="5" name="Object 4">
            <a:extLst>
              <a:ext uri="{FF2B5EF4-FFF2-40B4-BE49-F238E27FC236}">
                <a16:creationId xmlns:a16="http://schemas.microsoft.com/office/drawing/2014/main" id="{CB1871DB-1704-4978-9ED7-F4E2BEB2AC99}"/>
              </a:ext>
              <a:ext uri="{C183D7F6-B498-43B3-948B-1728B52AA6E4}">
                <adec:decorative xmlns:adec="http://schemas.microsoft.com/office/drawing/2017/decorative" val="1"/>
              </a:ext>
            </a:extLst>
          </p:cNvPr>
          <p:cNvGraphicFramePr>
            <a:graphicFrameLocks noChangeAspect="1"/>
          </p:cNvGraphicFramePr>
          <p:nvPr/>
        </p:nvGraphicFramePr>
        <p:xfrm>
          <a:off x="558046" y="3137261"/>
          <a:ext cx="165100" cy="127000"/>
        </p:xfrm>
        <a:graphic>
          <a:graphicData uri="http://schemas.openxmlformats.org/presentationml/2006/ole">
            <mc:AlternateContent xmlns:mc="http://schemas.openxmlformats.org/markup-compatibility/2006">
              <mc:Choice xmlns:v="urn:schemas-microsoft-com:vml" Requires="v">
                <p:oleObj name="Equation" r:id="rId2" imgW="164880" imgH="126720" progId="Equation.DSMT4">
                  <p:embed/>
                </p:oleObj>
              </mc:Choice>
              <mc:Fallback>
                <p:oleObj name="Equation" r:id="rId2" imgW="164880" imgH="126720" progId="Equation.DSMT4">
                  <p:embed/>
                  <p:pic>
                    <p:nvPicPr>
                      <p:cNvPr id="5" name="Object 4">
                        <a:extLst>
                          <a:ext uri="{FF2B5EF4-FFF2-40B4-BE49-F238E27FC236}">
                            <a16:creationId xmlns:a16="http://schemas.microsoft.com/office/drawing/2014/main" id="{CB1871DB-1704-4978-9ED7-F4E2BEB2AC99}"/>
                          </a:ext>
                          <a:ext uri="{C183D7F6-B498-43B3-948B-1728B52AA6E4}">
                            <adec:decorative xmlns:adec="http://schemas.microsoft.com/office/drawing/2017/decorative" val="1"/>
                          </a:ext>
                        </a:extLst>
                      </p:cNvPr>
                      <p:cNvPicPr/>
                      <p:nvPr/>
                    </p:nvPicPr>
                    <p:blipFill>
                      <a:blip r:embed="rId3"/>
                      <a:stretch>
                        <a:fillRect/>
                      </a:stretch>
                    </p:blipFill>
                    <p:spPr>
                      <a:xfrm>
                        <a:off x="558046" y="3137261"/>
                        <a:ext cx="165100" cy="127000"/>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F9392302-B395-4735-B91C-A1DC4C5DBBD9}"/>
              </a:ext>
              <a:ext uri="{C183D7F6-B498-43B3-948B-1728B52AA6E4}">
                <adec:decorative xmlns:adec="http://schemas.microsoft.com/office/drawing/2017/decorative" val="1"/>
              </a:ext>
            </a:extLst>
          </p:cNvPr>
          <p:cNvGraphicFramePr>
            <a:graphicFrameLocks noChangeAspect="1"/>
          </p:cNvGraphicFramePr>
          <p:nvPr/>
        </p:nvGraphicFramePr>
        <p:xfrm>
          <a:off x="4139446" y="2995021"/>
          <a:ext cx="977900" cy="228600"/>
        </p:xfrm>
        <a:graphic>
          <a:graphicData uri="http://schemas.openxmlformats.org/presentationml/2006/ole">
            <mc:AlternateContent xmlns:mc="http://schemas.openxmlformats.org/markup-compatibility/2006">
              <mc:Choice xmlns:v="urn:schemas-microsoft-com:vml" Requires="v">
                <p:oleObj name="Equation" r:id="rId4" imgW="977760" imgH="228600" progId="Equation.DSMT4">
                  <p:embed/>
                </p:oleObj>
              </mc:Choice>
              <mc:Fallback>
                <p:oleObj name="Equation" r:id="rId4" imgW="977760" imgH="228600" progId="Equation.DSMT4">
                  <p:embed/>
                  <p:pic>
                    <p:nvPicPr>
                      <p:cNvPr id="6" name="Object 5">
                        <a:extLst>
                          <a:ext uri="{FF2B5EF4-FFF2-40B4-BE49-F238E27FC236}">
                            <a16:creationId xmlns:a16="http://schemas.microsoft.com/office/drawing/2014/main" id="{F9392302-B395-4735-B91C-A1DC4C5DBBD9}"/>
                          </a:ext>
                          <a:ext uri="{C183D7F6-B498-43B3-948B-1728B52AA6E4}">
                            <adec:decorative xmlns:adec="http://schemas.microsoft.com/office/drawing/2017/decorative" val="1"/>
                          </a:ext>
                        </a:extLst>
                      </p:cNvPr>
                      <p:cNvPicPr/>
                      <p:nvPr/>
                    </p:nvPicPr>
                    <p:blipFill>
                      <a:blip r:embed="rId5"/>
                      <a:stretch>
                        <a:fillRect/>
                      </a:stretch>
                    </p:blipFill>
                    <p:spPr>
                      <a:xfrm>
                        <a:off x="4139446" y="2995021"/>
                        <a:ext cx="977900" cy="228600"/>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F9392302-B395-4735-B91C-A1DC4C5DBBD9}"/>
              </a:ext>
              <a:ext uri="{C183D7F6-B498-43B3-948B-1728B52AA6E4}">
                <adec:decorative xmlns:adec="http://schemas.microsoft.com/office/drawing/2017/decorative" val="1"/>
              </a:ext>
            </a:extLst>
          </p:cNvPr>
          <p:cNvGraphicFramePr>
            <a:graphicFrameLocks noChangeAspect="1"/>
          </p:cNvGraphicFramePr>
          <p:nvPr/>
        </p:nvGraphicFramePr>
        <p:xfrm>
          <a:off x="4136906" y="3575306"/>
          <a:ext cx="850900" cy="228600"/>
        </p:xfrm>
        <a:graphic>
          <a:graphicData uri="http://schemas.openxmlformats.org/presentationml/2006/ole">
            <mc:AlternateContent xmlns:mc="http://schemas.openxmlformats.org/markup-compatibility/2006">
              <mc:Choice xmlns:v="urn:schemas-microsoft-com:vml" Requires="v">
                <p:oleObj name="Equation" r:id="rId6" imgW="850680" imgH="228600" progId="Equation.DSMT4">
                  <p:embed/>
                </p:oleObj>
              </mc:Choice>
              <mc:Fallback>
                <p:oleObj name="Equation" r:id="rId6" imgW="850680" imgH="228600" progId="Equation.DSMT4">
                  <p:embed/>
                  <p:pic>
                    <p:nvPicPr>
                      <p:cNvPr id="9" name="Object 8">
                        <a:extLst>
                          <a:ext uri="{FF2B5EF4-FFF2-40B4-BE49-F238E27FC236}">
                            <a16:creationId xmlns:a16="http://schemas.microsoft.com/office/drawing/2014/main" id="{F9392302-B395-4735-B91C-A1DC4C5DBBD9}"/>
                          </a:ext>
                          <a:ext uri="{C183D7F6-B498-43B3-948B-1728B52AA6E4}">
                            <adec:decorative xmlns:adec="http://schemas.microsoft.com/office/drawing/2017/decorative" val="1"/>
                          </a:ext>
                        </a:extLst>
                      </p:cNvPr>
                      <p:cNvPicPr/>
                      <p:nvPr/>
                    </p:nvPicPr>
                    <p:blipFill>
                      <a:blip r:embed="rId7"/>
                      <a:stretch>
                        <a:fillRect/>
                      </a:stretch>
                    </p:blipFill>
                    <p:spPr>
                      <a:xfrm>
                        <a:off x="4136906" y="3575306"/>
                        <a:ext cx="850900" cy="228600"/>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59F1A045-A65E-47F2-B95B-BE53B5C1F61A}"/>
              </a:ext>
              <a:ext uri="{C183D7F6-B498-43B3-948B-1728B52AA6E4}">
                <adec:decorative xmlns:adec="http://schemas.microsoft.com/office/drawing/2017/decorative" val="1"/>
              </a:ext>
            </a:extLst>
          </p:cNvPr>
          <p:cNvGraphicFramePr>
            <a:graphicFrameLocks noChangeAspect="1"/>
          </p:cNvGraphicFramePr>
          <p:nvPr/>
        </p:nvGraphicFramePr>
        <p:xfrm>
          <a:off x="577096" y="4183379"/>
          <a:ext cx="127000" cy="215900"/>
        </p:xfrm>
        <a:graphic>
          <a:graphicData uri="http://schemas.openxmlformats.org/presentationml/2006/ole">
            <mc:AlternateContent xmlns:mc="http://schemas.openxmlformats.org/markup-compatibility/2006">
              <mc:Choice xmlns:v="urn:schemas-microsoft-com:vml" Requires="v">
                <p:oleObj name="Equation" r:id="rId8" imgW="126720" imgH="215640" progId="Equation.DSMT4">
                  <p:embed/>
                </p:oleObj>
              </mc:Choice>
              <mc:Fallback>
                <p:oleObj name="Equation" r:id="rId8" imgW="126720" imgH="215640" progId="Equation.DSMT4">
                  <p:embed/>
                  <p:pic>
                    <p:nvPicPr>
                      <p:cNvPr id="7" name="Object 6">
                        <a:extLst>
                          <a:ext uri="{FF2B5EF4-FFF2-40B4-BE49-F238E27FC236}">
                            <a16:creationId xmlns:a16="http://schemas.microsoft.com/office/drawing/2014/main" id="{59F1A045-A65E-47F2-B95B-BE53B5C1F61A}"/>
                          </a:ext>
                          <a:ext uri="{C183D7F6-B498-43B3-948B-1728B52AA6E4}">
                            <adec:decorative xmlns:adec="http://schemas.microsoft.com/office/drawing/2017/decorative" val="1"/>
                          </a:ext>
                        </a:extLst>
                      </p:cNvPr>
                      <p:cNvPicPr/>
                      <p:nvPr/>
                    </p:nvPicPr>
                    <p:blipFill>
                      <a:blip r:embed="rId9"/>
                      <a:stretch>
                        <a:fillRect/>
                      </a:stretch>
                    </p:blipFill>
                    <p:spPr>
                      <a:xfrm>
                        <a:off x="577096" y="4183379"/>
                        <a:ext cx="127000" cy="215900"/>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7D502847-108D-4B5E-8E30-FE0C1A4001B2}"/>
              </a:ext>
              <a:ext uri="{C183D7F6-B498-43B3-948B-1728B52AA6E4}">
                <adec:decorative xmlns:adec="http://schemas.microsoft.com/office/drawing/2017/decorative" val="1"/>
              </a:ext>
            </a:extLst>
          </p:cNvPr>
          <p:cNvGraphicFramePr>
            <a:graphicFrameLocks noChangeAspect="1"/>
          </p:cNvGraphicFramePr>
          <p:nvPr/>
        </p:nvGraphicFramePr>
        <p:xfrm>
          <a:off x="4175732" y="4199707"/>
          <a:ext cx="825500" cy="228600"/>
        </p:xfrm>
        <a:graphic>
          <a:graphicData uri="http://schemas.openxmlformats.org/presentationml/2006/ole">
            <mc:AlternateContent xmlns:mc="http://schemas.openxmlformats.org/markup-compatibility/2006">
              <mc:Choice xmlns:v="urn:schemas-microsoft-com:vml" Requires="v">
                <p:oleObj name="Equation" r:id="rId10" imgW="825480" imgH="228600" progId="Equation.DSMT4">
                  <p:embed/>
                </p:oleObj>
              </mc:Choice>
              <mc:Fallback>
                <p:oleObj name="Equation" r:id="rId10" imgW="825480" imgH="228600" progId="Equation.DSMT4">
                  <p:embed/>
                  <p:pic>
                    <p:nvPicPr>
                      <p:cNvPr id="8" name="Object 7">
                        <a:extLst>
                          <a:ext uri="{FF2B5EF4-FFF2-40B4-BE49-F238E27FC236}">
                            <a16:creationId xmlns:a16="http://schemas.microsoft.com/office/drawing/2014/main" id="{7D502847-108D-4B5E-8E30-FE0C1A4001B2}"/>
                          </a:ext>
                          <a:ext uri="{C183D7F6-B498-43B3-948B-1728B52AA6E4}">
                            <adec:decorative xmlns:adec="http://schemas.microsoft.com/office/drawing/2017/decorative" val="1"/>
                          </a:ext>
                        </a:extLst>
                      </p:cNvPr>
                      <p:cNvPicPr/>
                      <p:nvPr/>
                    </p:nvPicPr>
                    <p:blipFill>
                      <a:blip r:embed="rId11"/>
                      <a:stretch>
                        <a:fillRect/>
                      </a:stretch>
                    </p:blipFill>
                    <p:spPr>
                      <a:xfrm>
                        <a:off x="4175732" y="4199707"/>
                        <a:ext cx="825500" cy="22860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59F1A045-A65E-47F2-B95B-BE53B5C1F61A}"/>
              </a:ext>
              <a:ext uri="{C183D7F6-B498-43B3-948B-1728B52AA6E4}">
                <adec:decorative xmlns:adec="http://schemas.microsoft.com/office/drawing/2017/decorative" val="1"/>
              </a:ext>
            </a:extLst>
          </p:cNvPr>
          <p:cNvGraphicFramePr>
            <a:graphicFrameLocks noChangeAspect="1"/>
          </p:cNvGraphicFramePr>
          <p:nvPr/>
        </p:nvGraphicFramePr>
        <p:xfrm>
          <a:off x="511782" y="4799691"/>
          <a:ext cx="228600" cy="241300"/>
        </p:xfrm>
        <a:graphic>
          <a:graphicData uri="http://schemas.openxmlformats.org/presentationml/2006/ole">
            <mc:AlternateContent xmlns:mc="http://schemas.openxmlformats.org/markup-compatibility/2006">
              <mc:Choice xmlns:v="urn:schemas-microsoft-com:vml" Requires="v">
                <p:oleObj name="Equation" r:id="rId12" imgW="228600" imgH="241200" progId="Equation.DSMT4">
                  <p:embed/>
                </p:oleObj>
              </mc:Choice>
              <mc:Fallback>
                <p:oleObj name="Equation" r:id="rId12" imgW="228600" imgH="241200" progId="Equation.DSMT4">
                  <p:embed/>
                  <p:pic>
                    <p:nvPicPr>
                      <p:cNvPr id="10" name="Object 9">
                        <a:extLst>
                          <a:ext uri="{FF2B5EF4-FFF2-40B4-BE49-F238E27FC236}">
                            <a16:creationId xmlns:a16="http://schemas.microsoft.com/office/drawing/2014/main" id="{59F1A045-A65E-47F2-B95B-BE53B5C1F61A}"/>
                          </a:ext>
                          <a:ext uri="{C183D7F6-B498-43B3-948B-1728B52AA6E4}">
                            <adec:decorative xmlns:adec="http://schemas.microsoft.com/office/drawing/2017/decorative" val="1"/>
                          </a:ext>
                        </a:extLst>
                      </p:cNvPr>
                      <p:cNvPicPr/>
                      <p:nvPr/>
                    </p:nvPicPr>
                    <p:blipFill>
                      <a:blip r:embed="rId13"/>
                      <a:stretch>
                        <a:fillRect/>
                      </a:stretch>
                    </p:blipFill>
                    <p:spPr>
                      <a:xfrm>
                        <a:off x="511782" y="4799691"/>
                        <a:ext cx="228600" cy="2413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7D502847-108D-4B5E-8E30-FE0C1A4001B2}"/>
              </a:ext>
              <a:ext uri="{C183D7F6-B498-43B3-948B-1728B52AA6E4}">
                <adec:decorative xmlns:adec="http://schemas.microsoft.com/office/drawing/2017/decorative" val="1"/>
              </a:ext>
            </a:extLst>
          </p:cNvPr>
          <p:cNvGraphicFramePr>
            <a:graphicFrameLocks noChangeAspect="1"/>
          </p:cNvGraphicFramePr>
          <p:nvPr/>
        </p:nvGraphicFramePr>
        <p:xfrm>
          <a:off x="4161671" y="4820646"/>
          <a:ext cx="774700" cy="241300"/>
        </p:xfrm>
        <a:graphic>
          <a:graphicData uri="http://schemas.openxmlformats.org/presentationml/2006/ole">
            <mc:AlternateContent xmlns:mc="http://schemas.openxmlformats.org/markup-compatibility/2006">
              <mc:Choice xmlns:v="urn:schemas-microsoft-com:vml" Requires="v">
                <p:oleObj name="Equation" r:id="rId14" imgW="774360" imgH="241200" progId="Equation.DSMT4">
                  <p:embed/>
                </p:oleObj>
              </mc:Choice>
              <mc:Fallback>
                <p:oleObj name="Equation" r:id="rId14" imgW="774360" imgH="241200" progId="Equation.DSMT4">
                  <p:embed/>
                  <p:pic>
                    <p:nvPicPr>
                      <p:cNvPr id="11" name="Object 10">
                        <a:extLst>
                          <a:ext uri="{FF2B5EF4-FFF2-40B4-BE49-F238E27FC236}">
                            <a16:creationId xmlns:a16="http://schemas.microsoft.com/office/drawing/2014/main" id="{7D502847-108D-4B5E-8E30-FE0C1A4001B2}"/>
                          </a:ext>
                          <a:ext uri="{C183D7F6-B498-43B3-948B-1728B52AA6E4}">
                            <adec:decorative xmlns:adec="http://schemas.microsoft.com/office/drawing/2017/decorative" val="1"/>
                          </a:ext>
                        </a:extLst>
                      </p:cNvPr>
                      <p:cNvPicPr/>
                      <p:nvPr/>
                    </p:nvPicPr>
                    <p:blipFill>
                      <a:blip r:embed="rId15"/>
                      <a:stretch>
                        <a:fillRect/>
                      </a:stretch>
                    </p:blipFill>
                    <p:spPr>
                      <a:xfrm>
                        <a:off x="4161671" y="4820646"/>
                        <a:ext cx="774700" cy="2413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8516929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Operator Precedence</a:t>
            </a:r>
          </a:p>
        </p:txBody>
      </p:sp>
      <p:sp>
        <p:nvSpPr>
          <p:cNvPr id="11" name="Content Placeholder 10"/>
          <p:cNvSpPr>
            <a:spLocks noGrp="1"/>
          </p:cNvSpPr>
          <p:nvPr>
            <p:ph idx="1"/>
          </p:nvPr>
        </p:nvSpPr>
        <p:spPr>
          <a:xfrm>
            <a:off x="1962933" y="1781535"/>
            <a:ext cx="6773205" cy="4847170"/>
          </a:xfrm>
        </p:spPr>
        <p:txBody>
          <a:bodyPr>
            <a:normAutofit fontScale="92500" lnSpcReduction="20000"/>
          </a:bodyPr>
          <a:lstStyle/>
          <a:p>
            <a:pPr marL="0" indent="0">
              <a:buNone/>
            </a:pPr>
            <a:r>
              <a:rPr lang="en-US" sz="2600" dirty="0"/>
              <a:t>( ) 				parentheses</a:t>
            </a:r>
          </a:p>
          <a:p>
            <a:pPr marL="0" indent="0">
              <a:buNone/>
            </a:pPr>
            <a:endParaRPr lang="en-US" sz="2000" dirty="0"/>
          </a:p>
          <a:p>
            <a:pPr marL="0" indent="0">
              <a:buNone/>
            </a:pPr>
            <a:r>
              <a:rPr lang="en-US" sz="2600" dirty="0"/>
              <a:t>*, /, %			multiplication, division, mod</a:t>
            </a:r>
          </a:p>
          <a:p>
            <a:pPr marL="0" indent="0">
              <a:buNone/>
            </a:pPr>
            <a:endParaRPr lang="en-US" sz="2000" dirty="0"/>
          </a:p>
          <a:p>
            <a:pPr marL="0" indent="0">
              <a:buNone/>
            </a:pPr>
            <a:r>
              <a:rPr lang="en-US" sz="2600" dirty="0"/>
              <a:t>+, -			addition, subtraction</a:t>
            </a:r>
          </a:p>
          <a:p>
            <a:pPr marL="0" indent="0">
              <a:buNone/>
            </a:pPr>
            <a:endParaRPr lang="en-US" sz="2000" dirty="0"/>
          </a:p>
          <a:p>
            <a:pPr marL="0" indent="0">
              <a:buNone/>
            </a:pPr>
            <a:r>
              <a:rPr lang="en-US" sz="2600" dirty="0"/>
              <a:t>=				assignment</a:t>
            </a:r>
          </a:p>
          <a:p>
            <a:pPr marL="0" indent="0">
              <a:buNone/>
            </a:pPr>
            <a:endParaRPr lang="en-US" sz="1800" dirty="0"/>
          </a:p>
          <a:p>
            <a:pPr marL="0" indent="0">
              <a:buNone/>
            </a:pPr>
            <a:endParaRPr lang="en-US" sz="2200" i="1" dirty="0"/>
          </a:p>
          <a:p>
            <a:pPr marL="0" indent="0" algn="r">
              <a:buNone/>
            </a:pPr>
            <a:r>
              <a:rPr lang="en-US" sz="2200" i="1" dirty="0"/>
              <a:t>For binary operators, if both operands are </a:t>
            </a:r>
            <a:r>
              <a:rPr lang="en-US" sz="2200" b="1" i="1" dirty="0" err="1">
                <a:latin typeface="Consolas" charset="0"/>
                <a:ea typeface="Consolas" charset="0"/>
                <a:cs typeface="Consolas" charset="0"/>
              </a:rPr>
              <a:t>int</a:t>
            </a:r>
            <a:r>
              <a:rPr lang="en-US" sz="2200" i="1" dirty="0"/>
              <a:t> values, then the result is an </a:t>
            </a:r>
            <a:r>
              <a:rPr lang="en-US" sz="2200" b="1" i="1" dirty="0" err="1">
                <a:latin typeface="Consolas" charset="0"/>
                <a:ea typeface="Consolas" charset="0"/>
                <a:cs typeface="Consolas" charset="0"/>
              </a:rPr>
              <a:t>int</a:t>
            </a:r>
            <a:r>
              <a:rPr lang="en-US" sz="2200" i="1" dirty="0"/>
              <a:t> value; else </a:t>
            </a:r>
            <a:r>
              <a:rPr lang="en-US" sz="2200" b="1" i="1" dirty="0">
                <a:latin typeface="Consolas" charset="0"/>
                <a:ea typeface="Consolas" charset="0"/>
                <a:cs typeface="Consolas" charset="0"/>
              </a:rPr>
              <a:t>double</a:t>
            </a:r>
          </a:p>
          <a:p>
            <a:pPr marL="0" indent="0">
              <a:buNone/>
            </a:pPr>
            <a:endParaRPr lang="en-US" sz="2600" dirty="0"/>
          </a:p>
        </p:txBody>
      </p:sp>
      <p:cxnSp>
        <p:nvCxnSpPr>
          <p:cNvPr id="12" name="Straight Arrow Connector 11"/>
          <p:cNvCxnSpPr>
            <a:endCxn id="14" idx="0"/>
          </p:cNvCxnSpPr>
          <p:nvPr/>
        </p:nvCxnSpPr>
        <p:spPr bwMode="auto">
          <a:xfrm flipH="1">
            <a:off x="1235166" y="1828610"/>
            <a:ext cx="15616" cy="3720097"/>
          </a:xfrm>
          <a:prstGeom prst="straightConnector1">
            <a:avLst/>
          </a:prstGeom>
          <a:solidFill>
            <a:srgbClr val="00B8FF"/>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a:off x="457549" y="1088637"/>
            <a:ext cx="1555234" cy="830997"/>
          </a:xfrm>
          <a:prstGeom prst="rect">
            <a:avLst/>
          </a:prstGeom>
          <a:noFill/>
        </p:spPr>
        <p:txBody>
          <a:bodyPr wrap="none" rtlCol="0">
            <a:spAutoFit/>
          </a:bodyPr>
          <a:lstStyle/>
          <a:p>
            <a:pPr algn="ctr"/>
            <a:r>
              <a:rPr lang="en-US" sz="2400" dirty="0"/>
              <a:t>Evaluated</a:t>
            </a:r>
          </a:p>
          <a:p>
            <a:pPr algn="ctr"/>
            <a:r>
              <a:rPr lang="en-US" sz="2400" dirty="0"/>
              <a:t>First</a:t>
            </a:r>
          </a:p>
        </p:txBody>
      </p:sp>
      <p:sp>
        <p:nvSpPr>
          <p:cNvPr id="14" name="TextBox 13"/>
          <p:cNvSpPr txBox="1"/>
          <p:nvPr/>
        </p:nvSpPr>
        <p:spPr>
          <a:xfrm>
            <a:off x="457549" y="5548707"/>
            <a:ext cx="1555234" cy="830997"/>
          </a:xfrm>
          <a:prstGeom prst="rect">
            <a:avLst/>
          </a:prstGeom>
          <a:noFill/>
        </p:spPr>
        <p:txBody>
          <a:bodyPr wrap="none" rtlCol="0">
            <a:spAutoFit/>
          </a:bodyPr>
          <a:lstStyle/>
          <a:p>
            <a:pPr algn="ctr"/>
            <a:r>
              <a:rPr lang="en-US" sz="2400" dirty="0"/>
              <a:t>Evaluated</a:t>
            </a:r>
          </a:p>
          <a:p>
            <a:pPr algn="ctr"/>
            <a:r>
              <a:rPr lang="en-US" sz="2400" dirty="0"/>
              <a:t>Last</a:t>
            </a:r>
          </a:p>
        </p:txBody>
      </p:sp>
    </p:spTree>
    <p:extLst>
      <p:ext uri="{BB962C8B-B14F-4D97-AF65-F5344CB8AC3E}">
        <p14:creationId xmlns:p14="http://schemas.microsoft.com/office/powerpoint/2010/main" val="3421707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6BA3F-E561-4289-BAFE-22E3407E4F78}"/>
              </a:ext>
            </a:extLst>
          </p:cNvPr>
          <p:cNvSpPr>
            <a:spLocks noGrp="1"/>
          </p:cNvSpPr>
          <p:nvPr>
            <p:ph type="title"/>
          </p:nvPr>
        </p:nvSpPr>
        <p:spPr/>
        <p:txBody>
          <a:bodyPr/>
          <a:lstStyle/>
          <a:p>
            <a:r>
              <a:rPr lang="en-US" noProof="0" dirty="0"/>
              <a:t>Integer Division</a:t>
            </a:r>
          </a:p>
        </p:txBody>
      </p:sp>
      <p:sp>
        <p:nvSpPr>
          <p:cNvPr id="4" name="Content Placeholder 3">
            <a:extLst>
              <a:ext uri="{FF2B5EF4-FFF2-40B4-BE49-F238E27FC236}">
                <a16:creationId xmlns:a16="http://schemas.microsoft.com/office/drawing/2014/main" id="{E9BB3789-86DE-4146-89B0-1850EA735545}"/>
              </a:ext>
            </a:extLst>
          </p:cNvPr>
          <p:cNvSpPr>
            <a:spLocks noGrp="1"/>
          </p:cNvSpPr>
          <p:nvPr>
            <p:ph sz="quarter" idx="13"/>
          </p:nvPr>
        </p:nvSpPr>
        <p:spPr>
          <a:xfrm>
            <a:off x="457201" y="1552575"/>
            <a:ext cx="468000" cy="501650"/>
          </a:xfrm>
        </p:spPr>
        <p:txBody>
          <a:bodyPr rIns="0" bIns="0"/>
          <a:lstStyle/>
          <a:p>
            <a:pPr marL="432" indent="0">
              <a:buNone/>
            </a:pPr>
            <a:r>
              <a:rPr lang="en-US" noProof="0" dirty="0"/>
              <a:t>+,</a:t>
            </a:r>
          </a:p>
        </p:txBody>
      </p:sp>
      <p:graphicFrame>
        <p:nvGraphicFramePr>
          <p:cNvPr id="8" name="Object 7" descr="Minus,">
            <a:extLst>
              <a:ext uri="{FF2B5EF4-FFF2-40B4-BE49-F238E27FC236}">
                <a16:creationId xmlns:a16="http://schemas.microsoft.com/office/drawing/2014/main" id="{2FE59F33-4EBF-4680-8E8B-0DEAD5777C55}"/>
              </a:ext>
            </a:extLst>
          </p:cNvPr>
          <p:cNvGraphicFramePr>
            <a:graphicFrameLocks noChangeAspect="1"/>
          </p:cNvGraphicFramePr>
          <p:nvPr/>
        </p:nvGraphicFramePr>
        <p:xfrm>
          <a:off x="1011819" y="1804814"/>
          <a:ext cx="266700" cy="190500"/>
        </p:xfrm>
        <a:graphic>
          <a:graphicData uri="http://schemas.openxmlformats.org/presentationml/2006/ole">
            <mc:AlternateContent xmlns:mc="http://schemas.openxmlformats.org/markup-compatibility/2006">
              <mc:Choice xmlns:v="urn:schemas-microsoft-com:vml" Requires="v">
                <p:oleObj name="Equation" r:id="rId2" imgW="266400" imgH="190440" progId="Equation.DSMT4">
                  <p:embed/>
                </p:oleObj>
              </mc:Choice>
              <mc:Fallback>
                <p:oleObj name="Equation" r:id="rId2" imgW="266400" imgH="190440" progId="Equation.DSMT4">
                  <p:embed/>
                  <p:pic>
                    <p:nvPicPr>
                      <p:cNvPr id="8" name="Object 7" descr="Minus,">
                        <a:extLst>
                          <a:ext uri="{FF2B5EF4-FFF2-40B4-BE49-F238E27FC236}">
                            <a16:creationId xmlns:a16="http://schemas.microsoft.com/office/drawing/2014/main" id="{2FE59F33-4EBF-4680-8E8B-0DEAD5777C55}"/>
                          </a:ext>
                        </a:extLst>
                      </p:cNvPr>
                      <p:cNvPicPr/>
                      <p:nvPr/>
                    </p:nvPicPr>
                    <p:blipFill>
                      <a:blip r:embed="rId3"/>
                      <a:stretch>
                        <a:fillRect/>
                      </a:stretch>
                    </p:blipFill>
                    <p:spPr>
                      <a:xfrm>
                        <a:off x="1011819" y="1804814"/>
                        <a:ext cx="266700" cy="1905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09CF975-54DB-4528-ACC4-30B3E3B223CA}"/>
              </a:ext>
            </a:extLst>
          </p:cNvPr>
          <p:cNvSpPr>
            <a:spLocks noGrp="1"/>
          </p:cNvSpPr>
          <p:nvPr>
            <p:ph sz="quarter" idx="14"/>
          </p:nvPr>
        </p:nvSpPr>
        <p:spPr>
          <a:xfrm>
            <a:off x="1377586" y="1552575"/>
            <a:ext cx="4011769" cy="511356"/>
          </a:xfrm>
        </p:spPr>
        <p:txBody>
          <a:bodyPr lIns="0" bIns="0"/>
          <a:lstStyle/>
          <a:p>
            <a:pPr marL="432" indent="0">
              <a:buNone/>
            </a:pPr>
            <a:r>
              <a:rPr lang="en-US" noProof="0" dirty="0"/>
              <a:t>*, /, and %</a:t>
            </a:r>
          </a:p>
        </p:txBody>
      </p:sp>
      <p:graphicFrame>
        <p:nvGraphicFramePr>
          <p:cNvPr id="3" name="Object 2" descr="5 over 2">
            <a:extLst>
              <a:ext uri="{FF2B5EF4-FFF2-40B4-BE49-F238E27FC236}">
                <a16:creationId xmlns:a16="http://schemas.microsoft.com/office/drawing/2014/main" id="{9D30CA18-EB4B-40C5-BBAE-3F05F2E854C5}"/>
              </a:ext>
            </a:extLst>
          </p:cNvPr>
          <p:cNvGraphicFramePr>
            <a:graphicFrameLocks noChangeAspect="1"/>
          </p:cNvGraphicFramePr>
          <p:nvPr/>
        </p:nvGraphicFramePr>
        <p:xfrm>
          <a:off x="519809" y="2281096"/>
          <a:ext cx="584200" cy="292100"/>
        </p:xfrm>
        <a:graphic>
          <a:graphicData uri="http://schemas.openxmlformats.org/presentationml/2006/ole">
            <mc:AlternateContent xmlns:mc="http://schemas.openxmlformats.org/markup-compatibility/2006">
              <mc:Choice xmlns:v="urn:schemas-microsoft-com:vml" Requires="v">
                <p:oleObj name="Equation" r:id="rId4" imgW="583920" imgH="291960" progId="Equation.DSMT4">
                  <p:embed/>
                </p:oleObj>
              </mc:Choice>
              <mc:Fallback>
                <p:oleObj name="Equation" r:id="rId4" imgW="583920" imgH="291960" progId="Equation.DSMT4">
                  <p:embed/>
                  <p:pic>
                    <p:nvPicPr>
                      <p:cNvPr id="3" name="Object 2" descr="5 over 2">
                        <a:extLst>
                          <a:ext uri="{FF2B5EF4-FFF2-40B4-BE49-F238E27FC236}">
                            <a16:creationId xmlns:a16="http://schemas.microsoft.com/office/drawing/2014/main" id="{9D30CA18-EB4B-40C5-BBAE-3F05F2E854C5}"/>
                          </a:ext>
                        </a:extLst>
                      </p:cNvPr>
                      <p:cNvPicPr/>
                      <p:nvPr/>
                    </p:nvPicPr>
                    <p:blipFill>
                      <a:blip r:embed="rId5"/>
                      <a:stretch>
                        <a:fillRect/>
                      </a:stretch>
                    </p:blipFill>
                    <p:spPr>
                      <a:xfrm>
                        <a:off x="519809" y="2281096"/>
                        <a:ext cx="584200" cy="292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1682E23F-B804-46F4-8946-7E3D8B34973E}"/>
              </a:ext>
            </a:extLst>
          </p:cNvPr>
          <p:cNvSpPr>
            <a:spLocks noGrp="1"/>
          </p:cNvSpPr>
          <p:nvPr>
            <p:ph sz="quarter" idx="15"/>
          </p:nvPr>
        </p:nvSpPr>
        <p:spPr>
          <a:xfrm>
            <a:off x="1202651" y="2236231"/>
            <a:ext cx="4011769" cy="415924"/>
          </a:xfrm>
        </p:spPr>
        <p:txBody>
          <a:bodyPr lIns="0" tIns="0" rIns="90000" bIns="0"/>
          <a:lstStyle/>
          <a:p>
            <a:pPr marL="432" indent="0">
              <a:buNone/>
            </a:pPr>
            <a:r>
              <a:rPr lang="en-US" noProof="0" dirty="0"/>
              <a:t>yields an integer 2.</a:t>
            </a:r>
          </a:p>
        </p:txBody>
      </p:sp>
      <p:graphicFrame>
        <p:nvGraphicFramePr>
          <p:cNvPr id="7" name="Object 6" descr="5.0 over 2">
            <a:extLst>
              <a:ext uri="{FF2B5EF4-FFF2-40B4-BE49-F238E27FC236}">
                <a16:creationId xmlns:a16="http://schemas.microsoft.com/office/drawing/2014/main" id="{975AE45D-3826-424D-95F1-4839B278DD1D}"/>
              </a:ext>
            </a:extLst>
          </p:cNvPr>
          <p:cNvGraphicFramePr>
            <a:graphicFrameLocks noChangeAspect="1"/>
          </p:cNvGraphicFramePr>
          <p:nvPr/>
        </p:nvGraphicFramePr>
        <p:xfrm>
          <a:off x="521805" y="2891119"/>
          <a:ext cx="838200" cy="292100"/>
        </p:xfrm>
        <a:graphic>
          <a:graphicData uri="http://schemas.openxmlformats.org/presentationml/2006/ole">
            <mc:AlternateContent xmlns:mc="http://schemas.openxmlformats.org/markup-compatibility/2006">
              <mc:Choice xmlns:v="urn:schemas-microsoft-com:vml" Requires="v">
                <p:oleObj name="Equation" r:id="rId6" imgW="838080" imgH="291960" progId="Equation.DSMT4">
                  <p:embed/>
                </p:oleObj>
              </mc:Choice>
              <mc:Fallback>
                <p:oleObj name="Equation" r:id="rId6" imgW="838080" imgH="291960" progId="Equation.DSMT4">
                  <p:embed/>
                  <p:pic>
                    <p:nvPicPr>
                      <p:cNvPr id="7" name="Object 6" descr="5.0 over 2">
                        <a:extLst>
                          <a:ext uri="{FF2B5EF4-FFF2-40B4-BE49-F238E27FC236}">
                            <a16:creationId xmlns:a16="http://schemas.microsoft.com/office/drawing/2014/main" id="{975AE45D-3826-424D-95F1-4839B278DD1D}"/>
                          </a:ext>
                        </a:extLst>
                      </p:cNvPr>
                      <p:cNvPicPr/>
                      <p:nvPr/>
                    </p:nvPicPr>
                    <p:blipFill>
                      <a:blip r:embed="rId7"/>
                      <a:stretch>
                        <a:fillRect/>
                      </a:stretch>
                    </p:blipFill>
                    <p:spPr>
                      <a:xfrm>
                        <a:off x="521805" y="2891119"/>
                        <a:ext cx="838200" cy="2921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18519F1A-225A-4B93-A32C-0036E0666A77}"/>
              </a:ext>
            </a:extLst>
          </p:cNvPr>
          <p:cNvSpPr>
            <a:spLocks noGrp="1"/>
          </p:cNvSpPr>
          <p:nvPr>
            <p:ph sz="quarter" idx="16"/>
          </p:nvPr>
        </p:nvSpPr>
        <p:spPr>
          <a:xfrm>
            <a:off x="1459454" y="2854346"/>
            <a:ext cx="4011769" cy="423702"/>
          </a:xfrm>
        </p:spPr>
        <p:txBody>
          <a:bodyPr lIns="0" tIns="0" bIns="0"/>
          <a:lstStyle/>
          <a:p>
            <a:pPr marL="432" indent="0">
              <a:buNone/>
            </a:pPr>
            <a:r>
              <a:rPr lang="en-US" noProof="0" dirty="0"/>
              <a:t>yields a double value 2.5</a:t>
            </a:r>
          </a:p>
        </p:txBody>
      </p:sp>
      <p:sp>
        <p:nvSpPr>
          <p:cNvPr id="10" name="Content Placeholder 9">
            <a:extLst>
              <a:ext uri="{FF2B5EF4-FFF2-40B4-BE49-F238E27FC236}">
                <a16:creationId xmlns:a16="http://schemas.microsoft.com/office/drawing/2014/main" id="{E6282EDC-11C8-4CA5-B88D-772D901082CF}"/>
              </a:ext>
            </a:extLst>
          </p:cNvPr>
          <p:cNvSpPr>
            <a:spLocks noGrp="1"/>
          </p:cNvSpPr>
          <p:nvPr>
            <p:ph sz="quarter" idx="17"/>
          </p:nvPr>
        </p:nvSpPr>
        <p:spPr>
          <a:xfrm>
            <a:off x="468313" y="3390851"/>
            <a:ext cx="7920943" cy="432000"/>
          </a:xfrm>
        </p:spPr>
        <p:txBody>
          <a:bodyPr tIns="0"/>
          <a:lstStyle/>
          <a:p>
            <a:pPr marL="432" indent="0">
              <a:buNone/>
            </a:pPr>
            <a:r>
              <a:rPr lang="en-US" noProof="0" dirty="0"/>
              <a:t>5 % 2 yields 1 (the remainder of the division)</a:t>
            </a:r>
          </a:p>
        </p:txBody>
      </p:sp>
    </p:spTree>
    <p:extLst>
      <p:ext uri="{BB962C8B-B14F-4D97-AF65-F5344CB8AC3E}">
        <p14:creationId xmlns:p14="http://schemas.microsoft.com/office/powerpoint/2010/main" val="1763137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BC82-29C9-4BB9-9CCF-62F04F851C3D}"/>
              </a:ext>
            </a:extLst>
          </p:cNvPr>
          <p:cNvSpPr>
            <a:spLocks noGrp="1"/>
          </p:cNvSpPr>
          <p:nvPr>
            <p:ph type="title"/>
          </p:nvPr>
        </p:nvSpPr>
        <p:spPr/>
        <p:txBody>
          <a:bodyPr/>
          <a:lstStyle/>
          <a:p>
            <a:r>
              <a:rPr lang="en-US" noProof="0" dirty="0"/>
              <a:t>Problem: Displaying Time</a:t>
            </a:r>
          </a:p>
        </p:txBody>
      </p:sp>
      <p:sp>
        <p:nvSpPr>
          <p:cNvPr id="3" name="Content Placeholder 2">
            <a:extLst>
              <a:ext uri="{FF2B5EF4-FFF2-40B4-BE49-F238E27FC236}">
                <a16:creationId xmlns:a16="http://schemas.microsoft.com/office/drawing/2014/main" id="{8DD3335D-6F52-4CA8-B025-621E5D12982F}"/>
              </a:ext>
            </a:extLst>
          </p:cNvPr>
          <p:cNvSpPr>
            <a:spLocks noGrp="1"/>
          </p:cNvSpPr>
          <p:nvPr>
            <p:ph sz="quarter" idx="13"/>
          </p:nvPr>
        </p:nvSpPr>
        <p:spPr>
          <a:xfrm>
            <a:off x="457200" y="1552573"/>
            <a:ext cx="8229600" cy="1146559"/>
          </a:xfrm>
        </p:spPr>
        <p:txBody>
          <a:bodyPr/>
          <a:lstStyle/>
          <a:p>
            <a:pPr marL="432" indent="0">
              <a:buNone/>
            </a:pPr>
            <a:r>
              <a:rPr lang="en-US" noProof="0" dirty="0"/>
              <a:t>Write a program that obtains minutes and remaining seconds from seconds.</a:t>
            </a:r>
          </a:p>
        </p:txBody>
      </p:sp>
      <p:sp>
        <p:nvSpPr>
          <p:cNvPr id="10" name="Text Placeholder 9">
            <a:extLst>
              <a:ext uri="{FF2B5EF4-FFF2-40B4-BE49-F238E27FC236}">
                <a16:creationId xmlns:a16="http://schemas.microsoft.com/office/drawing/2014/main" id="{43D9E169-3D1E-4420-B784-15C592EB726B}"/>
              </a:ext>
            </a:extLst>
          </p:cNvPr>
          <p:cNvSpPr>
            <a:spLocks noGrp="1"/>
          </p:cNvSpPr>
          <p:nvPr>
            <p:ph type="body" sz="quarter" idx="20"/>
          </p:nvPr>
        </p:nvSpPr>
        <p:spPr>
          <a:xfrm>
            <a:off x="2312894" y="4870661"/>
            <a:ext cx="4773706" cy="581079"/>
          </a:xfrm>
        </p:spPr>
        <p:txBody>
          <a:bodyPr/>
          <a:lstStyle/>
          <a:p>
            <a:pPr marL="432" indent="0" algn="ctr">
              <a:buNone/>
            </a:pPr>
            <a:r>
              <a:rPr lang="en-US" noProof="0" dirty="0">
                <a:hlinkClick r:id="rId3" tooltip="https://liveexample.pearsoncmg.com/html/DisplayTime.html"/>
              </a:rPr>
              <a:t>DisplayTime</a:t>
            </a:r>
            <a:r>
              <a:rPr lang="en-US" noProof="0" dirty="0"/>
              <a:t> (animation)</a:t>
            </a:r>
            <a:endParaRPr lang="en-US" noProof="0" dirty="0">
              <a:hlinkClick r:id="rId4" tooltip="https://liveexample.pearsoncmg.com/html/DisplayTime.html"/>
            </a:endParaRPr>
          </a:p>
          <a:p>
            <a:pPr marL="432" indent="0" algn="ctr">
              <a:buNone/>
            </a:pPr>
            <a:r>
              <a:rPr lang="en-US" noProof="0" dirty="0">
                <a:hlinkClick r:id="rId4" tooltip="https://liveexample.pearsoncmg.com/html/DisplayTime.html"/>
              </a:rPr>
              <a:t>DisplayTime</a:t>
            </a:r>
            <a:r>
              <a:rPr lang="en-US" noProof="0" dirty="0"/>
              <a:t> (live code)</a:t>
            </a:r>
            <a:endParaRPr lang="en-US" noProof="0" dirty="0">
              <a:hlinkClick r:id="rId5"/>
            </a:endParaRPr>
          </a:p>
        </p:txBody>
      </p:sp>
    </p:spTree>
    <p:extLst>
      <p:ext uri="{BB962C8B-B14F-4D97-AF65-F5344CB8AC3E}">
        <p14:creationId xmlns:p14="http://schemas.microsoft.com/office/powerpoint/2010/main" val="24994965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5C62D-D57C-4C8D-8DA5-D02BE98D2C4B}"/>
              </a:ext>
            </a:extLst>
          </p:cNvPr>
          <p:cNvSpPr>
            <a:spLocks noGrp="1"/>
          </p:cNvSpPr>
          <p:nvPr>
            <p:ph type="title"/>
          </p:nvPr>
        </p:nvSpPr>
        <p:spPr/>
        <p:txBody>
          <a:bodyPr/>
          <a:lstStyle/>
          <a:p>
            <a:r>
              <a:rPr lang="en-US" noProof="0" dirty="0"/>
              <a:t>Exponent Operations</a:t>
            </a:r>
          </a:p>
        </p:txBody>
      </p:sp>
      <p:sp>
        <p:nvSpPr>
          <p:cNvPr id="3" name="Content Placeholder 2">
            <a:extLst>
              <a:ext uri="{FF2B5EF4-FFF2-40B4-BE49-F238E27FC236}">
                <a16:creationId xmlns:a16="http://schemas.microsoft.com/office/drawing/2014/main" id="{36A87BB4-82B5-4222-A7CB-14E30798EFFF}"/>
              </a:ext>
            </a:extLst>
          </p:cNvPr>
          <p:cNvSpPr>
            <a:spLocks noGrp="1"/>
          </p:cNvSpPr>
          <p:nvPr>
            <p:ph sz="quarter" idx="13"/>
          </p:nvPr>
        </p:nvSpPr>
        <p:spPr>
          <a:xfrm>
            <a:off x="470451" y="1552574"/>
            <a:ext cx="8229599" cy="4482465"/>
          </a:xfrm>
        </p:spPr>
        <p:txBody>
          <a:bodyPr/>
          <a:lstStyle/>
          <a:p>
            <a:pPr marL="0" indent="0">
              <a:lnSpc>
                <a:spcPct val="90000"/>
              </a:lnSpc>
              <a:buFont typeface="Monotype Sorts" pitchFamily="2" charset="2"/>
              <a:buNone/>
            </a:pPr>
            <a:r>
              <a:rPr lang="en-US" altLang="en-US" b="1" noProof="0" dirty="0" err="1">
                <a:latin typeface="Courier New" panose="02070309020205020404" pitchFamily="49" charset="0"/>
              </a:rPr>
              <a:t>System.out.println</a:t>
            </a:r>
            <a:r>
              <a:rPr lang="en-US" altLang="en-US" b="1" noProof="0" dirty="0">
                <a:latin typeface="Courier New" panose="02070309020205020404" pitchFamily="49" charset="0"/>
              </a:rPr>
              <a:t>(</a:t>
            </a:r>
            <a:r>
              <a:rPr lang="en-US" altLang="en-US" b="1" noProof="0" dirty="0" err="1">
                <a:latin typeface="Courier New" panose="02070309020205020404" pitchFamily="49" charset="0"/>
              </a:rPr>
              <a:t>Math.pow</a:t>
            </a:r>
            <a:r>
              <a:rPr lang="en-US" altLang="en-US" b="1" noProof="0" dirty="0">
                <a:latin typeface="Courier New" panose="02070309020205020404" pitchFamily="49" charset="0"/>
              </a:rPr>
              <a:t>(2, 3));</a:t>
            </a:r>
          </a:p>
          <a:p>
            <a:pPr marL="0" indent="0">
              <a:lnSpc>
                <a:spcPct val="90000"/>
              </a:lnSpc>
              <a:buFont typeface="Monotype Sorts" pitchFamily="2" charset="2"/>
              <a:buNone/>
            </a:pPr>
            <a:r>
              <a:rPr lang="en-US" altLang="en-US" b="1" noProof="0" dirty="0">
                <a:latin typeface="Courier New" panose="02070309020205020404" pitchFamily="49" charset="0"/>
              </a:rPr>
              <a:t>// Displays 8.0</a:t>
            </a:r>
          </a:p>
          <a:p>
            <a:pPr marL="0" indent="0">
              <a:lnSpc>
                <a:spcPct val="90000"/>
              </a:lnSpc>
              <a:buFont typeface="Monotype Sorts" pitchFamily="2" charset="2"/>
              <a:buNone/>
            </a:pPr>
            <a:r>
              <a:rPr lang="en-US" altLang="en-US" b="1" noProof="0" dirty="0" err="1">
                <a:latin typeface="Courier New" panose="02070309020205020404" pitchFamily="49" charset="0"/>
              </a:rPr>
              <a:t>System.out.println</a:t>
            </a:r>
            <a:r>
              <a:rPr lang="en-US" altLang="en-US" b="1" noProof="0" dirty="0">
                <a:latin typeface="Courier New" panose="02070309020205020404" pitchFamily="49" charset="0"/>
              </a:rPr>
              <a:t>(</a:t>
            </a:r>
            <a:r>
              <a:rPr lang="en-US" altLang="en-US" b="1" noProof="0" dirty="0" err="1">
                <a:latin typeface="Courier New" panose="02070309020205020404" pitchFamily="49" charset="0"/>
              </a:rPr>
              <a:t>Math.pow</a:t>
            </a:r>
            <a:r>
              <a:rPr lang="en-US" altLang="en-US" b="1" noProof="0" dirty="0">
                <a:latin typeface="Courier New" panose="02070309020205020404" pitchFamily="49" charset="0"/>
              </a:rPr>
              <a:t>(4, 0.5));</a:t>
            </a:r>
          </a:p>
          <a:p>
            <a:pPr marL="0" indent="0">
              <a:lnSpc>
                <a:spcPct val="90000"/>
              </a:lnSpc>
              <a:buFont typeface="Monotype Sorts" pitchFamily="2" charset="2"/>
              <a:buNone/>
            </a:pPr>
            <a:r>
              <a:rPr lang="en-US" altLang="en-US" b="1" noProof="0" dirty="0">
                <a:latin typeface="Courier New" panose="02070309020205020404" pitchFamily="49" charset="0"/>
              </a:rPr>
              <a:t>// Displays 2.0</a:t>
            </a:r>
          </a:p>
          <a:p>
            <a:pPr marL="0" indent="0">
              <a:lnSpc>
                <a:spcPct val="90000"/>
              </a:lnSpc>
              <a:buFont typeface="Monotype Sorts" pitchFamily="2" charset="2"/>
              <a:buNone/>
            </a:pPr>
            <a:r>
              <a:rPr lang="en-US" altLang="en-US" b="1" noProof="0" dirty="0" err="1">
                <a:latin typeface="Courier New" panose="02070309020205020404" pitchFamily="49" charset="0"/>
              </a:rPr>
              <a:t>System.out.println</a:t>
            </a:r>
            <a:r>
              <a:rPr lang="en-US" altLang="en-US" b="1" noProof="0" dirty="0">
                <a:latin typeface="Courier New" panose="02070309020205020404" pitchFamily="49" charset="0"/>
              </a:rPr>
              <a:t>(</a:t>
            </a:r>
            <a:r>
              <a:rPr lang="en-US" altLang="en-US" b="1" noProof="0" dirty="0" err="1">
                <a:latin typeface="Courier New" panose="02070309020205020404" pitchFamily="49" charset="0"/>
              </a:rPr>
              <a:t>Math.pow</a:t>
            </a:r>
            <a:r>
              <a:rPr lang="en-US" altLang="en-US" b="1" noProof="0" dirty="0">
                <a:latin typeface="Courier New" panose="02070309020205020404" pitchFamily="49" charset="0"/>
              </a:rPr>
              <a:t>(2.5, 2));</a:t>
            </a:r>
          </a:p>
          <a:p>
            <a:pPr marL="0" indent="0">
              <a:lnSpc>
                <a:spcPct val="90000"/>
              </a:lnSpc>
              <a:buFont typeface="Monotype Sorts" pitchFamily="2" charset="2"/>
              <a:buNone/>
            </a:pPr>
            <a:r>
              <a:rPr lang="en-US" altLang="en-US" b="1" noProof="0" dirty="0">
                <a:latin typeface="Courier New" panose="02070309020205020404" pitchFamily="49" charset="0"/>
              </a:rPr>
              <a:t>// Displays 6.25</a:t>
            </a:r>
          </a:p>
          <a:p>
            <a:pPr marL="0" indent="0">
              <a:lnSpc>
                <a:spcPct val="90000"/>
              </a:lnSpc>
              <a:buFont typeface="Monotype Sorts" pitchFamily="2" charset="2"/>
              <a:buNone/>
            </a:pPr>
            <a:r>
              <a:rPr lang="en-US" altLang="en-US" b="1" noProof="0" dirty="0" err="1">
                <a:latin typeface="Courier New" panose="02070309020205020404" pitchFamily="49" charset="0"/>
              </a:rPr>
              <a:t>System.out.println</a:t>
            </a:r>
            <a:r>
              <a:rPr lang="en-US" altLang="en-US" b="1" noProof="0" dirty="0">
                <a:latin typeface="Courier New" panose="02070309020205020404" pitchFamily="49" charset="0"/>
              </a:rPr>
              <a:t>(</a:t>
            </a:r>
            <a:r>
              <a:rPr lang="en-US" altLang="en-US" b="1" noProof="0" dirty="0" err="1">
                <a:latin typeface="Courier New" panose="02070309020205020404" pitchFamily="49" charset="0"/>
              </a:rPr>
              <a:t>Math.pow</a:t>
            </a:r>
            <a:r>
              <a:rPr lang="en-US" altLang="en-US" b="1" noProof="0" dirty="0">
                <a:latin typeface="Courier New" panose="02070309020205020404" pitchFamily="49" charset="0"/>
              </a:rPr>
              <a:t>(2.5, -2));</a:t>
            </a:r>
          </a:p>
          <a:p>
            <a:pPr marL="0" indent="0">
              <a:lnSpc>
                <a:spcPct val="90000"/>
              </a:lnSpc>
              <a:buFont typeface="Monotype Sorts" pitchFamily="2" charset="2"/>
              <a:buNone/>
            </a:pPr>
            <a:r>
              <a:rPr lang="en-US" altLang="en-US" b="1" noProof="0" dirty="0">
                <a:latin typeface="Courier New" panose="02070309020205020404" pitchFamily="49" charset="0"/>
              </a:rPr>
              <a:t>// Displays 0.16</a:t>
            </a:r>
          </a:p>
        </p:txBody>
      </p:sp>
    </p:spTree>
    <p:extLst>
      <p:ext uri="{BB962C8B-B14F-4D97-AF65-F5344CB8AC3E}">
        <p14:creationId xmlns:p14="http://schemas.microsoft.com/office/powerpoint/2010/main" val="23401977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608CF-3BF7-400A-B249-0404524711E1}"/>
              </a:ext>
            </a:extLst>
          </p:cNvPr>
          <p:cNvSpPr>
            <a:spLocks noGrp="1"/>
          </p:cNvSpPr>
          <p:nvPr>
            <p:ph type="title"/>
          </p:nvPr>
        </p:nvSpPr>
        <p:spPr/>
        <p:txBody>
          <a:bodyPr/>
          <a:lstStyle/>
          <a:p>
            <a:r>
              <a:rPr lang="en-US" noProof="0" dirty="0"/>
              <a:t>Arithmetic Expressions</a:t>
            </a:r>
          </a:p>
        </p:txBody>
      </p:sp>
      <p:graphicFrame>
        <p:nvGraphicFramePr>
          <p:cNvPr id="4" name="Object 3" descr="An equation. For long description in Notes pane, press F6.">
            <a:extLst>
              <a:ext uri="{FF2B5EF4-FFF2-40B4-BE49-F238E27FC236}">
                <a16:creationId xmlns:a16="http://schemas.microsoft.com/office/drawing/2014/main" id="{50BA9282-B249-4CE4-975C-30BDBD99F144}"/>
              </a:ext>
            </a:extLst>
          </p:cNvPr>
          <p:cNvGraphicFramePr>
            <a:graphicFrameLocks noChangeAspect="1"/>
          </p:cNvGraphicFramePr>
          <p:nvPr/>
        </p:nvGraphicFramePr>
        <p:xfrm>
          <a:off x="510208" y="1782562"/>
          <a:ext cx="5664200" cy="850900"/>
        </p:xfrm>
        <a:graphic>
          <a:graphicData uri="http://schemas.openxmlformats.org/presentationml/2006/ole">
            <mc:AlternateContent xmlns:mc="http://schemas.openxmlformats.org/markup-compatibility/2006">
              <mc:Choice xmlns:v="urn:schemas-microsoft-com:vml" Requires="v">
                <p:oleObj name="Equation" r:id="rId3" imgW="5663880" imgH="850680" progId="Equation.DSMT4">
                  <p:embed/>
                </p:oleObj>
              </mc:Choice>
              <mc:Fallback>
                <p:oleObj name="Equation" r:id="rId3" imgW="5663880" imgH="850680" progId="Equation.DSMT4">
                  <p:embed/>
                  <p:pic>
                    <p:nvPicPr>
                      <p:cNvPr id="4" name="Object 3" descr="An equation. For long description in Notes pane, press F6.">
                        <a:extLst>
                          <a:ext uri="{FF2B5EF4-FFF2-40B4-BE49-F238E27FC236}">
                            <a16:creationId xmlns:a16="http://schemas.microsoft.com/office/drawing/2014/main" id="{50BA9282-B249-4CE4-975C-30BDBD99F144}"/>
                          </a:ext>
                        </a:extLst>
                      </p:cNvPr>
                      <p:cNvPicPr/>
                      <p:nvPr/>
                    </p:nvPicPr>
                    <p:blipFill>
                      <a:blip r:embed="rId4"/>
                      <a:stretch>
                        <a:fillRect/>
                      </a:stretch>
                    </p:blipFill>
                    <p:spPr>
                      <a:xfrm>
                        <a:off x="510208" y="1782562"/>
                        <a:ext cx="5664200" cy="850900"/>
                      </a:xfrm>
                      <a:prstGeom prst="rect">
                        <a:avLst/>
                      </a:prstGeom>
                      <a:ln>
                        <a:solidFill>
                          <a:schemeClr val="bg1"/>
                        </a:solidFill>
                      </a:ln>
                    </p:spPr>
                  </p:pic>
                </p:oleObj>
              </mc:Fallback>
            </mc:AlternateContent>
          </a:graphicData>
        </a:graphic>
      </p:graphicFrame>
      <p:sp>
        <p:nvSpPr>
          <p:cNvPr id="3" name="Content Placeholder 2">
            <a:extLst>
              <a:ext uri="{FF2B5EF4-FFF2-40B4-BE49-F238E27FC236}">
                <a16:creationId xmlns:a16="http://schemas.microsoft.com/office/drawing/2014/main" id="{C41E6B41-B23A-497A-B420-57ABA0051EC1}"/>
              </a:ext>
            </a:extLst>
          </p:cNvPr>
          <p:cNvSpPr>
            <a:spLocks noGrp="1"/>
          </p:cNvSpPr>
          <p:nvPr>
            <p:ph sz="quarter" idx="13"/>
          </p:nvPr>
        </p:nvSpPr>
        <p:spPr>
          <a:xfrm>
            <a:off x="467278" y="3103374"/>
            <a:ext cx="2231118" cy="583255"/>
          </a:xfrm>
        </p:spPr>
        <p:txBody>
          <a:bodyPr/>
          <a:lstStyle/>
          <a:p>
            <a:pPr marL="432" indent="0">
              <a:buNone/>
            </a:pPr>
            <a:r>
              <a:rPr lang="en-US" noProof="0" dirty="0"/>
              <a:t>is translated to</a:t>
            </a:r>
          </a:p>
        </p:txBody>
      </p:sp>
      <p:graphicFrame>
        <p:nvGraphicFramePr>
          <p:cNvPr id="5" name="Object 4" descr="An equation. For long description in Notes pane, press F6.">
            <a:extLst>
              <a:ext uri="{FF2B5EF4-FFF2-40B4-BE49-F238E27FC236}">
                <a16:creationId xmlns:a16="http://schemas.microsoft.com/office/drawing/2014/main" id="{9752D851-29A5-4D6B-AB5C-BDB718081853}"/>
              </a:ext>
            </a:extLst>
          </p:cNvPr>
          <p:cNvGraphicFramePr>
            <a:graphicFrameLocks noChangeAspect="1"/>
          </p:cNvGraphicFramePr>
          <p:nvPr/>
        </p:nvGraphicFramePr>
        <p:xfrm>
          <a:off x="518241" y="4170526"/>
          <a:ext cx="7908187" cy="454631"/>
        </p:xfrm>
        <a:graphic>
          <a:graphicData uri="http://schemas.openxmlformats.org/presentationml/2006/ole">
            <mc:AlternateContent xmlns:mc="http://schemas.openxmlformats.org/markup-compatibility/2006">
              <mc:Choice xmlns:v="urn:schemas-microsoft-com:vml" Requires="v">
                <p:oleObj name="Equation" r:id="rId5" imgW="8394480" imgH="482400" progId="Equation.DSMT4">
                  <p:embed/>
                </p:oleObj>
              </mc:Choice>
              <mc:Fallback>
                <p:oleObj name="Equation" r:id="rId5" imgW="8394480" imgH="482400" progId="Equation.DSMT4">
                  <p:embed/>
                  <p:pic>
                    <p:nvPicPr>
                      <p:cNvPr id="5" name="Object 4" descr="An equation. For long description in Notes pane, press F6.">
                        <a:extLst>
                          <a:ext uri="{FF2B5EF4-FFF2-40B4-BE49-F238E27FC236}">
                            <a16:creationId xmlns:a16="http://schemas.microsoft.com/office/drawing/2014/main" id="{9752D851-29A5-4D6B-AB5C-BDB718081853}"/>
                          </a:ext>
                        </a:extLst>
                      </p:cNvPr>
                      <p:cNvPicPr/>
                      <p:nvPr/>
                    </p:nvPicPr>
                    <p:blipFill>
                      <a:blip r:embed="rId6"/>
                      <a:stretch>
                        <a:fillRect/>
                      </a:stretch>
                    </p:blipFill>
                    <p:spPr>
                      <a:xfrm>
                        <a:off x="518241" y="4170526"/>
                        <a:ext cx="7908187" cy="454631"/>
                      </a:xfrm>
                      <a:prstGeom prst="rect">
                        <a:avLst/>
                      </a:prstGeom>
                    </p:spPr>
                  </p:pic>
                </p:oleObj>
              </mc:Fallback>
            </mc:AlternateContent>
          </a:graphicData>
        </a:graphic>
      </p:graphicFrame>
    </p:spTree>
    <p:extLst>
      <p:ext uri="{BB962C8B-B14F-4D97-AF65-F5344CB8AC3E}">
        <p14:creationId xmlns:p14="http://schemas.microsoft.com/office/powerpoint/2010/main" val="2631283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6D08A-B18F-49BB-95D7-2D7CFC236683}"/>
              </a:ext>
            </a:extLst>
          </p:cNvPr>
          <p:cNvSpPr>
            <a:spLocks noGrp="1"/>
          </p:cNvSpPr>
          <p:nvPr>
            <p:ph type="title"/>
          </p:nvPr>
        </p:nvSpPr>
        <p:spPr/>
        <p:txBody>
          <a:bodyPr/>
          <a:lstStyle/>
          <a:p>
            <a:r>
              <a:rPr lang="en-US" noProof="0" dirty="0"/>
              <a:t>Evaluating an Expression</a:t>
            </a:r>
          </a:p>
        </p:txBody>
      </p:sp>
      <p:pic>
        <p:nvPicPr>
          <p:cNvPr id="8" name="Picture 7" descr="3 + 4 times 4 + 5 times left parenthesis 4 + 3 right parenthesis minus 1 (+ sign inside the parenthesis is labeled, (1) inside parenthesis. For long description in Notes pane, press F6.">
            <a:extLst>
              <a:ext uri="{FF2B5EF4-FFF2-40B4-BE49-F238E27FC236}">
                <a16:creationId xmlns:a16="http://schemas.microsoft.com/office/drawing/2014/main" id="{5D153D23-4703-4AD7-8C3C-CBD2319D99D2}"/>
              </a:ext>
            </a:extLst>
          </p:cNvPr>
          <p:cNvPicPr>
            <a:picLocks noChangeAspect="1"/>
          </p:cNvPicPr>
          <p:nvPr/>
        </p:nvPicPr>
        <p:blipFill>
          <a:blip r:embed="rId3"/>
          <a:stretch>
            <a:fillRect/>
          </a:stretch>
        </p:blipFill>
        <p:spPr>
          <a:xfrm>
            <a:off x="1237417" y="1727947"/>
            <a:ext cx="7032883" cy="4233676"/>
          </a:xfrm>
          <a:prstGeom prst="rect">
            <a:avLst/>
          </a:prstGeom>
        </p:spPr>
      </p:pic>
    </p:spTree>
    <p:extLst>
      <p:ext uri="{BB962C8B-B14F-4D97-AF65-F5344CB8AC3E}">
        <p14:creationId xmlns:p14="http://schemas.microsoft.com/office/powerpoint/2010/main" val="18447678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B50A-ECB8-4353-ABD1-F00AC301BF42}"/>
              </a:ext>
            </a:extLst>
          </p:cNvPr>
          <p:cNvSpPr>
            <a:spLocks noGrp="1"/>
          </p:cNvSpPr>
          <p:nvPr>
            <p:ph type="title"/>
          </p:nvPr>
        </p:nvSpPr>
        <p:spPr/>
        <p:txBody>
          <a:bodyPr/>
          <a:lstStyle/>
          <a:p>
            <a:r>
              <a:rPr lang="en-US" noProof="0" dirty="0"/>
              <a:t>Problem: Converting Temperatures</a:t>
            </a:r>
          </a:p>
        </p:txBody>
      </p:sp>
      <p:sp>
        <p:nvSpPr>
          <p:cNvPr id="3" name="Content Placeholder 2">
            <a:extLst>
              <a:ext uri="{FF2B5EF4-FFF2-40B4-BE49-F238E27FC236}">
                <a16:creationId xmlns:a16="http://schemas.microsoft.com/office/drawing/2014/main" id="{20459EDD-A63E-40D4-BE3E-C276289EA26B}"/>
              </a:ext>
            </a:extLst>
          </p:cNvPr>
          <p:cNvSpPr>
            <a:spLocks noGrp="1"/>
          </p:cNvSpPr>
          <p:nvPr>
            <p:ph sz="quarter" idx="13"/>
          </p:nvPr>
        </p:nvSpPr>
        <p:spPr>
          <a:xfrm>
            <a:off x="457200" y="1552575"/>
            <a:ext cx="8229600" cy="929368"/>
          </a:xfrm>
        </p:spPr>
        <p:txBody>
          <a:bodyPr/>
          <a:lstStyle/>
          <a:p>
            <a:pPr marL="432" indent="0">
              <a:buNone/>
            </a:pPr>
            <a:r>
              <a:rPr lang="en-US" noProof="0" dirty="0"/>
              <a:t>Write a program that converts a Fahrenheit degree to Celsius using the formula:</a:t>
            </a:r>
          </a:p>
        </p:txBody>
      </p:sp>
      <p:graphicFrame>
        <p:nvGraphicFramePr>
          <p:cNvPr id="16" name="Object 15" descr="An equation reads, Celsius = left parenthesis 5 over 9 right parenthesis times left parenthesis Fahrenheit minus 32 right parentheses.">
            <a:extLst>
              <a:ext uri="{FF2B5EF4-FFF2-40B4-BE49-F238E27FC236}">
                <a16:creationId xmlns:a16="http://schemas.microsoft.com/office/drawing/2014/main" id="{1D462BD4-1F13-49D6-9889-22779E0A468E}"/>
              </a:ext>
            </a:extLst>
          </p:cNvPr>
          <p:cNvGraphicFramePr>
            <a:graphicFrameLocks noChangeAspect="1"/>
          </p:cNvGraphicFramePr>
          <p:nvPr/>
        </p:nvGraphicFramePr>
        <p:xfrm>
          <a:off x="2533650" y="2616200"/>
          <a:ext cx="4076700" cy="812800"/>
        </p:xfrm>
        <a:graphic>
          <a:graphicData uri="http://schemas.openxmlformats.org/presentationml/2006/ole">
            <mc:AlternateContent xmlns:mc="http://schemas.openxmlformats.org/markup-compatibility/2006">
              <mc:Choice xmlns:v="urn:schemas-microsoft-com:vml" Requires="v">
                <p:oleObj name="Equation" r:id="rId3" imgW="4076640" imgH="812520" progId="Equation.DSMT4">
                  <p:embed/>
                </p:oleObj>
              </mc:Choice>
              <mc:Fallback>
                <p:oleObj name="Equation" r:id="rId3" imgW="4076640" imgH="812520" progId="Equation.DSMT4">
                  <p:embed/>
                  <p:pic>
                    <p:nvPicPr>
                      <p:cNvPr id="16" name="Object 15" descr="An equation reads, Celsius = left parenthesis 5 over 9 right parenthesis times left parenthesis Fahrenheit minus 32 right parentheses.">
                        <a:extLst>
                          <a:ext uri="{FF2B5EF4-FFF2-40B4-BE49-F238E27FC236}">
                            <a16:creationId xmlns:a16="http://schemas.microsoft.com/office/drawing/2014/main" id="{1D462BD4-1F13-49D6-9889-22779E0A468E}"/>
                          </a:ext>
                        </a:extLst>
                      </p:cNvPr>
                      <p:cNvPicPr/>
                      <p:nvPr/>
                    </p:nvPicPr>
                    <p:blipFill>
                      <a:blip r:embed="rId4"/>
                      <a:stretch>
                        <a:fillRect/>
                      </a:stretch>
                    </p:blipFill>
                    <p:spPr>
                      <a:xfrm>
                        <a:off x="2533650" y="2616200"/>
                        <a:ext cx="4076700" cy="8128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135D96E8-D0CE-43B4-B37C-EE2FF8C89682}"/>
              </a:ext>
            </a:extLst>
          </p:cNvPr>
          <p:cNvSpPr>
            <a:spLocks noGrp="1"/>
          </p:cNvSpPr>
          <p:nvPr>
            <p:ph sz="quarter" idx="14"/>
          </p:nvPr>
        </p:nvSpPr>
        <p:spPr>
          <a:xfrm>
            <a:off x="457200" y="3563258"/>
            <a:ext cx="3551129" cy="529772"/>
          </a:xfrm>
        </p:spPr>
        <p:txBody>
          <a:bodyPr/>
          <a:lstStyle/>
          <a:p>
            <a:pPr marL="432" indent="0">
              <a:buNone/>
            </a:pPr>
            <a:r>
              <a:rPr lang="en-US" noProof="0" dirty="0"/>
              <a:t>Note: you have to write</a:t>
            </a:r>
          </a:p>
        </p:txBody>
      </p:sp>
      <p:graphicFrame>
        <p:nvGraphicFramePr>
          <p:cNvPr id="17" name="Object 16" descr="An equation reads, Celsius = left parenthesis start fraction 5.0 over 9 end fraction right parenthesis times left parenthesis Fahrenheit minus 32 right parenthesis.">
            <a:extLst>
              <a:ext uri="{FF2B5EF4-FFF2-40B4-BE49-F238E27FC236}">
                <a16:creationId xmlns:a16="http://schemas.microsoft.com/office/drawing/2014/main" id="{19D7387D-2714-4D24-B9BB-DF3173E41B72}"/>
              </a:ext>
            </a:extLst>
          </p:cNvPr>
          <p:cNvGraphicFramePr>
            <a:graphicFrameLocks noChangeAspect="1"/>
          </p:cNvGraphicFramePr>
          <p:nvPr/>
        </p:nvGraphicFramePr>
        <p:xfrm>
          <a:off x="557079" y="4277182"/>
          <a:ext cx="4775200" cy="431800"/>
        </p:xfrm>
        <a:graphic>
          <a:graphicData uri="http://schemas.openxmlformats.org/presentationml/2006/ole">
            <mc:AlternateContent xmlns:mc="http://schemas.openxmlformats.org/markup-compatibility/2006">
              <mc:Choice xmlns:v="urn:schemas-microsoft-com:vml" Requires="v">
                <p:oleObj name="Equation" r:id="rId5" imgW="4775040" imgH="431640" progId="Equation.DSMT4">
                  <p:embed/>
                </p:oleObj>
              </mc:Choice>
              <mc:Fallback>
                <p:oleObj name="Equation" r:id="rId5" imgW="4775040" imgH="431640" progId="Equation.DSMT4">
                  <p:embed/>
                  <p:pic>
                    <p:nvPicPr>
                      <p:cNvPr id="17" name="Object 16" descr="An equation reads, Celsius = left parenthesis start fraction 5.0 over 9 end fraction right parenthesis times left parenthesis Fahrenheit minus 32 right parenthesis.">
                        <a:extLst>
                          <a:ext uri="{FF2B5EF4-FFF2-40B4-BE49-F238E27FC236}">
                            <a16:creationId xmlns:a16="http://schemas.microsoft.com/office/drawing/2014/main" id="{19D7387D-2714-4D24-B9BB-DF3173E41B72}"/>
                          </a:ext>
                        </a:extLst>
                      </p:cNvPr>
                      <p:cNvPicPr/>
                      <p:nvPr/>
                    </p:nvPicPr>
                    <p:blipFill>
                      <a:blip r:embed="rId6"/>
                      <a:stretch>
                        <a:fillRect/>
                      </a:stretch>
                    </p:blipFill>
                    <p:spPr>
                      <a:xfrm>
                        <a:off x="557079" y="4277182"/>
                        <a:ext cx="4775200" cy="431800"/>
                      </a:xfrm>
                      <a:prstGeom prst="rect">
                        <a:avLst/>
                      </a:prstGeom>
                    </p:spPr>
                  </p:pic>
                </p:oleObj>
              </mc:Fallback>
            </mc:AlternateContent>
          </a:graphicData>
        </a:graphic>
      </p:graphicFrame>
      <p:sp>
        <p:nvSpPr>
          <p:cNvPr id="10" name="Text Placeholder 9">
            <a:extLst>
              <a:ext uri="{FF2B5EF4-FFF2-40B4-BE49-F238E27FC236}">
                <a16:creationId xmlns:a16="http://schemas.microsoft.com/office/drawing/2014/main" id="{AF995E03-A802-4014-B904-D1EA01FB70E7}"/>
              </a:ext>
            </a:extLst>
          </p:cNvPr>
          <p:cNvSpPr>
            <a:spLocks noGrp="1"/>
          </p:cNvSpPr>
          <p:nvPr>
            <p:ph type="body" sz="quarter" idx="20"/>
          </p:nvPr>
        </p:nvSpPr>
        <p:spPr>
          <a:xfrm>
            <a:off x="3829957" y="5203376"/>
            <a:ext cx="3142343" cy="529772"/>
          </a:xfrm>
        </p:spPr>
        <p:txBody>
          <a:bodyPr/>
          <a:lstStyle/>
          <a:p>
            <a:pPr marL="432" indent="0">
              <a:buNone/>
            </a:pPr>
            <a:r>
              <a:rPr lang="en-US" noProof="0" dirty="0">
                <a:hlinkClick r:id="rId7" tooltip="https://liveexample.pearsoncmg.com/html/FahrenheitToCelsius.html"/>
              </a:rPr>
              <a:t>FahrenheitToCelsius</a:t>
            </a:r>
            <a:endParaRPr lang="en-US" noProof="0" dirty="0">
              <a:hlinkClick r:id="rId8"/>
            </a:endParaRPr>
          </a:p>
        </p:txBody>
      </p:sp>
    </p:spTree>
    <p:extLst>
      <p:ext uri="{BB962C8B-B14F-4D97-AF65-F5344CB8AC3E}">
        <p14:creationId xmlns:p14="http://schemas.microsoft.com/office/powerpoint/2010/main" val="355112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380E-9D15-40EB-BA79-9921B8E5EDD5}"/>
              </a:ext>
            </a:extLst>
          </p:cNvPr>
          <p:cNvSpPr>
            <a:spLocks noGrp="1"/>
          </p:cNvSpPr>
          <p:nvPr>
            <p:ph type="title"/>
          </p:nvPr>
        </p:nvSpPr>
        <p:spPr/>
        <p:txBody>
          <a:bodyPr/>
          <a:lstStyle/>
          <a:p>
            <a:r>
              <a:rPr lang="en-US" noProof="0" dirty="0"/>
              <a:t>Augmented Assignment Operators</a:t>
            </a:r>
          </a:p>
        </p:txBody>
      </p:sp>
      <p:graphicFrame>
        <p:nvGraphicFramePr>
          <p:cNvPr id="4" name="Table 4">
            <a:extLst>
              <a:ext uri="{FF2B5EF4-FFF2-40B4-BE49-F238E27FC236}">
                <a16:creationId xmlns:a16="http://schemas.microsoft.com/office/drawing/2014/main" id="{761E299F-B52A-4A54-AC59-C76F87C23A46}"/>
              </a:ext>
            </a:extLst>
          </p:cNvPr>
          <p:cNvGraphicFramePr>
            <a:graphicFrameLocks noGrp="1"/>
          </p:cNvGraphicFramePr>
          <p:nvPr>
            <p:ph sz="quarter" idx="13"/>
          </p:nvPr>
        </p:nvGraphicFramePr>
        <p:xfrm>
          <a:off x="457200" y="1755641"/>
          <a:ext cx="8232772" cy="2225040"/>
        </p:xfrm>
        <a:graphic>
          <a:graphicData uri="http://schemas.openxmlformats.org/drawingml/2006/table">
            <a:tbl>
              <a:tblPr firstRow="1" bandRow="1">
                <a:tableStyleId>{2D5ABB26-0587-4C30-8999-92F81FD0307C}</a:tableStyleId>
              </a:tblPr>
              <a:tblGrid>
                <a:gridCol w="1482436">
                  <a:extLst>
                    <a:ext uri="{9D8B030D-6E8A-4147-A177-3AD203B41FA5}">
                      <a16:colId xmlns:a16="http://schemas.microsoft.com/office/drawing/2014/main" val="3177546116"/>
                    </a:ext>
                  </a:extLst>
                </a:gridCol>
                <a:gridCol w="3038764">
                  <a:extLst>
                    <a:ext uri="{9D8B030D-6E8A-4147-A177-3AD203B41FA5}">
                      <a16:colId xmlns:a16="http://schemas.microsoft.com/office/drawing/2014/main" val="3142593963"/>
                    </a:ext>
                  </a:extLst>
                </a:gridCol>
                <a:gridCol w="1944914">
                  <a:extLst>
                    <a:ext uri="{9D8B030D-6E8A-4147-A177-3AD203B41FA5}">
                      <a16:colId xmlns:a16="http://schemas.microsoft.com/office/drawing/2014/main" val="3931015878"/>
                    </a:ext>
                  </a:extLst>
                </a:gridCol>
                <a:gridCol w="1766658">
                  <a:extLst>
                    <a:ext uri="{9D8B030D-6E8A-4147-A177-3AD203B41FA5}">
                      <a16:colId xmlns:a16="http://schemas.microsoft.com/office/drawing/2014/main" val="3329402773"/>
                    </a:ext>
                  </a:extLst>
                </a:gridCol>
              </a:tblGrid>
              <a:tr h="370840">
                <a:tc>
                  <a:txBody>
                    <a:bodyPr/>
                    <a:lstStyle/>
                    <a:p>
                      <a:r>
                        <a:rPr lang="en-US" sz="1600" b="1" noProof="0" dirty="0">
                          <a:solidFill>
                            <a:schemeClr val="tx1"/>
                          </a:solidFill>
                          <a:latin typeface="+mn-lt"/>
                        </a:rPr>
                        <a:t>Operator</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noProof="0" dirty="0">
                          <a:solidFill>
                            <a:schemeClr val="tx1"/>
                          </a:solidFill>
                          <a:latin typeface="+mn-lt"/>
                        </a:rPr>
                        <a:t>Name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noProof="0" dirty="0">
                          <a:solidFill>
                            <a:schemeClr val="tx1"/>
                          </a:solidFill>
                          <a:latin typeface="+mn-lt"/>
                        </a:rPr>
                        <a:t>Example</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noProof="0" dirty="0">
                          <a:solidFill>
                            <a:schemeClr val="tx1"/>
                          </a:solidFill>
                          <a:latin typeface="+mn-lt"/>
                        </a:rPr>
                        <a:t>Equivalent</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9610745"/>
                  </a:ext>
                </a:extLst>
              </a:tr>
              <a:tr h="370840">
                <a:tc>
                  <a:txBody>
                    <a:bodyPr/>
                    <a:lstStyle/>
                    <a:p>
                      <a:r>
                        <a:rPr lang="en-US" b="1" noProof="0" dirty="0">
                          <a:solidFill>
                            <a:schemeClr val="tx1"/>
                          </a:solidFill>
                          <a:latin typeface="+mn-lt"/>
                        </a:rPr>
                        <a:t>+ =</a:t>
                      </a:r>
                    </a:p>
                  </a:txBody>
                  <a:tcPr>
                    <a:lnT w="12700" cap="flat" cmpd="sng" algn="ctr">
                      <a:solidFill>
                        <a:schemeClr val="tx1"/>
                      </a:solidFill>
                      <a:prstDash val="solid"/>
                      <a:round/>
                      <a:headEnd type="none" w="med" len="med"/>
                      <a:tailEnd type="none" w="med" len="med"/>
                    </a:lnT>
                  </a:tcPr>
                </a:tc>
                <a:tc>
                  <a:txBody>
                    <a:bodyPr/>
                    <a:lstStyle/>
                    <a:p>
                      <a:r>
                        <a:rPr lang="en-US" noProof="0" dirty="0">
                          <a:solidFill>
                            <a:schemeClr val="tx1"/>
                          </a:solidFill>
                          <a:latin typeface="+mn-lt"/>
                        </a:rPr>
                        <a:t>Addition assignment</a:t>
                      </a:r>
                    </a:p>
                  </a:txBody>
                  <a:tcPr>
                    <a:lnT w="12700" cap="flat" cmpd="sng" algn="ctr">
                      <a:solidFill>
                        <a:schemeClr val="tx1"/>
                      </a:solidFill>
                      <a:prstDash val="solid"/>
                      <a:round/>
                      <a:headEnd type="none" w="med" len="med"/>
                      <a:tailEnd type="none" w="med" len="med"/>
                    </a:lnT>
                  </a:tcPr>
                </a:tc>
                <a:tc>
                  <a:txBody>
                    <a:bodyPr/>
                    <a:lstStyle/>
                    <a:p>
                      <a:r>
                        <a:rPr lang="en-US" b="1" noProof="0" dirty="0" err="1">
                          <a:solidFill>
                            <a:schemeClr val="tx1"/>
                          </a:solidFill>
                          <a:latin typeface="+mn-lt"/>
                        </a:rPr>
                        <a:t>i</a:t>
                      </a:r>
                      <a:r>
                        <a:rPr lang="en-US" b="1" noProof="0" dirty="0">
                          <a:solidFill>
                            <a:schemeClr val="tx1"/>
                          </a:solidFill>
                          <a:latin typeface="+mn-lt"/>
                        </a:rPr>
                        <a:t> += 8</a:t>
                      </a:r>
                    </a:p>
                  </a:txBody>
                  <a:tcPr>
                    <a:lnT w="12700" cap="flat" cmpd="sng" algn="ctr">
                      <a:solidFill>
                        <a:schemeClr val="tx1"/>
                      </a:solidFill>
                      <a:prstDash val="solid"/>
                      <a:round/>
                      <a:headEnd type="none" w="med" len="med"/>
                      <a:tailEnd type="none" w="med" len="med"/>
                    </a:lnT>
                  </a:tcPr>
                </a:tc>
                <a:tc>
                  <a:txBody>
                    <a:bodyPr/>
                    <a:lstStyle/>
                    <a:p>
                      <a:r>
                        <a:rPr lang="en-US" b="1" noProof="0" dirty="0" err="1">
                          <a:solidFill>
                            <a:schemeClr val="tx1"/>
                          </a:solidFill>
                          <a:latin typeface="+mn-lt"/>
                        </a:rPr>
                        <a:t>i</a:t>
                      </a:r>
                      <a:r>
                        <a:rPr lang="en-US" b="1" noProof="0" dirty="0">
                          <a:solidFill>
                            <a:schemeClr val="tx1"/>
                          </a:solidFill>
                          <a:latin typeface="+mn-lt"/>
                        </a:rPr>
                        <a:t> = </a:t>
                      </a:r>
                      <a:r>
                        <a:rPr lang="en-US" b="1" noProof="0" dirty="0" err="1">
                          <a:solidFill>
                            <a:schemeClr val="tx1"/>
                          </a:solidFill>
                          <a:latin typeface="+mn-lt"/>
                        </a:rPr>
                        <a:t>i</a:t>
                      </a:r>
                      <a:r>
                        <a:rPr lang="en-US" b="1" noProof="0" dirty="0">
                          <a:solidFill>
                            <a:schemeClr val="tx1"/>
                          </a:solidFill>
                          <a:latin typeface="+mn-lt"/>
                        </a:rPr>
                        <a:t> + 8</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27369596"/>
                  </a:ext>
                </a:extLst>
              </a:tr>
              <a:tr h="370840">
                <a:tc>
                  <a:txBody>
                    <a:bodyPr/>
                    <a:lstStyle/>
                    <a:p>
                      <a:pPr algn="l" fontAlgn="t"/>
                      <a:r>
                        <a:rPr lang="en-US" sz="500" b="0" i="0" u="none" strike="noStrike" noProof="0" dirty="0">
                          <a:solidFill>
                            <a:schemeClr val="tx1"/>
                          </a:solidFill>
                          <a:effectLst/>
                          <a:latin typeface="+mn-lt"/>
                        </a:rPr>
                        <a:t>negative =</a:t>
                      </a:r>
                    </a:p>
                  </a:txBody>
                  <a:tcPr marL="0" marR="0" marT="0" marB="0" anchor="ctr"/>
                </a:tc>
                <a:tc>
                  <a:txBody>
                    <a:bodyPr/>
                    <a:lstStyle/>
                    <a:p>
                      <a:r>
                        <a:rPr lang="en-US" noProof="0" dirty="0">
                          <a:solidFill>
                            <a:schemeClr val="tx1"/>
                          </a:solidFill>
                          <a:latin typeface="+mn-lt"/>
                        </a:rPr>
                        <a:t>Subtraction assignment</a:t>
                      </a:r>
                    </a:p>
                  </a:txBody>
                  <a:tcPr/>
                </a:tc>
                <a:tc>
                  <a:txBody>
                    <a:bodyPr/>
                    <a:lstStyle/>
                    <a:p>
                      <a:pPr marL="88900" indent="0" algn="l" fontAlgn="t"/>
                      <a:r>
                        <a:rPr lang="en-US" sz="400" b="0" i="0" u="none" strike="noStrike" noProof="0" dirty="0" err="1">
                          <a:solidFill>
                            <a:schemeClr val="tx1"/>
                          </a:solidFill>
                          <a:effectLst/>
                          <a:latin typeface="+mn-lt"/>
                        </a:rPr>
                        <a:t>i</a:t>
                      </a:r>
                      <a:r>
                        <a:rPr lang="en-US" sz="400" b="0" i="0" u="none" strike="noStrike" noProof="0" dirty="0">
                          <a:solidFill>
                            <a:schemeClr val="tx1"/>
                          </a:solidFill>
                          <a:effectLst/>
                          <a:latin typeface="+mn-lt"/>
                        </a:rPr>
                        <a:t> minus = 8</a:t>
                      </a:r>
                    </a:p>
                  </a:txBody>
                  <a:tcPr marL="0" marR="0" marT="0" marB="0" anchor="ctr"/>
                </a:tc>
                <a:tc>
                  <a:txBody>
                    <a:bodyPr/>
                    <a:lstStyle/>
                    <a:p>
                      <a:pPr marL="177800" indent="0" algn="l" fontAlgn="t"/>
                      <a:r>
                        <a:rPr lang="en-US" sz="400" b="0" i="0" u="none" strike="noStrike" noProof="0" dirty="0">
                          <a:solidFill>
                            <a:schemeClr val="tx1"/>
                          </a:solidFill>
                          <a:effectLst/>
                          <a:latin typeface="+mn-lt"/>
                        </a:rPr>
                        <a:t>I = I minus 8</a:t>
                      </a:r>
                    </a:p>
                  </a:txBody>
                  <a:tcPr marL="0" marR="0" marT="0" marB="0" anchor="ctr"/>
                </a:tc>
                <a:extLst>
                  <a:ext uri="{0D108BD9-81ED-4DB2-BD59-A6C34878D82A}">
                    <a16:rowId xmlns:a16="http://schemas.microsoft.com/office/drawing/2014/main" val="3825143940"/>
                  </a:ext>
                </a:extLst>
              </a:tr>
              <a:tr h="370840">
                <a:tc>
                  <a:txBody>
                    <a:bodyPr/>
                    <a:lstStyle/>
                    <a:p>
                      <a:r>
                        <a:rPr lang="en-US" b="1" noProof="0" dirty="0">
                          <a:solidFill>
                            <a:schemeClr val="tx1"/>
                          </a:solidFill>
                          <a:latin typeface="+mn-lt"/>
                        </a:rPr>
                        <a:t>*=</a:t>
                      </a:r>
                    </a:p>
                  </a:txBody>
                  <a:tcPr/>
                </a:tc>
                <a:tc>
                  <a:txBody>
                    <a:bodyPr/>
                    <a:lstStyle/>
                    <a:p>
                      <a:r>
                        <a:rPr lang="en-US" noProof="0" dirty="0">
                          <a:solidFill>
                            <a:schemeClr val="tx1"/>
                          </a:solidFill>
                          <a:latin typeface="+mn-lt"/>
                        </a:rPr>
                        <a:t>Multiplication assignment</a:t>
                      </a:r>
                    </a:p>
                  </a:txBody>
                  <a:tcPr/>
                </a:tc>
                <a:tc>
                  <a:txBody>
                    <a:bodyPr/>
                    <a:lstStyle/>
                    <a:p>
                      <a:r>
                        <a:rPr lang="en-US" b="1" noProof="0" dirty="0" err="1">
                          <a:solidFill>
                            <a:schemeClr val="tx1"/>
                          </a:solidFill>
                          <a:latin typeface="+mn-lt"/>
                        </a:rPr>
                        <a:t>i</a:t>
                      </a:r>
                      <a:r>
                        <a:rPr lang="en-US" b="1" noProof="0" dirty="0">
                          <a:solidFill>
                            <a:schemeClr val="tx1"/>
                          </a:solidFill>
                          <a:latin typeface="+mn-lt"/>
                        </a:rPr>
                        <a:t> *= 8</a:t>
                      </a:r>
                    </a:p>
                  </a:txBody>
                  <a:tcPr/>
                </a:tc>
                <a:tc>
                  <a:txBody>
                    <a:bodyPr/>
                    <a:lstStyle/>
                    <a:p>
                      <a:r>
                        <a:rPr lang="en-US" b="1" noProof="0" dirty="0" err="1">
                          <a:solidFill>
                            <a:schemeClr val="tx1"/>
                          </a:solidFill>
                          <a:latin typeface="+mn-lt"/>
                        </a:rPr>
                        <a:t>i</a:t>
                      </a:r>
                      <a:r>
                        <a:rPr lang="en-US" b="1" noProof="0" dirty="0">
                          <a:solidFill>
                            <a:schemeClr val="tx1"/>
                          </a:solidFill>
                          <a:latin typeface="+mn-lt"/>
                        </a:rPr>
                        <a:t> = </a:t>
                      </a:r>
                      <a:r>
                        <a:rPr lang="en-US" b="1" noProof="0" dirty="0" err="1">
                          <a:solidFill>
                            <a:schemeClr val="tx1"/>
                          </a:solidFill>
                          <a:latin typeface="+mn-lt"/>
                        </a:rPr>
                        <a:t>i</a:t>
                      </a:r>
                      <a:r>
                        <a:rPr lang="en-US" b="1" noProof="0" dirty="0">
                          <a:solidFill>
                            <a:schemeClr val="tx1"/>
                          </a:solidFill>
                          <a:latin typeface="+mn-lt"/>
                        </a:rPr>
                        <a:t> * 8</a:t>
                      </a:r>
                    </a:p>
                  </a:txBody>
                  <a:tcPr/>
                </a:tc>
                <a:extLst>
                  <a:ext uri="{0D108BD9-81ED-4DB2-BD59-A6C34878D82A}">
                    <a16:rowId xmlns:a16="http://schemas.microsoft.com/office/drawing/2014/main" val="2249202144"/>
                  </a:ext>
                </a:extLst>
              </a:tr>
              <a:tr h="370840">
                <a:tc>
                  <a:txBody>
                    <a:bodyPr/>
                    <a:lstStyle/>
                    <a:p>
                      <a:pPr algn="l" fontAlgn="t"/>
                      <a:r>
                        <a:rPr lang="en-US" sz="300" b="0" i="0" u="none" strike="noStrike" noProof="0" dirty="0">
                          <a:solidFill>
                            <a:schemeClr val="tx1"/>
                          </a:solidFill>
                          <a:effectLst/>
                          <a:latin typeface="+mn-lt"/>
                        </a:rPr>
                        <a:t>forward slash = </a:t>
                      </a:r>
                      <a:endParaRPr lang="en-US" sz="1100" b="0" i="0" u="none" strike="noStrike" noProof="0" dirty="0">
                        <a:solidFill>
                          <a:schemeClr val="tx1"/>
                        </a:solidFill>
                        <a:effectLst/>
                        <a:latin typeface="+mn-lt"/>
                      </a:endParaRPr>
                    </a:p>
                  </a:txBody>
                  <a:tcPr marL="0" marR="0" marT="0" marB="0" anchor="ctr"/>
                </a:tc>
                <a:tc>
                  <a:txBody>
                    <a:bodyPr/>
                    <a:lstStyle/>
                    <a:p>
                      <a:r>
                        <a:rPr lang="en-US" noProof="0" dirty="0">
                          <a:solidFill>
                            <a:schemeClr val="tx1"/>
                          </a:solidFill>
                          <a:latin typeface="+mn-lt"/>
                        </a:rPr>
                        <a:t>Division assignment</a:t>
                      </a:r>
                    </a:p>
                  </a:txBody>
                  <a:tcPr/>
                </a:tc>
                <a:tc>
                  <a:txBody>
                    <a:bodyPr/>
                    <a:lstStyle/>
                    <a:p>
                      <a:pPr marL="88900" indent="0" algn="l" fontAlgn="t"/>
                      <a:r>
                        <a:rPr lang="en-US" sz="400" b="0" i="0" u="none" strike="noStrike" noProof="0" dirty="0">
                          <a:solidFill>
                            <a:schemeClr val="tx1"/>
                          </a:solidFill>
                          <a:effectLst/>
                          <a:latin typeface="+mn-lt"/>
                        </a:rPr>
                        <a:t>I forward slash = 8</a:t>
                      </a:r>
                    </a:p>
                  </a:txBody>
                  <a:tcPr marL="0" marR="0" marT="0" marB="0" anchor="ctr"/>
                </a:tc>
                <a:tc>
                  <a:txBody>
                    <a:bodyPr/>
                    <a:lstStyle/>
                    <a:p>
                      <a:pPr marL="88900" indent="0" algn="l" fontAlgn="t"/>
                      <a:r>
                        <a:rPr lang="en-US" sz="100" b="0" i="0" u="none" strike="noStrike" noProof="0" dirty="0">
                          <a:solidFill>
                            <a:schemeClr val="tx1"/>
                          </a:solidFill>
                          <a:effectLst/>
                          <a:latin typeface="+mn-lt"/>
                        </a:rPr>
                        <a:t>I = I over 8</a:t>
                      </a:r>
                    </a:p>
                  </a:txBody>
                  <a:tcPr marL="0" marR="0" marT="0" marB="0" anchor="ctr"/>
                </a:tc>
                <a:extLst>
                  <a:ext uri="{0D108BD9-81ED-4DB2-BD59-A6C34878D82A}">
                    <a16:rowId xmlns:a16="http://schemas.microsoft.com/office/drawing/2014/main" val="866777634"/>
                  </a:ext>
                </a:extLst>
              </a:tr>
              <a:tr h="370840">
                <a:tc>
                  <a:txBody>
                    <a:bodyPr/>
                    <a:lstStyle/>
                    <a:p>
                      <a:r>
                        <a:rPr lang="en-US" b="1" noProof="0" dirty="0">
                          <a:solidFill>
                            <a:schemeClr val="tx1"/>
                          </a:solidFill>
                          <a:latin typeface="+mn-lt"/>
                        </a:rPr>
                        <a:t>%=</a:t>
                      </a:r>
                    </a:p>
                  </a:txBody>
                  <a:tcPr>
                    <a:lnB w="12700" cap="flat" cmpd="sng" algn="ctr">
                      <a:solidFill>
                        <a:schemeClr val="tx1"/>
                      </a:solidFill>
                      <a:prstDash val="solid"/>
                      <a:round/>
                      <a:headEnd type="none" w="med" len="med"/>
                      <a:tailEnd type="none" w="med" len="med"/>
                    </a:lnB>
                  </a:tcPr>
                </a:tc>
                <a:tc>
                  <a:txBody>
                    <a:bodyPr/>
                    <a:lstStyle/>
                    <a:p>
                      <a:r>
                        <a:rPr lang="en-US" noProof="0" dirty="0">
                          <a:solidFill>
                            <a:schemeClr val="tx1"/>
                          </a:solidFill>
                          <a:latin typeface="+mn-lt"/>
                        </a:rPr>
                        <a:t>Remainder assignment</a:t>
                      </a:r>
                    </a:p>
                  </a:txBody>
                  <a:tcPr>
                    <a:lnB w="12700" cap="flat" cmpd="sng" algn="ctr">
                      <a:solidFill>
                        <a:schemeClr val="tx1"/>
                      </a:solidFill>
                      <a:prstDash val="solid"/>
                      <a:round/>
                      <a:headEnd type="none" w="med" len="med"/>
                      <a:tailEnd type="none" w="med" len="med"/>
                    </a:lnB>
                  </a:tcPr>
                </a:tc>
                <a:tc>
                  <a:txBody>
                    <a:bodyPr/>
                    <a:lstStyle/>
                    <a:p>
                      <a:r>
                        <a:rPr lang="en-US" b="1" noProof="0" dirty="0" err="1">
                          <a:solidFill>
                            <a:schemeClr val="tx1"/>
                          </a:solidFill>
                          <a:latin typeface="+mn-lt"/>
                        </a:rPr>
                        <a:t>i</a:t>
                      </a:r>
                      <a:r>
                        <a:rPr lang="en-US" b="1" noProof="0" dirty="0">
                          <a:solidFill>
                            <a:schemeClr val="tx1"/>
                          </a:solidFill>
                          <a:latin typeface="+mn-lt"/>
                        </a:rPr>
                        <a:t> %= 8</a:t>
                      </a:r>
                    </a:p>
                  </a:txBody>
                  <a:tcPr>
                    <a:lnB w="12700" cap="flat" cmpd="sng" algn="ctr">
                      <a:solidFill>
                        <a:schemeClr val="tx1"/>
                      </a:solidFill>
                      <a:prstDash val="solid"/>
                      <a:round/>
                      <a:headEnd type="none" w="med" len="med"/>
                      <a:tailEnd type="none" w="med" len="med"/>
                    </a:lnB>
                  </a:tcPr>
                </a:tc>
                <a:tc>
                  <a:txBody>
                    <a:bodyPr/>
                    <a:lstStyle/>
                    <a:p>
                      <a:r>
                        <a:rPr lang="en-US" b="1" noProof="0" dirty="0" err="1">
                          <a:solidFill>
                            <a:schemeClr val="tx1"/>
                          </a:solidFill>
                          <a:latin typeface="+mn-lt"/>
                        </a:rPr>
                        <a:t>i</a:t>
                      </a:r>
                      <a:r>
                        <a:rPr lang="en-US" b="1" noProof="0" dirty="0">
                          <a:solidFill>
                            <a:schemeClr val="tx1"/>
                          </a:solidFill>
                          <a:latin typeface="+mn-lt"/>
                        </a:rPr>
                        <a:t> = </a:t>
                      </a:r>
                      <a:r>
                        <a:rPr lang="en-US" b="1" noProof="0" dirty="0" err="1">
                          <a:solidFill>
                            <a:schemeClr val="tx1"/>
                          </a:solidFill>
                          <a:latin typeface="+mn-lt"/>
                        </a:rPr>
                        <a:t>i</a:t>
                      </a:r>
                      <a:r>
                        <a:rPr lang="en-US" b="1" noProof="0" dirty="0">
                          <a:solidFill>
                            <a:schemeClr val="tx1"/>
                          </a:solidFill>
                          <a:latin typeface="+mn-lt"/>
                        </a:rPr>
                        <a:t> % 8</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5297439"/>
                  </a:ext>
                </a:extLst>
              </a:tr>
            </a:tbl>
          </a:graphicData>
        </a:graphic>
      </p:graphicFrame>
      <p:graphicFrame>
        <p:nvGraphicFramePr>
          <p:cNvPr id="5" name="Object 4">
            <a:extLst>
              <a:ext uri="{FF2B5EF4-FFF2-40B4-BE49-F238E27FC236}">
                <a16:creationId xmlns:a16="http://schemas.microsoft.com/office/drawing/2014/main" id="{51701B98-ABD3-4353-8D0E-5318B7CF0C07}"/>
              </a:ext>
              <a:ext uri="{C183D7F6-B498-43B3-948B-1728B52AA6E4}">
                <adec:decorative xmlns:adec="http://schemas.microsoft.com/office/drawing/2017/decorative" val="1"/>
              </a:ext>
            </a:extLst>
          </p:cNvPr>
          <p:cNvGraphicFramePr>
            <a:graphicFrameLocks noChangeAspect="1"/>
          </p:cNvGraphicFramePr>
          <p:nvPr/>
        </p:nvGraphicFramePr>
        <p:xfrm>
          <a:off x="451492" y="2601778"/>
          <a:ext cx="304800" cy="127000"/>
        </p:xfrm>
        <a:graphic>
          <a:graphicData uri="http://schemas.openxmlformats.org/presentationml/2006/ole">
            <mc:AlternateContent xmlns:mc="http://schemas.openxmlformats.org/markup-compatibility/2006">
              <mc:Choice xmlns:v="urn:schemas-microsoft-com:vml" Requires="v">
                <p:oleObj name="Equation" r:id="rId2" imgW="304560" imgH="126720" progId="Equation.DSMT4">
                  <p:embed/>
                </p:oleObj>
              </mc:Choice>
              <mc:Fallback>
                <p:oleObj name="Equation" r:id="rId2" imgW="304560" imgH="126720" progId="Equation.DSMT4">
                  <p:embed/>
                  <p:pic>
                    <p:nvPicPr>
                      <p:cNvPr id="5" name="Object 4">
                        <a:extLst>
                          <a:ext uri="{FF2B5EF4-FFF2-40B4-BE49-F238E27FC236}">
                            <a16:creationId xmlns:a16="http://schemas.microsoft.com/office/drawing/2014/main" id="{51701B98-ABD3-4353-8D0E-5318B7CF0C07}"/>
                          </a:ext>
                          <a:ext uri="{C183D7F6-B498-43B3-948B-1728B52AA6E4}">
                            <adec:decorative xmlns:adec="http://schemas.microsoft.com/office/drawing/2017/decorative" val="1"/>
                          </a:ext>
                        </a:extLst>
                      </p:cNvPr>
                      <p:cNvPicPr/>
                      <p:nvPr/>
                    </p:nvPicPr>
                    <p:blipFill>
                      <a:blip r:embed="rId3"/>
                      <a:stretch>
                        <a:fillRect/>
                      </a:stretch>
                    </p:blipFill>
                    <p:spPr>
                      <a:xfrm>
                        <a:off x="451492" y="2601778"/>
                        <a:ext cx="304800" cy="127000"/>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CFFD45C8-B378-4917-BB48-544D6D91FFAB}"/>
              </a:ext>
              <a:ext uri="{C183D7F6-B498-43B3-948B-1728B52AA6E4}">
                <adec:decorative xmlns:adec="http://schemas.microsoft.com/office/drawing/2017/decorative" val="1"/>
              </a:ext>
            </a:extLst>
          </p:cNvPr>
          <p:cNvGraphicFramePr>
            <a:graphicFrameLocks noChangeAspect="1"/>
          </p:cNvGraphicFramePr>
          <p:nvPr/>
        </p:nvGraphicFramePr>
        <p:xfrm>
          <a:off x="5030856" y="2557463"/>
          <a:ext cx="533400" cy="241300"/>
        </p:xfrm>
        <a:graphic>
          <a:graphicData uri="http://schemas.openxmlformats.org/presentationml/2006/ole">
            <mc:AlternateContent xmlns:mc="http://schemas.openxmlformats.org/markup-compatibility/2006">
              <mc:Choice xmlns:v="urn:schemas-microsoft-com:vml" Requires="v">
                <p:oleObj name="Equation" r:id="rId4" imgW="533160" imgH="241200" progId="Equation.DSMT4">
                  <p:embed/>
                </p:oleObj>
              </mc:Choice>
              <mc:Fallback>
                <p:oleObj name="Equation" r:id="rId4" imgW="533160" imgH="241200" progId="Equation.DSMT4">
                  <p:embed/>
                  <p:pic>
                    <p:nvPicPr>
                      <p:cNvPr id="6" name="Object 5">
                        <a:extLst>
                          <a:ext uri="{FF2B5EF4-FFF2-40B4-BE49-F238E27FC236}">
                            <a16:creationId xmlns:a16="http://schemas.microsoft.com/office/drawing/2014/main" id="{CFFD45C8-B378-4917-BB48-544D6D91FFAB}"/>
                          </a:ext>
                          <a:ext uri="{C183D7F6-B498-43B3-948B-1728B52AA6E4}">
                            <adec:decorative xmlns:adec="http://schemas.microsoft.com/office/drawing/2017/decorative" val="1"/>
                          </a:ext>
                        </a:extLst>
                      </p:cNvPr>
                      <p:cNvPicPr/>
                      <p:nvPr/>
                    </p:nvPicPr>
                    <p:blipFill>
                      <a:blip r:embed="rId5"/>
                      <a:stretch>
                        <a:fillRect/>
                      </a:stretch>
                    </p:blipFill>
                    <p:spPr>
                      <a:xfrm>
                        <a:off x="5030856" y="2557463"/>
                        <a:ext cx="533400" cy="241300"/>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92751B2E-C337-46BC-811E-FB815109FB4C}"/>
              </a:ext>
              <a:ext uri="{C183D7F6-B498-43B3-948B-1728B52AA6E4}">
                <adec:decorative xmlns:adec="http://schemas.microsoft.com/office/drawing/2017/decorative" val="1"/>
              </a:ext>
            </a:extLst>
          </p:cNvPr>
          <p:cNvGraphicFramePr>
            <a:graphicFrameLocks noChangeAspect="1"/>
          </p:cNvGraphicFramePr>
          <p:nvPr/>
        </p:nvGraphicFramePr>
        <p:xfrm>
          <a:off x="6990246" y="2519363"/>
          <a:ext cx="622300" cy="241300"/>
        </p:xfrm>
        <a:graphic>
          <a:graphicData uri="http://schemas.openxmlformats.org/presentationml/2006/ole">
            <mc:AlternateContent xmlns:mc="http://schemas.openxmlformats.org/markup-compatibility/2006">
              <mc:Choice xmlns:v="urn:schemas-microsoft-com:vml" Requires="v">
                <p:oleObj name="Equation" r:id="rId6" imgW="622080" imgH="241200" progId="Equation.DSMT4">
                  <p:embed/>
                </p:oleObj>
              </mc:Choice>
              <mc:Fallback>
                <p:oleObj name="Equation" r:id="rId6" imgW="622080" imgH="241200" progId="Equation.DSMT4">
                  <p:embed/>
                  <p:pic>
                    <p:nvPicPr>
                      <p:cNvPr id="7" name="Object 6">
                        <a:extLst>
                          <a:ext uri="{FF2B5EF4-FFF2-40B4-BE49-F238E27FC236}">
                            <a16:creationId xmlns:a16="http://schemas.microsoft.com/office/drawing/2014/main" id="{92751B2E-C337-46BC-811E-FB815109FB4C}"/>
                          </a:ext>
                          <a:ext uri="{C183D7F6-B498-43B3-948B-1728B52AA6E4}">
                            <adec:decorative xmlns:adec="http://schemas.microsoft.com/office/drawing/2017/decorative" val="1"/>
                          </a:ext>
                        </a:extLst>
                      </p:cNvPr>
                      <p:cNvPicPr/>
                      <p:nvPr/>
                    </p:nvPicPr>
                    <p:blipFill>
                      <a:blip r:embed="rId7"/>
                      <a:stretch>
                        <a:fillRect/>
                      </a:stretch>
                    </p:blipFill>
                    <p:spPr>
                      <a:xfrm>
                        <a:off x="6990246" y="2519363"/>
                        <a:ext cx="622300" cy="241300"/>
                      </a:xfrm>
                      <a:prstGeom prst="rect">
                        <a:avLst/>
                      </a:prstGeom>
                      <a:solidFill>
                        <a:schemeClr val="bg1"/>
                      </a:solidFill>
                    </p:spPr>
                  </p:pic>
                </p:oleObj>
              </mc:Fallback>
            </mc:AlternateContent>
          </a:graphicData>
        </a:graphic>
      </p:graphicFrame>
      <p:graphicFrame>
        <p:nvGraphicFramePr>
          <p:cNvPr id="8" name="Object 7">
            <a:extLst>
              <a:ext uri="{FF2B5EF4-FFF2-40B4-BE49-F238E27FC236}">
                <a16:creationId xmlns:a16="http://schemas.microsoft.com/office/drawing/2014/main" id="{D7493899-DDB0-4F9F-BED0-B35DA70FB761}"/>
              </a:ext>
              <a:ext uri="{C183D7F6-B498-43B3-948B-1728B52AA6E4}">
                <adec:decorative xmlns:adec="http://schemas.microsoft.com/office/drawing/2017/decorative" val="1"/>
              </a:ext>
            </a:extLst>
          </p:cNvPr>
          <p:cNvGraphicFramePr>
            <a:graphicFrameLocks noChangeAspect="1"/>
          </p:cNvGraphicFramePr>
          <p:nvPr/>
        </p:nvGraphicFramePr>
        <p:xfrm>
          <a:off x="463061" y="3309938"/>
          <a:ext cx="292100" cy="215900"/>
        </p:xfrm>
        <a:graphic>
          <a:graphicData uri="http://schemas.openxmlformats.org/presentationml/2006/ole">
            <mc:AlternateContent xmlns:mc="http://schemas.openxmlformats.org/markup-compatibility/2006">
              <mc:Choice xmlns:v="urn:schemas-microsoft-com:vml" Requires="v">
                <p:oleObj name="Equation" r:id="rId8" imgW="291960" imgH="215640" progId="Equation.DSMT4">
                  <p:embed/>
                </p:oleObj>
              </mc:Choice>
              <mc:Fallback>
                <p:oleObj name="Equation" r:id="rId8" imgW="291960" imgH="215640" progId="Equation.DSMT4">
                  <p:embed/>
                  <p:pic>
                    <p:nvPicPr>
                      <p:cNvPr id="8" name="Object 7">
                        <a:extLst>
                          <a:ext uri="{FF2B5EF4-FFF2-40B4-BE49-F238E27FC236}">
                            <a16:creationId xmlns:a16="http://schemas.microsoft.com/office/drawing/2014/main" id="{D7493899-DDB0-4F9F-BED0-B35DA70FB761}"/>
                          </a:ext>
                          <a:ext uri="{C183D7F6-B498-43B3-948B-1728B52AA6E4}">
                            <adec:decorative xmlns:adec="http://schemas.microsoft.com/office/drawing/2017/decorative" val="1"/>
                          </a:ext>
                        </a:extLst>
                      </p:cNvPr>
                      <p:cNvPicPr/>
                      <p:nvPr/>
                    </p:nvPicPr>
                    <p:blipFill>
                      <a:blip r:embed="rId9"/>
                      <a:stretch>
                        <a:fillRect/>
                      </a:stretch>
                    </p:blipFill>
                    <p:spPr>
                      <a:xfrm>
                        <a:off x="463061" y="3309938"/>
                        <a:ext cx="292100" cy="215900"/>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9E635DCE-DEB5-4EA3-81F9-B1BE394ABB7D}"/>
              </a:ext>
              <a:ext uri="{C183D7F6-B498-43B3-948B-1728B52AA6E4}">
                <adec:decorative xmlns:adec="http://schemas.microsoft.com/office/drawing/2017/decorative" val="1"/>
              </a:ext>
            </a:extLst>
          </p:cNvPr>
          <p:cNvGraphicFramePr>
            <a:graphicFrameLocks noChangeAspect="1"/>
          </p:cNvGraphicFramePr>
          <p:nvPr/>
        </p:nvGraphicFramePr>
        <p:xfrm>
          <a:off x="5046889" y="3271703"/>
          <a:ext cx="520700" cy="241300"/>
        </p:xfrm>
        <a:graphic>
          <a:graphicData uri="http://schemas.openxmlformats.org/presentationml/2006/ole">
            <mc:AlternateContent xmlns:mc="http://schemas.openxmlformats.org/markup-compatibility/2006">
              <mc:Choice xmlns:v="urn:schemas-microsoft-com:vml" Requires="v">
                <p:oleObj name="Equation" r:id="rId10" imgW="520560" imgH="241200" progId="Equation.DSMT4">
                  <p:embed/>
                </p:oleObj>
              </mc:Choice>
              <mc:Fallback>
                <p:oleObj name="Equation" r:id="rId10" imgW="520560" imgH="241200" progId="Equation.DSMT4">
                  <p:embed/>
                  <p:pic>
                    <p:nvPicPr>
                      <p:cNvPr id="9" name="Object 8">
                        <a:extLst>
                          <a:ext uri="{FF2B5EF4-FFF2-40B4-BE49-F238E27FC236}">
                            <a16:creationId xmlns:a16="http://schemas.microsoft.com/office/drawing/2014/main" id="{9E635DCE-DEB5-4EA3-81F9-B1BE394ABB7D}"/>
                          </a:ext>
                          <a:ext uri="{C183D7F6-B498-43B3-948B-1728B52AA6E4}">
                            <adec:decorative xmlns:adec="http://schemas.microsoft.com/office/drawing/2017/decorative" val="1"/>
                          </a:ext>
                        </a:extLst>
                      </p:cNvPr>
                      <p:cNvPicPr/>
                      <p:nvPr/>
                    </p:nvPicPr>
                    <p:blipFill>
                      <a:blip r:embed="rId11"/>
                      <a:stretch>
                        <a:fillRect/>
                      </a:stretch>
                    </p:blipFill>
                    <p:spPr>
                      <a:xfrm>
                        <a:off x="5046889" y="3271703"/>
                        <a:ext cx="520700" cy="24130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84CE17AA-16C0-4AE9-9B0C-C13A6950F98E}"/>
              </a:ext>
              <a:ext uri="{C183D7F6-B498-43B3-948B-1728B52AA6E4}">
                <adec:decorative xmlns:adec="http://schemas.microsoft.com/office/drawing/2017/decorative" val="1"/>
              </a:ext>
            </a:extLst>
          </p:cNvPr>
          <p:cNvGraphicFramePr>
            <a:graphicFrameLocks noChangeAspect="1"/>
          </p:cNvGraphicFramePr>
          <p:nvPr/>
        </p:nvGraphicFramePr>
        <p:xfrm>
          <a:off x="6991803" y="3308216"/>
          <a:ext cx="584200" cy="241300"/>
        </p:xfrm>
        <a:graphic>
          <a:graphicData uri="http://schemas.openxmlformats.org/presentationml/2006/ole">
            <mc:AlternateContent xmlns:mc="http://schemas.openxmlformats.org/markup-compatibility/2006">
              <mc:Choice xmlns:v="urn:schemas-microsoft-com:vml" Requires="v">
                <p:oleObj name="Equation" r:id="rId12" imgW="583920" imgH="241200" progId="Equation.DSMT4">
                  <p:embed/>
                </p:oleObj>
              </mc:Choice>
              <mc:Fallback>
                <p:oleObj name="Equation" r:id="rId12" imgW="583920" imgH="241200" progId="Equation.DSMT4">
                  <p:embed/>
                  <p:pic>
                    <p:nvPicPr>
                      <p:cNvPr id="10" name="Object 9">
                        <a:extLst>
                          <a:ext uri="{FF2B5EF4-FFF2-40B4-BE49-F238E27FC236}">
                            <a16:creationId xmlns:a16="http://schemas.microsoft.com/office/drawing/2014/main" id="{84CE17AA-16C0-4AE9-9B0C-C13A6950F98E}"/>
                          </a:ext>
                          <a:ext uri="{C183D7F6-B498-43B3-948B-1728B52AA6E4}">
                            <adec:decorative xmlns:adec="http://schemas.microsoft.com/office/drawing/2017/decorative" val="1"/>
                          </a:ext>
                        </a:extLst>
                      </p:cNvPr>
                      <p:cNvPicPr/>
                      <p:nvPr/>
                    </p:nvPicPr>
                    <p:blipFill>
                      <a:blip r:embed="rId13"/>
                      <a:stretch>
                        <a:fillRect/>
                      </a:stretch>
                    </p:blipFill>
                    <p:spPr>
                      <a:xfrm>
                        <a:off x="6991803" y="3308216"/>
                        <a:ext cx="584200" cy="2413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714388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B8AFF-7447-4B2C-99CE-5D18DC5AD11A}"/>
              </a:ext>
            </a:extLst>
          </p:cNvPr>
          <p:cNvSpPr>
            <a:spLocks noGrp="1"/>
          </p:cNvSpPr>
          <p:nvPr>
            <p:ph type="title"/>
          </p:nvPr>
        </p:nvSpPr>
        <p:spPr/>
        <p:txBody>
          <a:bodyPr/>
          <a:lstStyle/>
          <a:p>
            <a:r>
              <a:rPr lang="en-US" sz="3200" noProof="0" dirty="0"/>
              <a:t>Assignment Expressions and Assignment Statements</a:t>
            </a:r>
          </a:p>
        </p:txBody>
      </p:sp>
      <p:sp>
        <p:nvSpPr>
          <p:cNvPr id="4" name="Content Placeholder 3">
            <a:extLst>
              <a:ext uri="{FF2B5EF4-FFF2-40B4-BE49-F238E27FC236}">
                <a16:creationId xmlns:a16="http://schemas.microsoft.com/office/drawing/2014/main" id="{69194359-9ED5-432C-A35A-E41A047C7D45}"/>
              </a:ext>
            </a:extLst>
          </p:cNvPr>
          <p:cNvSpPr>
            <a:spLocks noGrp="1"/>
          </p:cNvSpPr>
          <p:nvPr>
            <p:ph sz="quarter" idx="14"/>
          </p:nvPr>
        </p:nvSpPr>
        <p:spPr>
          <a:xfrm>
            <a:off x="591670" y="1714616"/>
            <a:ext cx="5840361" cy="438652"/>
          </a:xfrm>
        </p:spPr>
        <p:txBody>
          <a:bodyPr tIns="0" rIns="0" bIns="0"/>
          <a:lstStyle/>
          <a:p>
            <a:pPr marL="432" indent="0">
              <a:buNone/>
            </a:pPr>
            <a:r>
              <a:rPr lang="en-US" noProof="0" dirty="0"/>
              <a:t>variable op= expression; // Where op is +,</a:t>
            </a:r>
          </a:p>
        </p:txBody>
      </p:sp>
      <p:graphicFrame>
        <p:nvGraphicFramePr>
          <p:cNvPr id="17" name="Object 16" descr="minus, asterisk, forward slash, or %">
            <a:extLst>
              <a:ext uri="{FF2B5EF4-FFF2-40B4-BE49-F238E27FC236}">
                <a16:creationId xmlns:a16="http://schemas.microsoft.com/office/drawing/2014/main" id="{6661A4DD-FA81-4680-AE4D-8A615263CEF1}"/>
              </a:ext>
            </a:extLst>
          </p:cNvPr>
          <p:cNvGraphicFramePr>
            <a:graphicFrameLocks noChangeAspect="1"/>
          </p:cNvGraphicFramePr>
          <p:nvPr>
            <p:extLst>
              <p:ext uri="{D42A27DB-BD31-4B8C-83A1-F6EECF244321}">
                <p14:modId xmlns:p14="http://schemas.microsoft.com/office/powerpoint/2010/main" val="3801540251"/>
              </p:ext>
            </p:extLst>
          </p:nvPr>
        </p:nvGraphicFramePr>
        <p:xfrm>
          <a:off x="6491283" y="1750184"/>
          <a:ext cx="1447800" cy="355600"/>
        </p:xfrm>
        <a:graphic>
          <a:graphicData uri="http://schemas.openxmlformats.org/presentationml/2006/ole">
            <mc:AlternateContent xmlns:mc="http://schemas.openxmlformats.org/markup-compatibility/2006">
              <mc:Choice xmlns:v="urn:schemas-microsoft-com:vml" Requires="v">
                <p:oleObj name="Equation" r:id="rId2" imgW="1447560" imgH="355320" progId="Equation.DSMT4">
                  <p:embed/>
                </p:oleObj>
              </mc:Choice>
              <mc:Fallback>
                <p:oleObj name="Equation" r:id="rId2" imgW="1447560" imgH="355320" progId="Equation.DSMT4">
                  <p:embed/>
                  <p:pic>
                    <p:nvPicPr>
                      <p:cNvPr id="17" name="Object 16" descr="minus, asterisk, forward slash, or %">
                        <a:extLst>
                          <a:ext uri="{FF2B5EF4-FFF2-40B4-BE49-F238E27FC236}">
                            <a16:creationId xmlns:a16="http://schemas.microsoft.com/office/drawing/2014/main" id="{6661A4DD-FA81-4680-AE4D-8A615263CEF1}"/>
                          </a:ext>
                        </a:extLst>
                      </p:cNvPr>
                      <p:cNvPicPr/>
                      <p:nvPr/>
                    </p:nvPicPr>
                    <p:blipFill>
                      <a:blip r:embed="rId3"/>
                      <a:stretch>
                        <a:fillRect/>
                      </a:stretch>
                    </p:blipFill>
                    <p:spPr>
                      <a:xfrm>
                        <a:off x="6491283" y="1750184"/>
                        <a:ext cx="1447800" cy="3556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81DEDC78-FAC2-45D4-BD0F-041AF5882019}"/>
              </a:ext>
            </a:extLst>
          </p:cNvPr>
          <p:cNvSpPr>
            <a:spLocks noGrp="1"/>
          </p:cNvSpPr>
          <p:nvPr>
            <p:ph sz="quarter" idx="15"/>
          </p:nvPr>
        </p:nvSpPr>
        <p:spPr>
          <a:xfrm>
            <a:off x="591670" y="2241756"/>
            <a:ext cx="2481072" cy="1076633"/>
          </a:xfrm>
        </p:spPr>
        <p:txBody>
          <a:bodyPr/>
          <a:lstStyle/>
          <a:p>
            <a:pPr marL="432" indent="0">
              <a:buNone/>
            </a:pPr>
            <a:r>
              <a:rPr lang="en-US" noProof="0" dirty="0">
                <a:cs typeface="Courier New" panose="02070309020205020404" pitchFamily="49" charset="0"/>
              </a:rPr>
              <a:t>++variable;</a:t>
            </a:r>
          </a:p>
          <a:p>
            <a:pPr marL="432" indent="0">
              <a:buNone/>
            </a:pPr>
            <a:r>
              <a:rPr lang="en-US" noProof="0" dirty="0">
                <a:cs typeface="Courier New" panose="02070309020205020404" pitchFamily="49" charset="0"/>
              </a:rPr>
              <a:t>variable++;</a:t>
            </a:r>
          </a:p>
        </p:txBody>
      </p:sp>
      <p:graphicFrame>
        <p:nvGraphicFramePr>
          <p:cNvPr id="18" name="Object 17" descr="dash dash variable;">
            <a:extLst>
              <a:ext uri="{FF2B5EF4-FFF2-40B4-BE49-F238E27FC236}">
                <a16:creationId xmlns:a16="http://schemas.microsoft.com/office/drawing/2014/main" id="{B02612A8-D093-46E5-ACB7-C9C9A6999991}"/>
              </a:ext>
            </a:extLst>
          </p:cNvPr>
          <p:cNvGraphicFramePr>
            <a:graphicFrameLocks noChangeAspect="1"/>
          </p:cNvGraphicFramePr>
          <p:nvPr>
            <p:extLst>
              <p:ext uri="{D42A27DB-BD31-4B8C-83A1-F6EECF244321}">
                <p14:modId xmlns:p14="http://schemas.microsoft.com/office/powerpoint/2010/main" val="3891922574"/>
              </p:ext>
            </p:extLst>
          </p:nvPr>
        </p:nvGraphicFramePr>
        <p:xfrm>
          <a:off x="656826" y="3406877"/>
          <a:ext cx="1638300" cy="330200"/>
        </p:xfrm>
        <a:graphic>
          <a:graphicData uri="http://schemas.openxmlformats.org/presentationml/2006/ole">
            <mc:AlternateContent xmlns:mc="http://schemas.openxmlformats.org/markup-compatibility/2006">
              <mc:Choice xmlns:v="urn:schemas-microsoft-com:vml" Requires="v">
                <p:oleObj name="Equation" r:id="rId4" imgW="1638000" imgH="330120" progId="Equation.DSMT4">
                  <p:embed/>
                </p:oleObj>
              </mc:Choice>
              <mc:Fallback>
                <p:oleObj name="Equation" r:id="rId4" imgW="1638000" imgH="330120" progId="Equation.DSMT4">
                  <p:embed/>
                  <p:pic>
                    <p:nvPicPr>
                      <p:cNvPr id="18" name="Object 17" descr="dash dash variable;">
                        <a:extLst>
                          <a:ext uri="{FF2B5EF4-FFF2-40B4-BE49-F238E27FC236}">
                            <a16:creationId xmlns:a16="http://schemas.microsoft.com/office/drawing/2014/main" id="{B02612A8-D093-46E5-ACB7-C9C9A6999991}"/>
                          </a:ext>
                        </a:extLst>
                      </p:cNvPr>
                      <p:cNvPicPr/>
                      <p:nvPr/>
                    </p:nvPicPr>
                    <p:blipFill>
                      <a:blip r:embed="rId5"/>
                      <a:stretch>
                        <a:fillRect/>
                      </a:stretch>
                    </p:blipFill>
                    <p:spPr>
                      <a:xfrm>
                        <a:off x="656826" y="3406877"/>
                        <a:ext cx="1638300" cy="330200"/>
                      </a:xfrm>
                      <a:prstGeom prst="rect">
                        <a:avLst/>
                      </a:prstGeom>
                    </p:spPr>
                  </p:pic>
                </p:oleObj>
              </mc:Fallback>
            </mc:AlternateContent>
          </a:graphicData>
        </a:graphic>
      </p:graphicFrame>
      <p:graphicFrame>
        <p:nvGraphicFramePr>
          <p:cNvPr id="19" name="Object 18" descr="variable dash dash;">
            <a:extLst>
              <a:ext uri="{FF2B5EF4-FFF2-40B4-BE49-F238E27FC236}">
                <a16:creationId xmlns:a16="http://schemas.microsoft.com/office/drawing/2014/main" id="{8BC4A3D1-45E2-4929-B90F-AD7160CE3084}"/>
              </a:ext>
            </a:extLst>
          </p:cNvPr>
          <p:cNvGraphicFramePr>
            <a:graphicFrameLocks noChangeAspect="1"/>
          </p:cNvGraphicFramePr>
          <p:nvPr>
            <p:extLst>
              <p:ext uri="{D42A27DB-BD31-4B8C-83A1-F6EECF244321}">
                <p14:modId xmlns:p14="http://schemas.microsoft.com/office/powerpoint/2010/main" val="3948904002"/>
              </p:ext>
            </p:extLst>
          </p:nvPr>
        </p:nvGraphicFramePr>
        <p:xfrm>
          <a:off x="671182" y="3825565"/>
          <a:ext cx="1625600" cy="330200"/>
        </p:xfrm>
        <a:graphic>
          <a:graphicData uri="http://schemas.openxmlformats.org/presentationml/2006/ole">
            <mc:AlternateContent xmlns:mc="http://schemas.openxmlformats.org/markup-compatibility/2006">
              <mc:Choice xmlns:v="urn:schemas-microsoft-com:vml" Requires="v">
                <p:oleObj name="Equation" r:id="rId6" imgW="1625400" imgH="330120" progId="Equation.DSMT4">
                  <p:embed/>
                </p:oleObj>
              </mc:Choice>
              <mc:Fallback>
                <p:oleObj name="Equation" r:id="rId6" imgW="1625400" imgH="330120" progId="Equation.DSMT4">
                  <p:embed/>
                  <p:pic>
                    <p:nvPicPr>
                      <p:cNvPr id="19" name="Object 18" descr="variable dash dash;">
                        <a:extLst>
                          <a:ext uri="{FF2B5EF4-FFF2-40B4-BE49-F238E27FC236}">
                            <a16:creationId xmlns:a16="http://schemas.microsoft.com/office/drawing/2014/main" id="{8BC4A3D1-45E2-4929-B90F-AD7160CE3084}"/>
                          </a:ext>
                        </a:extLst>
                      </p:cNvPr>
                      <p:cNvPicPr/>
                      <p:nvPr/>
                    </p:nvPicPr>
                    <p:blipFill>
                      <a:blip r:embed="rId7"/>
                      <a:stretch>
                        <a:fillRect/>
                      </a:stretch>
                    </p:blipFill>
                    <p:spPr>
                      <a:xfrm>
                        <a:off x="671182" y="3825565"/>
                        <a:ext cx="1625600" cy="330200"/>
                      </a:xfrm>
                      <a:prstGeom prst="rect">
                        <a:avLst/>
                      </a:prstGeom>
                    </p:spPr>
                  </p:pic>
                </p:oleObj>
              </mc:Fallback>
            </mc:AlternateContent>
          </a:graphicData>
        </a:graphic>
      </p:graphicFrame>
    </p:spTree>
    <p:extLst>
      <p:ext uri="{BB962C8B-B14F-4D97-AF65-F5344CB8AC3E}">
        <p14:creationId xmlns:p14="http://schemas.microsoft.com/office/powerpoint/2010/main" val="3850251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6CB6C9-D753-496F-A179-29809206E7CD}"/>
              </a:ext>
            </a:extLst>
          </p:cNvPr>
          <p:cNvSpPr>
            <a:spLocks noGrp="1"/>
          </p:cNvSpPr>
          <p:nvPr>
            <p:ph type="title"/>
          </p:nvPr>
        </p:nvSpPr>
        <p:spPr/>
        <p:txBody>
          <a:bodyPr/>
          <a:lstStyle/>
          <a:p>
            <a:r>
              <a:rPr lang="en-US" noProof="0" dirty="0"/>
              <a:t>Conversion Rules</a:t>
            </a:r>
          </a:p>
        </p:txBody>
      </p:sp>
      <p:sp>
        <p:nvSpPr>
          <p:cNvPr id="5" name="Content Placeholder 4">
            <a:extLst>
              <a:ext uri="{FF2B5EF4-FFF2-40B4-BE49-F238E27FC236}">
                <a16:creationId xmlns:a16="http://schemas.microsoft.com/office/drawing/2014/main" id="{5DDF2541-6418-4A66-A1F6-1D9D5041A042}"/>
              </a:ext>
            </a:extLst>
          </p:cNvPr>
          <p:cNvSpPr>
            <a:spLocks noGrp="1"/>
          </p:cNvSpPr>
          <p:nvPr>
            <p:ph sz="quarter" idx="13"/>
          </p:nvPr>
        </p:nvSpPr>
        <p:spPr>
          <a:xfrm>
            <a:off x="457200" y="1556327"/>
            <a:ext cx="8229600" cy="1260000"/>
          </a:xfrm>
        </p:spPr>
        <p:txBody>
          <a:bodyPr/>
          <a:lstStyle/>
          <a:p>
            <a:pPr marL="432" indent="0">
              <a:buNone/>
            </a:pPr>
            <a:r>
              <a:rPr lang="en-US" noProof="0" dirty="0"/>
              <a:t>When performing a binary operation involving two operands of different types, Java automatically converts the operand based on the following rules:</a:t>
            </a:r>
          </a:p>
        </p:txBody>
      </p:sp>
      <p:sp>
        <p:nvSpPr>
          <p:cNvPr id="6" name="Content Placeholder 5">
            <a:extLst>
              <a:ext uri="{FF2B5EF4-FFF2-40B4-BE49-F238E27FC236}">
                <a16:creationId xmlns:a16="http://schemas.microsoft.com/office/drawing/2014/main" id="{3CB39EEE-49CF-4958-A443-90DF4EE3DA63}"/>
              </a:ext>
            </a:extLst>
          </p:cNvPr>
          <p:cNvSpPr>
            <a:spLocks noGrp="1"/>
          </p:cNvSpPr>
          <p:nvPr>
            <p:ph sz="quarter" idx="14"/>
          </p:nvPr>
        </p:nvSpPr>
        <p:spPr>
          <a:xfrm>
            <a:off x="457200" y="2922343"/>
            <a:ext cx="8229600" cy="3260623"/>
          </a:xfrm>
        </p:spPr>
        <p:txBody>
          <a:bodyPr tIns="0"/>
          <a:lstStyle/>
          <a:p>
            <a:pPr marL="432000" indent="-432000">
              <a:buFont typeface="+mj-lt"/>
              <a:buAutoNum type="arabicPeriod"/>
            </a:pPr>
            <a:r>
              <a:rPr lang="en-US" noProof="0" dirty="0"/>
              <a:t>If one of the operands is double, the other is converted into double.</a:t>
            </a:r>
          </a:p>
          <a:p>
            <a:pPr marL="432000" indent="-432000">
              <a:buFont typeface="+mj-lt"/>
              <a:buAutoNum type="arabicPeriod"/>
            </a:pPr>
            <a:r>
              <a:rPr lang="en-US" noProof="0" dirty="0"/>
              <a:t>Otherwise, if one of the operands is float, the other is converted into float.</a:t>
            </a:r>
          </a:p>
          <a:p>
            <a:pPr marL="432000" indent="-432000">
              <a:buFont typeface="+mj-lt"/>
              <a:buAutoNum type="arabicPeriod"/>
            </a:pPr>
            <a:r>
              <a:rPr lang="en-US" noProof="0" dirty="0"/>
              <a:t>Otherwise, if one of the operands is long, the other is converted into long.</a:t>
            </a:r>
          </a:p>
          <a:p>
            <a:pPr marL="432000" indent="-432000">
              <a:buFont typeface="+mj-lt"/>
              <a:buAutoNum type="arabicPeriod"/>
            </a:pPr>
            <a:r>
              <a:rPr lang="en-US" noProof="0" dirty="0"/>
              <a:t>Otherwise, both operands are converted into int.</a:t>
            </a:r>
          </a:p>
        </p:txBody>
      </p:sp>
    </p:spTree>
    <p:extLst>
      <p:ext uri="{BB962C8B-B14F-4D97-AF65-F5344CB8AC3E}">
        <p14:creationId xmlns:p14="http://schemas.microsoft.com/office/powerpoint/2010/main" val="1270543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Quick Check: x=?</a:t>
            </a:r>
          </a:p>
        </p:txBody>
      </p:sp>
      <p:sp>
        <p:nvSpPr>
          <p:cNvPr id="7" name="Content Placeholder 6"/>
          <p:cNvSpPr>
            <a:spLocks noGrp="1"/>
          </p:cNvSpPr>
          <p:nvPr>
            <p:ph sz="half" idx="1"/>
          </p:nvPr>
        </p:nvSpPr>
        <p:spPr/>
        <p:txBody>
          <a:bodyPr>
            <a:normAutofit fontScale="85000" lnSpcReduction="20000"/>
          </a:bodyPr>
          <a:lstStyle/>
          <a:p>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5/2;</a:t>
            </a:r>
            <a:endParaRPr lang="en-US" b="1" dirty="0">
              <a:latin typeface="Consolas" charset="0"/>
              <a:ea typeface="Consolas" charset="0"/>
              <a:cs typeface="Consolas" charset="0"/>
            </a:endParaRPr>
          </a:p>
          <a:p>
            <a:r>
              <a:rPr lang="mr-IN" b="1" dirty="0" err="1">
                <a:latin typeface="Consolas" charset="0"/>
                <a:ea typeface="Consolas" charset="0"/>
                <a:cs typeface="Consolas" charset="0"/>
              </a:rPr>
              <a:t>double</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5/2;</a:t>
            </a:r>
          </a:p>
          <a:p>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5.0/2;</a:t>
            </a:r>
          </a:p>
          <a:p>
            <a:r>
              <a:rPr lang="mr-IN" b="1" dirty="0" err="1">
                <a:latin typeface="Consolas" charset="0"/>
                <a:ea typeface="Consolas" charset="0"/>
                <a:cs typeface="Consolas" charset="0"/>
              </a:rPr>
              <a:t>double</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5.0/2;</a:t>
            </a:r>
          </a:p>
          <a:p>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5/4*4;</a:t>
            </a:r>
          </a:p>
          <a:p>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5/(4*4);</a:t>
            </a:r>
          </a:p>
          <a:p>
            <a:r>
              <a:rPr lang="mr-IN" b="1" dirty="0" err="1">
                <a:latin typeface="Consolas" charset="0"/>
                <a:ea typeface="Consolas" charset="0"/>
                <a:cs typeface="Consolas" charset="0"/>
              </a:rPr>
              <a:t>double</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5/4*4.0;</a:t>
            </a:r>
          </a:p>
          <a:p>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5.0/4*8;</a:t>
            </a:r>
            <a:endParaRPr lang="en-US" b="1" dirty="0">
              <a:latin typeface="Consolas" charset="0"/>
              <a:ea typeface="Consolas" charset="0"/>
              <a:cs typeface="Consolas" charset="0"/>
            </a:endParaRPr>
          </a:p>
          <a:p>
            <a:r>
              <a:rPr lang="en-US" b="1" dirty="0"/>
              <a:t>double y = 5;</a:t>
            </a:r>
            <a:r>
              <a:rPr lang="en-US" dirty="0"/>
              <a:t>        </a:t>
            </a:r>
          </a:p>
          <a:p>
            <a:pPr marL="101600" indent="0">
              <a:buNone/>
            </a:pPr>
            <a:r>
              <a:rPr lang="en-US" b="1"/>
              <a:t>  double </a:t>
            </a:r>
            <a:r>
              <a:rPr lang="en-US" b="1" dirty="0"/>
              <a:t>x = 1+y*(y/2);</a:t>
            </a:r>
            <a:r>
              <a:rPr lang="en-US" dirty="0"/>
              <a:t> </a:t>
            </a:r>
            <a:endParaRPr lang="mr-IN" b="1" dirty="0">
              <a:latin typeface="Consolas" charset="0"/>
              <a:ea typeface="Consolas" charset="0"/>
              <a:cs typeface="Consolas" charset="0"/>
            </a:endParaRPr>
          </a:p>
          <a:p>
            <a:endParaRPr lang="en-US" b="1" dirty="0">
              <a:latin typeface="Consolas" charset="0"/>
              <a:ea typeface="Consolas" charset="0"/>
              <a:cs typeface="Consolas" charset="0"/>
            </a:endParaRPr>
          </a:p>
        </p:txBody>
      </p:sp>
      <p:sp>
        <p:nvSpPr>
          <p:cNvPr id="8" name="Content Placeholder 7"/>
          <p:cNvSpPr>
            <a:spLocks noGrp="1"/>
          </p:cNvSpPr>
          <p:nvPr>
            <p:ph sz="half" idx="2"/>
          </p:nvPr>
        </p:nvSpPr>
        <p:spPr/>
        <p:txBody>
          <a:bodyPr>
            <a:normAutofit fontScale="85000" lnSpcReduction="20000"/>
          </a:bodyPr>
          <a:lstStyle/>
          <a:p>
            <a:r>
              <a:rPr lang="en-US" dirty="0">
                <a:latin typeface="Consolas" charset="0"/>
                <a:ea typeface="Consolas" charset="0"/>
                <a:cs typeface="Consolas" charset="0"/>
              </a:rPr>
              <a:t>2</a:t>
            </a:r>
          </a:p>
          <a:p>
            <a:r>
              <a:rPr lang="en-US" dirty="0">
                <a:latin typeface="Consolas" charset="0"/>
                <a:ea typeface="Consolas" charset="0"/>
                <a:cs typeface="Consolas" charset="0"/>
              </a:rPr>
              <a:t>2.0</a:t>
            </a:r>
          </a:p>
          <a:p>
            <a:r>
              <a:rPr lang="en-US" dirty="0">
                <a:latin typeface="Consolas" charset="0"/>
                <a:ea typeface="Consolas" charset="0"/>
                <a:cs typeface="Consolas" charset="0"/>
              </a:rPr>
              <a:t>Error!</a:t>
            </a:r>
          </a:p>
          <a:p>
            <a:r>
              <a:rPr lang="en-US" dirty="0">
                <a:latin typeface="Consolas" charset="0"/>
                <a:ea typeface="Consolas" charset="0"/>
                <a:cs typeface="Consolas" charset="0"/>
              </a:rPr>
              <a:t>2.5</a:t>
            </a:r>
          </a:p>
          <a:p>
            <a:r>
              <a:rPr lang="en-US" dirty="0">
                <a:latin typeface="Consolas" charset="0"/>
                <a:ea typeface="Consolas" charset="0"/>
                <a:cs typeface="Consolas" charset="0"/>
              </a:rPr>
              <a:t>4</a:t>
            </a:r>
          </a:p>
          <a:p>
            <a:r>
              <a:rPr lang="en-US" dirty="0">
                <a:latin typeface="Consolas" charset="0"/>
                <a:ea typeface="Consolas" charset="0"/>
                <a:cs typeface="Consolas" charset="0"/>
              </a:rPr>
              <a:t>0</a:t>
            </a:r>
          </a:p>
          <a:p>
            <a:r>
              <a:rPr lang="en-US" dirty="0">
                <a:latin typeface="Consolas" charset="0"/>
                <a:ea typeface="Consolas" charset="0"/>
                <a:cs typeface="Consolas" charset="0"/>
              </a:rPr>
              <a:t>4.0</a:t>
            </a:r>
          </a:p>
          <a:p>
            <a:r>
              <a:rPr lang="en-US" dirty="0">
                <a:latin typeface="Consolas" charset="0"/>
                <a:ea typeface="Consolas" charset="0"/>
                <a:cs typeface="Consolas" charset="0"/>
              </a:rPr>
              <a:t>Error!</a:t>
            </a:r>
          </a:p>
          <a:p>
            <a:endParaRPr lang="en-US" dirty="0">
              <a:latin typeface="Consolas" charset="0"/>
              <a:ea typeface="Consolas" charset="0"/>
              <a:cs typeface="Consolas" charset="0"/>
            </a:endParaRPr>
          </a:p>
          <a:p>
            <a:r>
              <a:rPr lang="en-US" dirty="0">
                <a:latin typeface="Consolas" charset="0"/>
                <a:ea typeface="Consolas" charset="0"/>
                <a:cs typeface="Consolas" charset="0"/>
              </a:rPr>
              <a:t>13.5</a:t>
            </a:r>
          </a:p>
        </p:txBody>
      </p:sp>
    </p:spTree>
    <p:extLst>
      <p:ext uri="{BB962C8B-B14F-4D97-AF65-F5344CB8AC3E}">
        <p14:creationId xmlns:p14="http://schemas.microsoft.com/office/powerpoint/2010/main" val="327209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dissolv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dissolv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dissolv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dissolve">
                                      <p:cBhvr>
                                        <p:cTn id="22" dur="500"/>
                                        <p:tgtEl>
                                          <p:spTgt spid="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dissolve">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dissolve">
                                      <p:cBhvr>
                                        <p:cTn id="32" dur="500"/>
                                        <p:tgtEl>
                                          <p:spTgt spid="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dissolve">
                                      <p:cBhvr>
                                        <p:cTn id="37" dur="500"/>
                                        <p:tgtEl>
                                          <p:spTgt spid="7">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dissolve">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
                                            <p:txEl>
                                              <p:pRg st="4" end="4"/>
                                            </p:txEl>
                                          </p:spTgt>
                                        </p:tgtEl>
                                        <p:attrNameLst>
                                          <p:attrName>style.visibility</p:attrName>
                                        </p:attrNameLst>
                                      </p:cBhvr>
                                      <p:to>
                                        <p:strVal val="visible"/>
                                      </p:to>
                                    </p:set>
                                    <p:animEffect transition="in" filter="dissolve">
                                      <p:cBhvr>
                                        <p:cTn id="47" dur="500"/>
                                        <p:tgtEl>
                                          <p:spTgt spid="7">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
                                            <p:txEl>
                                              <p:pRg st="4" end="4"/>
                                            </p:txEl>
                                          </p:spTgt>
                                        </p:tgtEl>
                                        <p:attrNameLst>
                                          <p:attrName>style.visibility</p:attrName>
                                        </p:attrNameLst>
                                      </p:cBhvr>
                                      <p:to>
                                        <p:strVal val="visible"/>
                                      </p:to>
                                    </p:set>
                                    <p:animEffect transition="in" filter="dissolve">
                                      <p:cBhvr>
                                        <p:cTn id="52" dur="500"/>
                                        <p:tgtEl>
                                          <p:spTgt spid="8">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
                                            <p:txEl>
                                              <p:pRg st="5" end="5"/>
                                            </p:txEl>
                                          </p:spTgt>
                                        </p:tgtEl>
                                        <p:attrNameLst>
                                          <p:attrName>style.visibility</p:attrName>
                                        </p:attrNameLst>
                                      </p:cBhvr>
                                      <p:to>
                                        <p:strVal val="visible"/>
                                      </p:to>
                                    </p:set>
                                    <p:animEffect transition="in" filter="dissolve">
                                      <p:cBhvr>
                                        <p:cTn id="57" dur="500"/>
                                        <p:tgtEl>
                                          <p:spTgt spid="7">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8">
                                            <p:txEl>
                                              <p:pRg st="5" end="5"/>
                                            </p:txEl>
                                          </p:spTgt>
                                        </p:tgtEl>
                                        <p:attrNameLst>
                                          <p:attrName>style.visibility</p:attrName>
                                        </p:attrNameLst>
                                      </p:cBhvr>
                                      <p:to>
                                        <p:strVal val="visible"/>
                                      </p:to>
                                    </p:set>
                                    <p:animEffect transition="in" filter="dissolve">
                                      <p:cBhvr>
                                        <p:cTn id="62" dur="500"/>
                                        <p:tgtEl>
                                          <p:spTgt spid="8">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7">
                                            <p:txEl>
                                              <p:pRg st="6" end="6"/>
                                            </p:txEl>
                                          </p:spTgt>
                                        </p:tgtEl>
                                        <p:attrNameLst>
                                          <p:attrName>style.visibility</p:attrName>
                                        </p:attrNameLst>
                                      </p:cBhvr>
                                      <p:to>
                                        <p:strVal val="visible"/>
                                      </p:to>
                                    </p:set>
                                    <p:animEffect transition="in" filter="dissolve">
                                      <p:cBhvr>
                                        <p:cTn id="67" dur="500"/>
                                        <p:tgtEl>
                                          <p:spTgt spid="7">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
                                            <p:txEl>
                                              <p:pRg st="6" end="6"/>
                                            </p:txEl>
                                          </p:spTgt>
                                        </p:tgtEl>
                                        <p:attrNameLst>
                                          <p:attrName>style.visibility</p:attrName>
                                        </p:attrNameLst>
                                      </p:cBhvr>
                                      <p:to>
                                        <p:strVal val="visible"/>
                                      </p:to>
                                    </p:set>
                                    <p:animEffect transition="in" filter="dissolve">
                                      <p:cBhvr>
                                        <p:cTn id="72" dur="500"/>
                                        <p:tgtEl>
                                          <p:spTgt spid="8">
                                            <p:txEl>
                                              <p:pRg st="6" end="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7">
                                            <p:txEl>
                                              <p:pRg st="7" end="7"/>
                                            </p:txEl>
                                          </p:spTgt>
                                        </p:tgtEl>
                                        <p:attrNameLst>
                                          <p:attrName>style.visibility</p:attrName>
                                        </p:attrNameLst>
                                      </p:cBhvr>
                                      <p:to>
                                        <p:strVal val="visible"/>
                                      </p:to>
                                    </p:set>
                                    <p:animEffect transition="in" filter="dissolve">
                                      <p:cBhvr>
                                        <p:cTn id="77" dur="500"/>
                                        <p:tgtEl>
                                          <p:spTgt spid="7">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ntr" presetSubtype="0" fill="hold" grpId="0" nodeType="clickEffect">
                                  <p:stCondLst>
                                    <p:cond delay="0"/>
                                  </p:stCondLst>
                                  <p:childTnLst>
                                    <p:set>
                                      <p:cBhvr>
                                        <p:cTn id="81" dur="1" fill="hold">
                                          <p:stCondLst>
                                            <p:cond delay="0"/>
                                          </p:stCondLst>
                                        </p:cTn>
                                        <p:tgtEl>
                                          <p:spTgt spid="8">
                                            <p:txEl>
                                              <p:pRg st="7" end="7"/>
                                            </p:txEl>
                                          </p:spTgt>
                                        </p:tgtEl>
                                        <p:attrNameLst>
                                          <p:attrName>style.visibility</p:attrName>
                                        </p:attrNameLst>
                                      </p:cBhvr>
                                      <p:to>
                                        <p:strVal val="visible"/>
                                      </p:to>
                                    </p:set>
                                    <p:animEffect transition="in" filter="dissolve">
                                      <p:cBhvr>
                                        <p:cTn id="82" dur="500"/>
                                        <p:tgtEl>
                                          <p:spTgt spid="8">
                                            <p:txEl>
                                              <p:pRg st="7" end="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7">
                                            <p:txEl>
                                              <p:pRg st="8" end="8"/>
                                            </p:txEl>
                                          </p:spTgt>
                                        </p:tgtEl>
                                        <p:attrNameLst>
                                          <p:attrName>style.visibility</p:attrName>
                                        </p:attrNameLst>
                                      </p:cBhvr>
                                      <p:to>
                                        <p:strVal val="visible"/>
                                      </p:to>
                                    </p:set>
                                    <p:animEffect transition="in" filter="dissolve">
                                      <p:cBhvr>
                                        <p:cTn id="87" dur="500"/>
                                        <p:tgtEl>
                                          <p:spTgt spid="7">
                                            <p:txEl>
                                              <p:pRg st="8"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childTnLst>
                                    <p:set>
                                      <p:cBhvr>
                                        <p:cTn id="91" dur="1" fill="hold">
                                          <p:stCondLst>
                                            <p:cond delay="0"/>
                                          </p:stCondLst>
                                        </p:cTn>
                                        <p:tgtEl>
                                          <p:spTgt spid="7">
                                            <p:txEl>
                                              <p:pRg st="9" end="9"/>
                                            </p:txEl>
                                          </p:spTgt>
                                        </p:tgtEl>
                                        <p:attrNameLst>
                                          <p:attrName>style.visibility</p:attrName>
                                        </p:attrNameLst>
                                      </p:cBhvr>
                                      <p:to>
                                        <p:strVal val="visible"/>
                                      </p:to>
                                    </p:set>
                                    <p:animEffect transition="in" filter="dissolve">
                                      <p:cBhvr>
                                        <p:cTn id="92" dur="500"/>
                                        <p:tgtEl>
                                          <p:spTgt spid="7">
                                            <p:txEl>
                                              <p:pRg st="9" end="9"/>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9" presetClass="entr" presetSubtype="0" fill="hold" grpId="0" nodeType="clickEffect">
                                  <p:stCondLst>
                                    <p:cond delay="0"/>
                                  </p:stCondLst>
                                  <p:childTnLst>
                                    <p:set>
                                      <p:cBhvr>
                                        <p:cTn id="96" dur="1" fill="hold">
                                          <p:stCondLst>
                                            <p:cond delay="0"/>
                                          </p:stCondLst>
                                        </p:cTn>
                                        <p:tgtEl>
                                          <p:spTgt spid="8">
                                            <p:txEl>
                                              <p:pRg st="9" end="9"/>
                                            </p:txEl>
                                          </p:spTgt>
                                        </p:tgtEl>
                                        <p:attrNameLst>
                                          <p:attrName>style.visibility</p:attrName>
                                        </p:attrNameLst>
                                      </p:cBhvr>
                                      <p:to>
                                        <p:strVal val="visible"/>
                                      </p:to>
                                    </p:set>
                                    <p:animEffect transition="in" filter="dissolve">
                                      <p:cBhvr>
                                        <p:cTn id="97" dur="500"/>
                                        <p:tgtEl>
                                          <p:spTgt spid="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275DF-1581-4D5B-A931-4EA867D8CC5A}"/>
              </a:ext>
            </a:extLst>
          </p:cNvPr>
          <p:cNvSpPr>
            <a:spLocks noGrp="1"/>
          </p:cNvSpPr>
          <p:nvPr>
            <p:ph type="title"/>
          </p:nvPr>
        </p:nvSpPr>
        <p:spPr/>
        <p:txBody>
          <a:bodyPr/>
          <a:lstStyle/>
          <a:p>
            <a:r>
              <a:rPr lang="en-US" noProof="0" dirty="0"/>
              <a:t>Type Casting</a:t>
            </a:r>
          </a:p>
        </p:txBody>
      </p:sp>
      <p:sp>
        <p:nvSpPr>
          <p:cNvPr id="3" name="Content Placeholder 2">
            <a:extLst>
              <a:ext uri="{FF2B5EF4-FFF2-40B4-BE49-F238E27FC236}">
                <a16:creationId xmlns:a16="http://schemas.microsoft.com/office/drawing/2014/main" id="{9A4D46D8-B80B-475D-920B-83D89BF538BC}"/>
              </a:ext>
            </a:extLst>
          </p:cNvPr>
          <p:cNvSpPr>
            <a:spLocks noGrp="1"/>
          </p:cNvSpPr>
          <p:nvPr>
            <p:ph sz="quarter" idx="13"/>
          </p:nvPr>
        </p:nvSpPr>
        <p:spPr>
          <a:xfrm>
            <a:off x="457200" y="1552575"/>
            <a:ext cx="8229600" cy="2736000"/>
          </a:xfrm>
        </p:spPr>
        <p:txBody>
          <a:bodyPr/>
          <a:lstStyle/>
          <a:p>
            <a:pPr marL="432" indent="0">
              <a:buNone/>
            </a:pPr>
            <a:r>
              <a:rPr lang="en-US" noProof="0" dirty="0"/>
              <a:t>Implicit casting</a:t>
            </a:r>
          </a:p>
          <a:p>
            <a:pPr marL="432" indent="0">
              <a:buNone/>
            </a:pPr>
            <a:r>
              <a:rPr lang="en-US" b="1" noProof="0" dirty="0">
                <a:latin typeface="Courier New" panose="02070309020205020404" pitchFamily="49" charset="0"/>
                <a:cs typeface="Courier New" panose="02070309020205020404" pitchFamily="49" charset="0"/>
              </a:rPr>
              <a:t>double d = 3;</a:t>
            </a:r>
            <a:r>
              <a:rPr lang="en-US" noProof="0" dirty="0"/>
              <a:t> (type widening)</a:t>
            </a:r>
          </a:p>
          <a:p>
            <a:pPr marL="432" indent="0">
              <a:buNone/>
            </a:pPr>
            <a:r>
              <a:rPr lang="en-US" noProof="0" dirty="0"/>
              <a:t>Explicit casting</a:t>
            </a:r>
          </a:p>
          <a:p>
            <a:pPr marL="432" indent="0">
              <a:buNone/>
            </a:pP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 </a:t>
            </a:r>
            <a:r>
              <a:rPr lang="en-US" b="1" noProof="0" dirty="0" err="1">
                <a:latin typeface="Courier New" panose="02070309020205020404" pitchFamily="49" charset="0"/>
                <a:cs typeface="Courier New" panose="02070309020205020404" pitchFamily="49" charset="0"/>
              </a:rPr>
              <a:t>i</a:t>
            </a:r>
            <a:r>
              <a:rPr lang="en-US" b="1" noProof="0" dirty="0">
                <a:latin typeface="Courier New" panose="02070309020205020404" pitchFamily="49" charset="0"/>
                <a:cs typeface="Courier New" panose="02070309020205020404" pitchFamily="49" charset="0"/>
              </a:rPr>
              <a:t> = (</a:t>
            </a: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)3.0;</a:t>
            </a:r>
            <a:r>
              <a:rPr lang="en-US" noProof="0" dirty="0"/>
              <a:t> (type narrowing)</a:t>
            </a:r>
          </a:p>
          <a:p>
            <a:pPr marL="432" indent="0">
              <a:buNone/>
            </a:pP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 </a:t>
            </a:r>
            <a:r>
              <a:rPr lang="en-US" b="1" noProof="0" dirty="0" err="1">
                <a:latin typeface="Courier New" panose="02070309020205020404" pitchFamily="49" charset="0"/>
                <a:cs typeface="Courier New" panose="02070309020205020404" pitchFamily="49" charset="0"/>
              </a:rPr>
              <a:t>i</a:t>
            </a:r>
            <a:r>
              <a:rPr lang="en-US" b="1" noProof="0" dirty="0">
                <a:latin typeface="Courier New" panose="02070309020205020404" pitchFamily="49" charset="0"/>
                <a:cs typeface="Courier New" panose="02070309020205020404" pitchFamily="49" charset="0"/>
              </a:rPr>
              <a:t> = (</a:t>
            </a:r>
            <a:r>
              <a:rPr lang="en-US" b="1" noProof="0" dirty="0" err="1">
                <a:latin typeface="Courier New" panose="02070309020205020404" pitchFamily="49" charset="0"/>
                <a:cs typeface="Courier New" panose="02070309020205020404" pitchFamily="49" charset="0"/>
              </a:rPr>
              <a:t>int</a:t>
            </a:r>
            <a:r>
              <a:rPr lang="en-US" b="1" noProof="0" dirty="0">
                <a:latin typeface="Courier New" panose="02070309020205020404" pitchFamily="49" charset="0"/>
                <a:cs typeface="Courier New" panose="02070309020205020404" pitchFamily="49" charset="0"/>
              </a:rPr>
              <a:t>)3.9;</a:t>
            </a:r>
            <a:r>
              <a:rPr lang="en-US" noProof="0" dirty="0"/>
              <a:t> (Fraction part is truncated)</a:t>
            </a:r>
          </a:p>
        </p:txBody>
      </p:sp>
      <p:sp>
        <p:nvSpPr>
          <p:cNvPr id="4" name="Content Placeholder 3">
            <a:extLst>
              <a:ext uri="{FF2B5EF4-FFF2-40B4-BE49-F238E27FC236}">
                <a16:creationId xmlns:a16="http://schemas.microsoft.com/office/drawing/2014/main" id="{56745455-C078-4E62-ADAE-8ABD3E9443B0}"/>
              </a:ext>
            </a:extLst>
          </p:cNvPr>
          <p:cNvSpPr>
            <a:spLocks noGrp="1"/>
          </p:cNvSpPr>
          <p:nvPr>
            <p:ph sz="quarter" idx="14"/>
          </p:nvPr>
        </p:nvSpPr>
        <p:spPr>
          <a:xfrm>
            <a:off x="457201" y="4426225"/>
            <a:ext cx="2318400" cy="427491"/>
          </a:xfrm>
        </p:spPr>
        <p:txBody>
          <a:bodyPr tIns="0" rIns="0"/>
          <a:lstStyle/>
          <a:p>
            <a:pPr marL="432" indent="0">
              <a:buNone/>
            </a:pPr>
            <a:r>
              <a:rPr lang="en-US" noProof="0" dirty="0"/>
              <a:t>What is wrong?</a:t>
            </a:r>
          </a:p>
        </p:txBody>
      </p:sp>
      <p:graphicFrame>
        <p:nvGraphicFramePr>
          <p:cNvPr id="17" name="Object 16" descr="int x = 5 over 2.0;">
            <a:extLst>
              <a:ext uri="{FF2B5EF4-FFF2-40B4-BE49-F238E27FC236}">
                <a16:creationId xmlns:a16="http://schemas.microsoft.com/office/drawing/2014/main" id="{E6A9917F-01E5-4F8C-990B-636EA84A825C}"/>
              </a:ext>
            </a:extLst>
          </p:cNvPr>
          <p:cNvGraphicFramePr>
            <a:graphicFrameLocks noChangeAspect="1"/>
          </p:cNvGraphicFramePr>
          <p:nvPr/>
        </p:nvGraphicFramePr>
        <p:xfrm>
          <a:off x="2895237" y="4468813"/>
          <a:ext cx="2552700" cy="342900"/>
        </p:xfrm>
        <a:graphic>
          <a:graphicData uri="http://schemas.openxmlformats.org/presentationml/2006/ole">
            <mc:AlternateContent xmlns:mc="http://schemas.openxmlformats.org/markup-compatibility/2006">
              <mc:Choice xmlns:v="urn:schemas-microsoft-com:vml" Requires="v">
                <p:oleObj name="Equation" r:id="rId2" imgW="2552400" imgH="342720" progId="Equation.DSMT4">
                  <p:embed/>
                </p:oleObj>
              </mc:Choice>
              <mc:Fallback>
                <p:oleObj name="Equation" r:id="rId2" imgW="2552400" imgH="342720" progId="Equation.DSMT4">
                  <p:embed/>
                  <p:pic>
                    <p:nvPicPr>
                      <p:cNvPr id="17" name="Object 16" descr="int x = 5 over 2.0;">
                        <a:extLst>
                          <a:ext uri="{FF2B5EF4-FFF2-40B4-BE49-F238E27FC236}">
                            <a16:creationId xmlns:a16="http://schemas.microsoft.com/office/drawing/2014/main" id="{E6A9917F-01E5-4F8C-990B-636EA84A825C}"/>
                          </a:ext>
                        </a:extLst>
                      </p:cNvPr>
                      <p:cNvPicPr/>
                      <p:nvPr/>
                    </p:nvPicPr>
                    <p:blipFill>
                      <a:blip r:embed="rId3"/>
                      <a:stretch>
                        <a:fillRect/>
                      </a:stretch>
                    </p:blipFill>
                    <p:spPr>
                      <a:xfrm>
                        <a:off x="2895237" y="4468813"/>
                        <a:ext cx="2552700" cy="342900"/>
                      </a:xfrm>
                      <a:prstGeom prst="rect">
                        <a:avLst/>
                      </a:prstGeom>
                    </p:spPr>
                  </p:pic>
                </p:oleObj>
              </mc:Fallback>
            </mc:AlternateContent>
          </a:graphicData>
        </a:graphic>
      </p:graphicFrame>
      <p:pic>
        <p:nvPicPr>
          <p:cNvPr id="8" name="Picture 7" descr="A rightward arrow is labeled as, range increases. Below the arrow, the text is written as, byte, short, int, long, float, double.">
            <a:extLst>
              <a:ext uri="{FF2B5EF4-FFF2-40B4-BE49-F238E27FC236}">
                <a16:creationId xmlns:a16="http://schemas.microsoft.com/office/drawing/2014/main" id="{8DDD27B3-1727-40C1-940D-63EF64619046}"/>
              </a:ext>
            </a:extLst>
          </p:cNvPr>
          <p:cNvPicPr>
            <a:picLocks noChangeAspect="1"/>
          </p:cNvPicPr>
          <p:nvPr/>
        </p:nvPicPr>
        <p:blipFill rotWithShape="1">
          <a:blip r:embed="rId4"/>
          <a:srcRect b="23401"/>
          <a:stretch/>
        </p:blipFill>
        <p:spPr>
          <a:xfrm>
            <a:off x="1475232" y="5033954"/>
            <a:ext cx="6193536" cy="1031960"/>
          </a:xfrm>
          <a:prstGeom prst="rect">
            <a:avLst/>
          </a:prstGeom>
        </p:spPr>
      </p:pic>
    </p:spTree>
    <p:extLst>
      <p:ext uri="{BB962C8B-B14F-4D97-AF65-F5344CB8AC3E}">
        <p14:creationId xmlns:p14="http://schemas.microsoft.com/office/powerpoint/2010/main" val="9366873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Terminal Input</a:t>
            </a:r>
          </a:p>
        </p:txBody>
      </p:sp>
      <p:sp>
        <p:nvSpPr>
          <p:cNvPr id="3" name="Content Placeholder 2"/>
          <p:cNvSpPr>
            <a:spLocks noGrp="1"/>
          </p:cNvSpPr>
          <p:nvPr>
            <p:ph idx="1"/>
          </p:nvPr>
        </p:nvSpPr>
        <p:spPr/>
        <p:txBody>
          <a:bodyPr/>
          <a:lstStyle/>
          <a:p>
            <a:r>
              <a:rPr lang="en-US" dirty="0"/>
              <a:t>Java doesn't (easily) allow reading directly from </a:t>
            </a:r>
            <a:r>
              <a:rPr lang="en-US" b="1" dirty="0" err="1">
                <a:latin typeface="Consolas" charset="0"/>
                <a:ea typeface="Consolas" charset="0"/>
                <a:cs typeface="Consolas" charset="0"/>
              </a:rPr>
              <a:t>System.in</a:t>
            </a:r>
            <a:endParaRPr lang="en-US" b="1" dirty="0">
              <a:latin typeface="Consolas" charset="0"/>
              <a:ea typeface="Consolas" charset="0"/>
              <a:cs typeface="Consolas" charset="0"/>
            </a:endParaRPr>
          </a:p>
          <a:p>
            <a:endParaRPr lang="en-US" dirty="0"/>
          </a:p>
          <a:p>
            <a:r>
              <a:rPr lang="en-US" dirty="0"/>
              <a:t>Instead, you use a </a:t>
            </a:r>
            <a:r>
              <a:rPr lang="en-US" b="1" dirty="0">
                <a:latin typeface="Consolas" charset="0"/>
                <a:ea typeface="Consolas" charset="0"/>
                <a:cs typeface="Consolas" charset="0"/>
              </a:rPr>
              <a:t>Scanner</a:t>
            </a:r>
            <a:r>
              <a:rPr lang="en-US" dirty="0"/>
              <a:t> object that handles reading the input and ensures that the type of data you read matches what you want</a:t>
            </a:r>
          </a:p>
        </p:txBody>
      </p:sp>
    </p:spTree>
    <p:extLst>
      <p:ext uri="{BB962C8B-B14F-4D97-AF65-F5344CB8AC3E}">
        <p14:creationId xmlns:p14="http://schemas.microsoft.com/office/powerpoint/2010/main" val="9831343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Using a </a:t>
            </a:r>
            <a:r>
              <a:rPr lang="en-US" b="1" dirty="0">
                <a:latin typeface="Consolas" charset="0"/>
                <a:ea typeface="Consolas" charset="0"/>
                <a:cs typeface="Consolas" charset="0"/>
              </a:rPr>
              <a:t>Scanner</a:t>
            </a:r>
          </a:p>
        </p:txBody>
      </p:sp>
      <p:sp>
        <p:nvSpPr>
          <p:cNvPr id="3" name="Content Placeholder 2"/>
          <p:cNvSpPr>
            <a:spLocks noGrp="1"/>
          </p:cNvSpPr>
          <p:nvPr>
            <p:ph idx="1"/>
          </p:nvPr>
        </p:nvSpPr>
        <p:spPr/>
        <p:txBody>
          <a:bodyPr>
            <a:normAutofit/>
          </a:bodyPr>
          <a:lstStyle/>
          <a:p>
            <a:r>
              <a:rPr lang="en-US" dirty="0"/>
              <a:t>Declare and initialize a Scanner object</a:t>
            </a:r>
          </a:p>
          <a:p>
            <a:pPr marL="457153" lvl="1" indent="0">
              <a:buNone/>
            </a:pPr>
            <a:r>
              <a:rPr lang="en-US" b="1" dirty="0">
                <a:latin typeface="Consolas" charset="0"/>
                <a:ea typeface="Consolas" charset="0"/>
                <a:cs typeface="Consolas" charset="0"/>
              </a:rPr>
              <a:t>Scanner s = new Scanner(</a:t>
            </a:r>
            <a:r>
              <a:rPr lang="en-US" b="1" dirty="0" err="1">
                <a:latin typeface="Consolas" charset="0"/>
                <a:ea typeface="Consolas" charset="0"/>
                <a:cs typeface="Consolas" charset="0"/>
              </a:rPr>
              <a:t>System.in</a:t>
            </a:r>
            <a:r>
              <a:rPr lang="en-US" b="1" dirty="0">
                <a:latin typeface="Consolas" charset="0"/>
                <a:ea typeface="Consolas" charset="0"/>
                <a:cs typeface="Consolas" charset="0"/>
              </a:rPr>
              <a:t>);</a:t>
            </a:r>
          </a:p>
          <a:p>
            <a:pPr lvl="1"/>
            <a:r>
              <a:rPr lang="en-US" i="1" dirty="0"/>
              <a:t>One per program!</a:t>
            </a:r>
          </a:p>
          <a:p>
            <a:pPr lvl="1"/>
            <a:r>
              <a:rPr lang="en-US" i="1" dirty="0"/>
              <a:t>Requires </a:t>
            </a:r>
            <a:r>
              <a:rPr lang="en-US" b="1" dirty="0">
                <a:latin typeface="Consolas" charset="0"/>
                <a:ea typeface="Consolas" charset="0"/>
                <a:cs typeface="Consolas" charset="0"/>
              </a:rPr>
              <a:t>import </a:t>
            </a:r>
            <a:r>
              <a:rPr lang="en-US" b="1" dirty="0" err="1">
                <a:latin typeface="Consolas" charset="0"/>
                <a:ea typeface="Consolas" charset="0"/>
                <a:cs typeface="Consolas" charset="0"/>
              </a:rPr>
              <a:t>java.util.Scanner</a:t>
            </a:r>
            <a:r>
              <a:rPr lang="en-US" b="1" dirty="0">
                <a:latin typeface="Consolas" charset="0"/>
                <a:ea typeface="Consolas" charset="0"/>
                <a:cs typeface="Consolas" charset="0"/>
              </a:rPr>
              <a:t>;</a:t>
            </a:r>
          </a:p>
          <a:p>
            <a:endParaRPr lang="en-US" dirty="0"/>
          </a:p>
          <a:p>
            <a:r>
              <a:rPr lang="en-US" dirty="0"/>
              <a:t>Call methods on the </a:t>
            </a:r>
            <a:r>
              <a:rPr lang="en-US" b="1" dirty="0">
                <a:latin typeface="Consolas" charset="0"/>
                <a:ea typeface="Consolas" charset="0"/>
                <a:cs typeface="Consolas" charset="0"/>
              </a:rPr>
              <a:t>Scanner</a:t>
            </a:r>
            <a:r>
              <a:rPr lang="en-US" dirty="0"/>
              <a:t> object to read different types of values from the terminal</a:t>
            </a:r>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var</a:t>
            </a:r>
            <a:r>
              <a:rPr lang="en-US" b="1" dirty="0">
                <a:latin typeface="Consolas" charset="0"/>
                <a:ea typeface="Consolas" charset="0"/>
                <a:cs typeface="Consolas" charset="0"/>
              </a:rPr>
              <a:t> = </a:t>
            </a:r>
            <a:r>
              <a:rPr lang="en-US" b="1" dirty="0" err="1">
                <a:latin typeface="Consolas" charset="0"/>
                <a:ea typeface="Consolas" charset="0"/>
                <a:cs typeface="Consolas" charset="0"/>
              </a:rPr>
              <a:t>s.nextInt</a:t>
            </a:r>
            <a:r>
              <a:rPr lang="en-US" b="1" dirty="0">
                <a:latin typeface="Consolas" charset="0"/>
                <a:ea typeface="Consolas" charset="0"/>
                <a:cs typeface="Consolas" charset="0"/>
              </a:rPr>
              <a:t>();</a:t>
            </a:r>
          </a:p>
          <a:p>
            <a:pPr marL="457153" lvl="1" indent="0">
              <a:buNone/>
            </a:pPr>
            <a:r>
              <a:rPr lang="en-US" b="1" dirty="0">
                <a:latin typeface="Consolas" charset="0"/>
                <a:ea typeface="Consolas" charset="0"/>
                <a:cs typeface="Consolas" charset="0"/>
              </a:rPr>
              <a:t>double </a:t>
            </a:r>
            <a:r>
              <a:rPr lang="en-US" b="1" dirty="0" err="1">
                <a:latin typeface="Consolas" charset="0"/>
                <a:ea typeface="Consolas" charset="0"/>
                <a:cs typeface="Consolas" charset="0"/>
              </a:rPr>
              <a:t>var</a:t>
            </a:r>
            <a:r>
              <a:rPr lang="en-US" b="1" dirty="0">
                <a:latin typeface="Consolas" charset="0"/>
                <a:ea typeface="Consolas" charset="0"/>
                <a:cs typeface="Consolas" charset="0"/>
              </a:rPr>
              <a:t> = </a:t>
            </a:r>
            <a:r>
              <a:rPr lang="en-US" b="1" dirty="0" err="1">
                <a:latin typeface="Consolas" charset="0"/>
                <a:ea typeface="Consolas" charset="0"/>
                <a:cs typeface="Consolas" charset="0"/>
              </a:rPr>
              <a:t>s.nextDouble</a:t>
            </a:r>
            <a:r>
              <a:rPr lang="en-US" b="1" dirty="0">
                <a:latin typeface="Consolas" charset="0"/>
                <a:ea typeface="Consolas" charset="0"/>
                <a:cs typeface="Consolas" charset="0"/>
              </a:rPr>
              <a:t>();</a:t>
            </a:r>
          </a:p>
          <a:p>
            <a:pPr marL="457153" lvl="1" indent="0">
              <a:buNone/>
            </a:pPr>
            <a:r>
              <a:rPr lang="en-US" b="1" dirty="0">
                <a:latin typeface="Consolas" charset="0"/>
                <a:ea typeface="Consolas" charset="0"/>
                <a:cs typeface="Consolas" charset="0"/>
              </a:rPr>
              <a:t>String </a:t>
            </a:r>
            <a:r>
              <a:rPr lang="en-US" b="1" dirty="0" err="1">
                <a:latin typeface="Consolas" charset="0"/>
                <a:ea typeface="Consolas" charset="0"/>
                <a:cs typeface="Consolas" charset="0"/>
              </a:rPr>
              <a:t>var</a:t>
            </a:r>
            <a:r>
              <a:rPr lang="en-US" b="1" dirty="0">
                <a:latin typeface="Consolas" charset="0"/>
                <a:ea typeface="Consolas" charset="0"/>
                <a:cs typeface="Consolas" charset="0"/>
              </a:rPr>
              <a:t> = </a:t>
            </a:r>
            <a:r>
              <a:rPr lang="en-US" b="1" dirty="0" err="1">
                <a:latin typeface="Consolas" charset="0"/>
                <a:ea typeface="Consolas" charset="0"/>
                <a:cs typeface="Consolas" charset="0"/>
              </a:rPr>
              <a:t>s.next</a:t>
            </a:r>
            <a:r>
              <a:rPr lang="en-US" b="1" dirty="0">
                <a:latin typeface="Consolas" charset="0"/>
                <a:ea typeface="Consolas" charset="0"/>
                <a:cs typeface="Consolas" charset="0"/>
              </a:rPr>
              <a:t>();</a:t>
            </a:r>
          </a:p>
          <a:p>
            <a:pPr marL="457153" lvl="1" indent="0">
              <a:buNone/>
            </a:pPr>
            <a:r>
              <a:rPr lang="en-US" b="1" dirty="0">
                <a:latin typeface="Consolas" charset="0"/>
                <a:ea typeface="Consolas" charset="0"/>
                <a:cs typeface="Consolas" charset="0"/>
              </a:rPr>
              <a:t>String </a:t>
            </a:r>
            <a:r>
              <a:rPr lang="en-US" b="1" dirty="0" err="1">
                <a:latin typeface="Consolas" charset="0"/>
                <a:ea typeface="Consolas" charset="0"/>
                <a:cs typeface="Consolas" charset="0"/>
              </a:rPr>
              <a:t>var</a:t>
            </a:r>
            <a:r>
              <a:rPr lang="en-US" b="1" dirty="0">
                <a:latin typeface="Consolas" charset="0"/>
                <a:ea typeface="Consolas" charset="0"/>
                <a:cs typeface="Consolas" charset="0"/>
              </a:rPr>
              <a:t> = </a:t>
            </a:r>
            <a:r>
              <a:rPr lang="en-US" b="1" dirty="0" err="1">
                <a:latin typeface="Consolas" charset="0"/>
                <a:ea typeface="Consolas" charset="0"/>
                <a:cs typeface="Consolas" charset="0"/>
              </a:rPr>
              <a:t>s.nextLine</a:t>
            </a:r>
            <a:r>
              <a:rPr lang="en-US" b="1" dirty="0">
                <a:latin typeface="Consolas" charset="0"/>
                <a:ea typeface="Consolas" charset="0"/>
                <a:cs typeface="Consolas" charset="0"/>
              </a:rPr>
              <a:t>(); // whole line</a:t>
            </a:r>
          </a:p>
          <a:p>
            <a:pPr lvl="2"/>
            <a:r>
              <a:rPr lang="en-US" dirty="0"/>
              <a:t>Careful mixing with others due to whitespace handling</a:t>
            </a:r>
          </a:p>
          <a:p>
            <a:endParaRPr lang="en-US" dirty="0"/>
          </a:p>
        </p:txBody>
      </p:sp>
    </p:spTree>
    <p:extLst>
      <p:ext uri="{BB962C8B-B14F-4D97-AF65-F5344CB8AC3E}">
        <p14:creationId xmlns:p14="http://schemas.microsoft.com/office/powerpoint/2010/main" val="18574105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Terminal Output</a:t>
            </a:r>
          </a:p>
        </p:txBody>
      </p:sp>
      <p:sp>
        <p:nvSpPr>
          <p:cNvPr id="3" name="Content Placeholder 2"/>
          <p:cNvSpPr>
            <a:spLocks noGrp="1"/>
          </p:cNvSpPr>
          <p:nvPr>
            <p:ph idx="1"/>
          </p:nvPr>
        </p:nvSpPr>
        <p:spPr>
          <a:xfrm>
            <a:off x="457631" y="1278710"/>
            <a:ext cx="8386243" cy="4847170"/>
          </a:xfrm>
        </p:spPr>
        <p:txBody>
          <a:bodyPr>
            <a:normAutofit/>
          </a:bodyPr>
          <a:lstStyle/>
          <a:p>
            <a:r>
              <a:rPr lang="en-US" dirty="0"/>
              <a:t>You should get into the habit of using formatted printing by default</a:t>
            </a:r>
          </a:p>
          <a:p>
            <a:pPr marL="457153" lvl="1" indent="0">
              <a:buNone/>
            </a:pPr>
            <a:r>
              <a:rPr lang="en-US" sz="2200" b="1" dirty="0" err="1">
                <a:latin typeface="Consolas" charset="0"/>
                <a:ea typeface="Consolas" charset="0"/>
                <a:cs typeface="Consolas" charset="0"/>
              </a:rPr>
              <a:t>System.out.printf</a:t>
            </a:r>
            <a:r>
              <a:rPr lang="en-US" sz="2200" b="1" dirty="0">
                <a:latin typeface="Consolas" charset="0"/>
                <a:ea typeface="Consolas" charset="0"/>
                <a:cs typeface="Consolas" charset="0"/>
              </a:rPr>
              <a:t>("format", arg1, arg2, …);</a:t>
            </a:r>
          </a:p>
          <a:p>
            <a:pPr marL="457153" lvl="1" indent="0">
              <a:buNone/>
            </a:pPr>
            <a:r>
              <a:rPr lang="en-US" sz="2200" b="1" dirty="0">
                <a:latin typeface="Consolas" charset="0"/>
                <a:ea typeface="Consolas" charset="0"/>
                <a:cs typeface="Consolas" charset="0"/>
              </a:rPr>
              <a:t>String s = </a:t>
            </a:r>
            <a:r>
              <a:rPr lang="en-US" sz="2200" b="1" dirty="0" err="1">
                <a:latin typeface="Consolas" charset="0"/>
                <a:ea typeface="Consolas" charset="0"/>
                <a:cs typeface="Consolas" charset="0"/>
              </a:rPr>
              <a:t>String.format</a:t>
            </a:r>
            <a:r>
              <a:rPr lang="en-US" sz="2200" b="1" dirty="0">
                <a:latin typeface="Consolas" charset="0"/>
                <a:ea typeface="Consolas" charset="0"/>
                <a:cs typeface="Consolas" charset="0"/>
              </a:rPr>
              <a:t>("format", arg1, arg2, </a:t>
            </a:r>
            <a:r>
              <a:rPr lang="mr-IN" sz="2200" b="1" dirty="0">
                <a:latin typeface="Consolas" charset="0"/>
                <a:ea typeface="Consolas" charset="0"/>
                <a:cs typeface="Consolas" charset="0"/>
              </a:rPr>
              <a:t>…</a:t>
            </a:r>
            <a:r>
              <a:rPr lang="en-US" sz="2200" b="1" dirty="0">
                <a:latin typeface="Consolas" charset="0"/>
                <a:ea typeface="Consolas" charset="0"/>
                <a:cs typeface="Consolas" charset="0"/>
              </a:rPr>
              <a:t>);</a:t>
            </a:r>
          </a:p>
          <a:p>
            <a:pPr lvl="1"/>
            <a:endParaRPr lang="en-US" dirty="0"/>
          </a:p>
          <a:p>
            <a:r>
              <a:rPr lang="en-US" dirty="0"/>
              <a:t>% in the format string followed by a converter, with optional flag(s) in between</a:t>
            </a:r>
          </a:p>
          <a:p>
            <a:pPr lvl="1"/>
            <a:r>
              <a:rPr lang="en-US" dirty="0"/>
              <a:t>Aside from new line, expects corresponding argument (1</a:t>
            </a:r>
            <a:r>
              <a:rPr lang="en-US" baseline="30000" dirty="0"/>
              <a:t>st</a:t>
            </a:r>
            <a:r>
              <a:rPr lang="en-US" dirty="0"/>
              <a:t> % -&gt; 1</a:t>
            </a:r>
            <a:r>
              <a:rPr lang="en-US" baseline="30000" dirty="0"/>
              <a:t>st</a:t>
            </a:r>
            <a:r>
              <a:rPr lang="en-US" dirty="0"/>
              <a:t> </a:t>
            </a:r>
            <a:r>
              <a:rPr lang="en-US" dirty="0" err="1"/>
              <a:t>arg</a:t>
            </a:r>
            <a:r>
              <a:rPr lang="en-US" dirty="0"/>
              <a:t>, 2</a:t>
            </a:r>
            <a:r>
              <a:rPr lang="en-US" baseline="30000" dirty="0"/>
              <a:t>nd</a:t>
            </a:r>
            <a:r>
              <a:rPr lang="en-US" dirty="0"/>
              <a:t> -&gt; 2</a:t>
            </a:r>
            <a:r>
              <a:rPr lang="en-US" baseline="30000" dirty="0"/>
              <a:t>nd</a:t>
            </a:r>
            <a:r>
              <a:rPr lang="en-US" dirty="0"/>
              <a:t>, </a:t>
            </a:r>
            <a:r>
              <a:rPr lang="mr-IN" dirty="0"/>
              <a:t>…</a:t>
            </a:r>
            <a:r>
              <a:rPr lang="en-US" dirty="0"/>
              <a:t>)</a:t>
            </a:r>
          </a:p>
        </p:txBody>
      </p:sp>
    </p:spTree>
    <p:extLst>
      <p:ext uri="{BB962C8B-B14F-4D97-AF65-F5344CB8AC3E}">
        <p14:creationId xmlns:p14="http://schemas.microsoft.com/office/powerpoint/2010/main" val="7283275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Common Converters/Flags</a:t>
            </a:r>
          </a:p>
        </p:txBody>
      </p:sp>
      <p:graphicFrame>
        <p:nvGraphicFramePr>
          <p:cNvPr id="7" name="Content Placeholder 6"/>
          <p:cNvGraphicFramePr>
            <a:graphicFrameLocks noGrp="1"/>
          </p:cNvGraphicFramePr>
          <p:nvPr>
            <p:ph idx="1"/>
          </p:nvPr>
        </p:nvGraphicFramePr>
        <p:xfrm>
          <a:off x="457632" y="1278164"/>
          <a:ext cx="8228735" cy="4800096"/>
        </p:xfrm>
        <a:graphic>
          <a:graphicData uri="http://schemas.openxmlformats.org/drawingml/2006/table">
            <a:tbl>
              <a:tblPr firstRow="1" bandRow="1">
                <a:tableStyleId>{5940675A-B579-460E-94D1-54222C63F5DA}</a:tableStyleId>
              </a:tblPr>
              <a:tblGrid>
                <a:gridCol w="1920038">
                  <a:extLst>
                    <a:ext uri="{9D8B030D-6E8A-4147-A177-3AD203B41FA5}">
                      <a16:colId xmlns:a16="http://schemas.microsoft.com/office/drawing/2014/main" val="20000"/>
                    </a:ext>
                  </a:extLst>
                </a:gridCol>
                <a:gridCol w="1645747">
                  <a:extLst>
                    <a:ext uri="{9D8B030D-6E8A-4147-A177-3AD203B41FA5}">
                      <a16:colId xmlns:a16="http://schemas.microsoft.com/office/drawing/2014/main" val="20001"/>
                    </a:ext>
                  </a:extLst>
                </a:gridCol>
                <a:gridCol w="4662950">
                  <a:extLst>
                    <a:ext uri="{9D8B030D-6E8A-4147-A177-3AD203B41FA5}">
                      <a16:colId xmlns:a16="http://schemas.microsoft.com/office/drawing/2014/main" val="20002"/>
                    </a:ext>
                  </a:extLst>
                </a:gridCol>
              </a:tblGrid>
              <a:tr h="533344">
                <a:tc>
                  <a:txBody>
                    <a:bodyPr/>
                    <a:lstStyle/>
                    <a:p>
                      <a:pPr algn="ctr"/>
                      <a:r>
                        <a:rPr lang="en-US" sz="1800" b="1" dirty="0">
                          <a:latin typeface="Tahoma"/>
                          <a:cs typeface="Tahoma"/>
                        </a:rPr>
                        <a:t>Converter</a:t>
                      </a:r>
                    </a:p>
                  </a:txBody>
                  <a:tcPr marL="91431" marR="91431" marT="45715" marB="45715" anchor="ctr"/>
                </a:tc>
                <a:tc>
                  <a:txBody>
                    <a:bodyPr/>
                    <a:lstStyle/>
                    <a:p>
                      <a:pPr algn="ctr"/>
                      <a:r>
                        <a:rPr lang="en-US" sz="1800" b="1" dirty="0">
                          <a:latin typeface="Tahoma"/>
                          <a:cs typeface="Tahoma"/>
                        </a:rPr>
                        <a:t>Flag</a:t>
                      </a:r>
                    </a:p>
                  </a:txBody>
                  <a:tcPr marL="91431" marR="91431" marT="45715" marB="45715" anchor="ctr"/>
                </a:tc>
                <a:tc>
                  <a:txBody>
                    <a:bodyPr/>
                    <a:lstStyle/>
                    <a:p>
                      <a:pPr algn="ctr"/>
                      <a:r>
                        <a:rPr lang="en-US" sz="1800" b="1" dirty="0">
                          <a:latin typeface="Tahoma"/>
                          <a:cs typeface="Tahoma"/>
                        </a:rPr>
                        <a:t>Description</a:t>
                      </a:r>
                    </a:p>
                  </a:txBody>
                  <a:tcPr marL="91431" marR="91431" marT="45715" marB="45715" anchor="ctr"/>
                </a:tc>
                <a:extLst>
                  <a:ext uri="{0D108BD9-81ED-4DB2-BD59-A6C34878D82A}">
                    <a16:rowId xmlns:a16="http://schemas.microsoft.com/office/drawing/2014/main" val="10000"/>
                  </a:ext>
                </a:extLst>
              </a:tr>
              <a:tr h="533344">
                <a:tc>
                  <a:txBody>
                    <a:bodyPr/>
                    <a:lstStyle/>
                    <a:p>
                      <a:pPr algn="ctr"/>
                      <a:r>
                        <a:rPr lang="en-US" sz="1800" dirty="0">
                          <a:latin typeface="Tahoma"/>
                          <a:cs typeface="Tahoma"/>
                        </a:rPr>
                        <a:t>d</a:t>
                      </a:r>
                    </a:p>
                  </a:txBody>
                  <a:tcPr marL="91431" marR="91431" marT="45715" marB="45715" anchor="ctr"/>
                </a:tc>
                <a:tc>
                  <a:txBody>
                    <a:bodyPr/>
                    <a:lstStyle/>
                    <a:p>
                      <a:pPr algn="ctr"/>
                      <a:endParaRPr lang="en-US" sz="1800">
                        <a:latin typeface="Tahoma"/>
                        <a:cs typeface="Tahoma"/>
                      </a:endParaRPr>
                    </a:p>
                  </a:txBody>
                  <a:tcPr marL="91431" marR="91431" marT="45715" marB="45715" anchor="ctr"/>
                </a:tc>
                <a:tc>
                  <a:txBody>
                    <a:bodyPr/>
                    <a:lstStyle/>
                    <a:p>
                      <a:pPr algn="l"/>
                      <a:r>
                        <a:rPr lang="en-US" sz="1800" dirty="0">
                          <a:latin typeface="Tahoma"/>
                          <a:cs typeface="Tahoma"/>
                        </a:rPr>
                        <a:t>An integer</a:t>
                      </a:r>
                    </a:p>
                  </a:txBody>
                  <a:tcPr marL="91431" marR="91431" marT="45715" marB="45715" anchor="ctr"/>
                </a:tc>
                <a:extLst>
                  <a:ext uri="{0D108BD9-81ED-4DB2-BD59-A6C34878D82A}">
                    <a16:rowId xmlns:a16="http://schemas.microsoft.com/office/drawing/2014/main" val="10001"/>
                  </a:ext>
                </a:extLst>
              </a:tr>
              <a:tr h="533344">
                <a:tc>
                  <a:txBody>
                    <a:bodyPr/>
                    <a:lstStyle/>
                    <a:p>
                      <a:pPr algn="ctr"/>
                      <a:r>
                        <a:rPr lang="en-US" sz="1800" dirty="0">
                          <a:latin typeface="Tahoma"/>
                          <a:cs typeface="Tahoma"/>
                        </a:rPr>
                        <a:t>f</a:t>
                      </a:r>
                    </a:p>
                  </a:txBody>
                  <a:tcPr marL="91431" marR="91431" marT="45715" marB="45715" anchor="ctr"/>
                </a:tc>
                <a:tc>
                  <a:txBody>
                    <a:bodyPr/>
                    <a:lstStyle/>
                    <a:p>
                      <a:pPr algn="ctr"/>
                      <a:endParaRPr lang="en-US" sz="1800" dirty="0">
                        <a:latin typeface="Tahoma"/>
                        <a:cs typeface="Tahoma"/>
                      </a:endParaRPr>
                    </a:p>
                  </a:txBody>
                  <a:tcPr marL="91431" marR="91431" marT="45715" marB="45715" anchor="ctr"/>
                </a:tc>
                <a:tc>
                  <a:txBody>
                    <a:bodyPr/>
                    <a:lstStyle/>
                    <a:p>
                      <a:pPr algn="l"/>
                      <a:r>
                        <a:rPr lang="en-US" sz="1800" dirty="0">
                          <a:latin typeface="Tahoma"/>
                          <a:cs typeface="Tahoma"/>
                        </a:rPr>
                        <a:t>A float (includes double)</a:t>
                      </a:r>
                    </a:p>
                  </a:txBody>
                  <a:tcPr marL="91431" marR="91431" marT="45715" marB="45715" anchor="ctr"/>
                </a:tc>
                <a:extLst>
                  <a:ext uri="{0D108BD9-81ED-4DB2-BD59-A6C34878D82A}">
                    <a16:rowId xmlns:a16="http://schemas.microsoft.com/office/drawing/2014/main" val="10002"/>
                  </a:ext>
                </a:extLst>
              </a:tr>
              <a:tr h="533344">
                <a:tc>
                  <a:txBody>
                    <a:bodyPr/>
                    <a:lstStyle/>
                    <a:p>
                      <a:pPr algn="ctr"/>
                      <a:r>
                        <a:rPr lang="en-US" sz="1800" dirty="0">
                          <a:latin typeface="Tahoma"/>
                          <a:cs typeface="Tahoma"/>
                        </a:rPr>
                        <a:t>s</a:t>
                      </a:r>
                    </a:p>
                  </a:txBody>
                  <a:tcPr marL="91431" marR="91431" marT="45715" marB="45715" anchor="ctr"/>
                </a:tc>
                <a:tc>
                  <a:txBody>
                    <a:bodyPr/>
                    <a:lstStyle/>
                    <a:p>
                      <a:pPr algn="ctr"/>
                      <a:endParaRPr lang="en-US" sz="1800" dirty="0">
                        <a:latin typeface="Tahoma"/>
                        <a:cs typeface="Tahoma"/>
                      </a:endParaRPr>
                    </a:p>
                  </a:txBody>
                  <a:tcPr marL="91431" marR="91431" marT="45715" marB="45715" anchor="ctr"/>
                </a:tc>
                <a:tc>
                  <a:txBody>
                    <a:bodyPr/>
                    <a:lstStyle/>
                    <a:p>
                      <a:pPr algn="l"/>
                      <a:r>
                        <a:rPr lang="en-US" sz="1800" dirty="0">
                          <a:latin typeface="Tahoma"/>
                          <a:cs typeface="Tahoma"/>
                        </a:rPr>
                        <a:t>A String</a:t>
                      </a:r>
                    </a:p>
                  </a:txBody>
                  <a:tcPr marL="91431" marR="91431" marT="45715" marB="45715" anchor="ctr"/>
                </a:tc>
                <a:extLst>
                  <a:ext uri="{0D108BD9-81ED-4DB2-BD59-A6C34878D82A}">
                    <a16:rowId xmlns:a16="http://schemas.microsoft.com/office/drawing/2014/main" val="10003"/>
                  </a:ext>
                </a:extLst>
              </a:tr>
              <a:tr h="533344">
                <a:tc>
                  <a:txBody>
                    <a:bodyPr/>
                    <a:lstStyle/>
                    <a:p>
                      <a:pPr algn="ctr"/>
                      <a:r>
                        <a:rPr lang="en-US" sz="1800" dirty="0">
                          <a:latin typeface="Tahoma"/>
                          <a:cs typeface="Tahoma"/>
                        </a:rPr>
                        <a:t>b</a:t>
                      </a:r>
                    </a:p>
                  </a:txBody>
                  <a:tcPr marL="91431" marR="91431" marT="45715" marB="45715" anchor="ctr"/>
                </a:tc>
                <a:tc>
                  <a:txBody>
                    <a:bodyPr/>
                    <a:lstStyle/>
                    <a:p>
                      <a:pPr algn="ctr"/>
                      <a:endParaRPr lang="en-US" sz="1800" dirty="0">
                        <a:latin typeface="Tahoma"/>
                        <a:cs typeface="Tahoma"/>
                      </a:endParaRPr>
                    </a:p>
                  </a:txBody>
                  <a:tcPr marL="91431" marR="91431" marT="45715" marB="45715" anchor="ctr"/>
                </a:tc>
                <a:tc>
                  <a:txBody>
                    <a:bodyPr/>
                    <a:lstStyle/>
                    <a:p>
                      <a:pPr algn="l"/>
                      <a:r>
                        <a:rPr lang="en-US" sz="1800" dirty="0">
                          <a:latin typeface="Tahoma"/>
                          <a:cs typeface="Tahoma"/>
                        </a:rPr>
                        <a:t>A Boolean</a:t>
                      </a:r>
                    </a:p>
                  </a:txBody>
                  <a:tcPr marL="91431" marR="91431" marT="45715" marB="45715" anchor="ctr"/>
                </a:tc>
                <a:extLst>
                  <a:ext uri="{0D108BD9-81ED-4DB2-BD59-A6C34878D82A}">
                    <a16:rowId xmlns:a16="http://schemas.microsoft.com/office/drawing/2014/main" val="10004"/>
                  </a:ext>
                </a:extLst>
              </a:tr>
              <a:tr h="533344">
                <a:tc>
                  <a:txBody>
                    <a:bodyPr/>
                    <a:lstStyle/>
                    <a:p>
                      <a:pPr algn="ctr"/>
                      <a:r>
                        <a:rPr lang="en-US" sz="1800" dirty="0">
                          <a:latin typeface="Tahoma"/>
                          <a:cs typeface="Tahoma"/>
                        </a:rPr>
                        <a:t>n</a:t>
                      </a:r>
                    </a:p>
                  </a:txBody>
                  <a:tcPr marL="91431" marR="91431" marT="45715" marB="45715" anchor="ctr"/>
                </a:tc>
                <a:tc>
                  <a:txBody>
                    <a:bodyPr/>
                    <a:lstStyle/>
                    <a:p>
                      <a:pPr algn="ctr"/>
                      <a:endParaRPr lang="en-US" sz="1800" dirty="0">
                        <a:latin typeface="Tahoma"/>
                        <a:cs typeface="Tahoma"/>
                      </a:endParaRPr>
                    </a:p>
                  </a:txBody>
                  <a:tcPr marL="91431" marR="91431" marT="45715" marB="45715" anchor="ctr"/>
                </a:tc>
                <a:tc>
                  <a:txBody>
                    <a:bodyPr/>
                    <a:lstStyle/>
                    <a:p>
                      <a:pPr algn="l"/>
                      <a:r>
                        <a:rPr lang="en-US" sz="1800" dirty="0">
                          <a:latin typeface="Tahoma"/>
                          <a:cs typeface="Tahoma"/>
                        </a:rPr>
                        <a:t>New line</a:t>
                      </a:r>
                    </a:p>
                  </a:txBody>
                  <a:tcPr marL="91431" marR="91431" marT="45715" marB="45715" anchor="ctr"/>
                </a:tc>
                <a:extLst>
                  <a:ext uri="{0D108BD9-81ED-4DB2-BD59-A6C34878D82A}">
                    <a16:rowId xmlns:a16="http://schemas.microsoft.com/office/drawing/2014/main" val="10005"/>
                  </a:ext>
                </a:extLst>
              </a:tr>
              <a:tr h="533344">
                <a:tc>
                  <a:txBody>
                    <a:bodyPr/>
                    <a:lstStyle/>
                    <a:p>
                      <a:pPr algn="ctr"/>
                      <a:endParaRPr lang="en-US" sz="1800">
                        <a:latin typeface="Tahoma"/>
                        <a:cs typeface="Tahoma"/>
                      </a:endParaRPr>
                    </a:p>
                  </a:txBody>
                  <a:tcPr marL="91431" marR="91431" marT="45715" marB="45715" anchor="ctr"/>
                </a:tc>
                <a:tc>
                  <a:txBody>
                    <a:bodyPr/>
                    <a:lstStyle/>
                    <a:p>
                      <a:pPr algn="ctr"/>
                      <a:r>
                        <a:rPr lang="en-US" sz="1800" dirty="0">
                          <a:latin typeface="Tahoma"/>
                          <a:cs typeface="Tahoma"/>
                        </a:rPr>
                        <a:t>+</a:t>
                      </a:r>
                    </a:p>
                  </a:txBody>
                  <a:tcPr marL="91431" marR="91431" marT="45715" marB="45715" anchor="ctr"/>
                </a:tc>
                <a:tc>
                  <a:txBody>
                    <a:bodyPr/>
                    <a:lstStyle/>
                    <a:p>
                      <a:pPr algn="l"/>
                      <a:r>
                        <a:rPr lang="en-US" sz="1800" dirty="0">
                          <a:latin typeface="Tahoma"/>
                          <a:cs typeface="Tahoma"/>
                        </a:rPr>
                        <a:t>Includes</a:t>
                      </a:r>
                      <a:r>
                        <a:rPr lang="en-US" sz="1800" baseline="0" dirty="0">
                          <a:latin typeface="Tahoma"/>
                          <a:cs typeface="Tahoma"/>
                        </a:rPr>
                        <a:t> the sign (positive or negative)</a:t>
                      </a:r>
                      <a:endParaRPr lang="en-US" sz="1800" dirty="0">
                        <a:latin typeface="Tahoma"/>
                        <a:cs typeface="Tahoma"/>
                      </a:endParaRPr>
                    </a:p>
                  </a:txBody>
                  <a:tcPr marL="91431" marR="91431" marT="45715" marB="45715" anchor="ctr"/>
                </a:tc>
                <a:extLst>
                  <a:ext uri="{0D108BD9-81ED-4DB2-BD59-A6C34878D82A}">
                    <a16:rowId xmlns:a16="http://schemas.microsoft.com/office/drawing/2014/main" val="10006"/>
                  </a:ext>
                </a:extLst>
              </a:tr>
              <a:tr h="533344">
                <a:tc>
                  <a:txBody>
                    <a:bodyPr/>
                    <a:lstStyle/>
                    <a:p>
                      <a:pPr algn="ctr"/>
                      <a:endParaRPr lang="en-US" sz="1800">
                        <a:latin typeface="Tahoma"/>
                        <a:cs typeface="Tahoma"/>
                      </a:endParaRPr>
                    </a:p>
                  </a:txBody>
                  <a:tcPr marL="91431" marR="91431" marT="45715" marB="45715" anchor="ctr"/>
                </a:tc>
                <a:tc>
                  <a:txBody>
                    <a:bodyPr/>
                    <a:lstStyle/>
                    <a:p>
                      <a:pPr algn="ctr"/>
                      <a:r>
                        <a:rPr lang="en-US" sz="1800" dirty="0">
                          <a:latin typeface="Tahoma"/>
                          <a:cs typeface="Tahoma"/>
                        </a:rPr>
                        <a:t>,</a:t>
                      </a:r>
                    </a:p>
                  </a:txBody>
                  <a:tcPr marL="91431" marR="91431" marT="45715" marB="45715" anchor="ctr"/>
                </a:tc>
                <a:tc>
                  <a:txBody>
                    <a:bodyPr/>
                    <a:lstStyle/>
                    <a:p>
                      <a:pPr algn="l"/>
                      <a:r>
                        <a:rPr lang="en-US" sz="1800" dirty="0">
                          <a:latin typeface="Tahoma"/>
                          <a:cs typeface="Tahoma"/>
                        </a:rPr>
                        <a:t>Includes grouping characters</a:t>
                      </a:r>
                    </a:p>
                  </a:txBody>
                  <a:tcPr marL="91431" marR="91431" marT="45715" marB="45715" anchor="ctr"/>
                </a:tc>
                <a:extLst>
                  <a:ext uri="{0D108BD9-81ED-4DB2-BD59-A6C34878D82A}">
                    <a16:rowId xmlns:a16="http://schemas.microsoft.com/office/drawing/2014/main" val="10007"/>
                  </a:ext>
                </a:extLst>
              </a:tr>
              <a:tr h="533344">
                <a:tc>
                  <a:txBody>
                    <a:bodyPr/>
                    <a:lstStyle/>
                    <a:p>
                      <a:pPr algn="ctr"/>
                      <a:endParaRPr lang="en-US" sz="1800">
                        <a:latin typeface="Tahoma"/>
                        <a:cs typeface="Tahoma"/>
                      </a:endParaRPr>
                    </a:p>
                  </a:txBody>
                  <a:tcPr marL="91431" marR="91431" marT="45715" marB="45715" anchor="ctr"/>
                </a:tc>
                <a:tc>
                  <a:txBody>
                    <a:bodyPr/>
                    <a:lstStyle/>
                    <a:p>
                      <a:pPr algn="ctr"/>
                      <a:r>
                        <a:rPr lang="en-US" sz="1800" dirty="0">
                          <a:latin typeface="Tahoma"/>
                          <a:cs typeface="Tahoma"/>
                        </a:rPr>
                        <a:t>.3</a:t>
                      </a:r>
                    </a:p>
                  </a:txBody>
                  <a:tcPr marL="91431" marR="91431" marT="45715" marB="45715" anchor="ctr"/>
                </a:tc>
                <a:tc>
                  <a:txBody>
                    <a:bodyPr/>
                    <a:lstStyle/>
                    <a:p>
                      <a:pPr algn="l"/>
                      <a:r>
                        <a:rPr lang="en-US" sz="1800" dirty="0">
                          <a:latin typeface="Tahoma"/>
                          <a:cs typeface="Tahoma"/>
                        </a:rPr>
                        <a:t>Three places after the decimal.</a:t>
                      </a:r>
                    </a:p>
                  </a:txBody>
                  <a:tcPr marL="91431" marR="91431" marT="45715" marB="45715"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096754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Quick Check</a:t>
            </a:r>
          </a:p>
        </p:txBody>
      </p:sp>
      <p:sp>
        <p:nvSpPr>
          <p:cNvPr id="3" name="Content Placeholder 2"/>
          <p:cNvSpPr>
            <a:spLocks noGrp="1"/>
          </p:cNvSpPr>
          <p:nvPr>
            <p:ph idx="1"/>
          </p:nvPr>
        </p:nvSpPr>
        <p:spPr/>
        <p:txBody>
          <a:bodyPr/>
          <a:lstStyle/>
          <a:p>
            <a:pPr marL="0" indent="0">
              <a:buNone/>
            </a:pPr>
            <a:r>
              <a:rPr lang="en-US" i="1" dirty="0"/>
              <a:t>What is the output to the terminal when the following code is run?</a:t>
            </a:r>
          </a:p>
          <a:p>
            <a:pPr marL="0" indent="0">
              <a:buNone/>
            </a:pPr>
            <a:endParaRPr lang="en-US" dirty="0"/>
          </a:p>
          <a:p>
            <a:pPr marL="0" indent="0">
              <a:buNone/>
            </a:pPr>
            <a:endParaRPr lang="en-US" sz="1800" b="1" dirty="0">
              <a:latin typeface="Consolas" charset="0"/>
              <a:ea typeface="Consolas" charset="0"/>
              <a:cs typeface="Consolas" charset="0"/>
            </a:endParaRPr>
          </a:p>
          <a:p>
            <a:pPr marL="0" indent="0">
              <a:buNone/>
            </a:pPr>
            <a:r>
              <a:rPr lang="en-US" sz="1800" b="1" dirty="0">
                <a:latin typeface="Consolas" charset="0"/>
                <a:ea typeface="Consolas" charset="0"/>
                <a:cs typeface="Consolas" charset="0"/>
              </a:rPr>
              <a:t>String a = </a:t>
            </a:r>
            <a:r>
              <a:rPr lang="en-US" sz="1800" b="1" dirty="0" err="1">
                <a:latin typeface="Consolas" charset="0"/>
                <a:ea typeface="Consolas" charset="0"/>
                <a:cs typeface="Consolas" charset="0"/>
              </a:rPr>
              <a:t>String.format</a:t>
            </a:r>
            <a:r>
              <a:rPr lang="en-US" sz="1800" b="1" dirty="0">
                <a:latin typeface="Consolas" charset="0"/>
                <a:ea typeface="Consolas" charset="0"/>
                <a:cs typeface="Consolas" charset="0"/>
              </a:rPr>
              <a:t>("</a:t>
            </a:r>
            <a:r>
              <a:rPr lang="en-US" sz="1800" b="1" dirty="0" err="1">
                <a:latin typeface="Consolas" charset="0"/>
                <a:ea typeface="Consolas" charset="0"/>
                <a:cs typeface="Consolas" charset="0"/>
              </a:rPr>
              <a:t>W%sT</a:t>
            </a:r>
            <a:r>
              <a:rPr lang="en-US" sz="1800" b="1" dirty="0">
                <a:latin typeface="Consolas" charset="0"/>
                <a:ea typeface="Consolas" charset="0"/>
                <a:cs typeface="Consolas" charset="0"/>
              </a:rPr>
              <a:t>", "I");		</a:t>
            </a:r>
          </a:p>
          <a:p>
            <a:pPr marL="0" indent="0">
              <a:buNone/>
            </a:pPr>
            <a:r>
              <a:rPr lang="en-US" sz="1800" b="1" dirty="0">
                <a:latin typeface="Consolas" charset="0"/>
                <a:ea typeface="Consolas" charset="0"/>
                <a:cs typeface="Consolas" charset="0"/>
              </a:rPr>
              <a:t>String b = </a:t>
            </a:r>
            <a:r>
              <a:rPr lang="en-US" sz="1800" b="1" dirty="0" err="1">
                <a:latin typeface="Consolas" charset="0"/>
                <a:ea typeface="Consolas" charset="0"/>
                <a:cs typeface="Consolas" charset="0"/>
              </a:rPr>
              <a:t>String.format</a:t>
            </a:r>
            <a:r>
              <a:rPr lang="en-US" sz="1800" b="1" dirty="0">
                <a:latin typeface="Consolas" charset="0"/>
                <a:ea typeface="Consolas" charset="0"/>
                <a:cs typeface="Consolas" charset="0"/>
              </a:rPr>
              <a:t>("%d2%d", "!".length(), </a:t>
            </a:r>
            <a:r>
              <a:rPr lang="en-US" sz="1800" b="1" dirty="0" err="1">
                <a:latin typeface="Consolas" charset="0"/>
                <a:ea typeface="Consolas" charset="0"/>
                <a:cs typeface="Consolas" charset="0"/>
              </a:rPr>
              <a:t>a.length</a:t>
            </a:r>
            <a:r>
              <a:rPr lang="en-US" sz="1800" b="1" dirty="0">
                <a:latin typeface="Consolas" charset="0"/>
                <a:ea typeface="Consolas" charset="0"/>
                <a:cs typeface="Consolas" charset="0"/>
              </a:rPr>
              <a:t>());</a:t>
            </a:r>
          </a:p>
          <a:p>
            <a:pPr marL="0" indent="0">
              <a:buNone/>
            </a:pPr>
            <a:r>
              <a:rPr lang="en-US" sz="1800" b="1" dirty="0" err="1">
                <a:latin typeface="Consolas" charset="0"/>
                <a:ea typeface="Consolas" charset="0"/>
                <a:cs typeface="Consolas" charset="0"/>
              </a:rPr>
              <a:t>System.out.printf</a:t>
            </a:r>
            <a:r>
              <a:rPr lang="en-US" sz="1800" b="1" dirty="0">
                <a:latin typeface="Consolas" charset="0"/>
                <a:ea typeface="Consolas" charset="0"/>
                <a:cs typeface="Consolas" charset="0"/>
              </a:rPr>
              <a:t>("%s %s%n%.2f!%n", a, b, 3.14159);</a:t>
            </a:r>
          </a:p>
        </p:txBody>
      </p:sp>
    </p:spTree>
    <p:extLst>
      <p:ext uri="{BB962C8B-B14F-4D97-AF65-F5344CB8AC3E}">
        <p14:creationId xmlns:p14="http://schemas.microsoft.com/office/powerpoint/2010/main" val="7374683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dirty="0"/>
              <a:t>More Operators</a:t>
            </a:r>
          </a:p>
        </p:txBody>
      </p:sp>
      <p:sp>
        <p:nvSpPr>
          <p:cNvPr id="9" name="Content Placeholder 8"/>
          <p:cNvSpPr>
            <a:spLocks noGrp="1"/>
          </p:cNvSpPr>
          <p:nvPr>
            <p:ph idx="1"/>
          </p:nvPr>
        </p:nvSpPr>
        <p:spPr/>
        <p:txBody>
          <a:bodyPr/>
          <a:lstStyle/>
          <a:p>
            <a:r>
              <a:rPr lang="en-US" b="1" dirty="0">
                <a:latin typeface="Consolas" charset="0"/>
                <a:ea typeface="Consolas" charset="0"/>
                <a:cs typeface="Consolas" charset="0"/>
              </a:rPr>
              <a:t>x += a; // x = x + a</a:t>
            </a:r>
          </a:p>
          <a:p>
            <a:pPr lvl="1"/>
            <a:r>
              <a:rPr lang="en-US" dirty="0"/>
              <a:t>Also: </a:t>
            </a:r>
            <a:r>
              <a:rPr lang="en-US" b="1" dirty="0">
                <a:latin typeface="Consolas" charset="0"/>
                <a:ea typeface="Consolas" charset="0"/>
                <a:cs typeface="Consolas" charset="0"/>
              </a:rPr>
              <a:t>-= *= /=</a:t>
            </a:r>
          </a:p>
          <a:p>
            <a:pPr lvl="1"/>
            <a:endParaRPr lang="en-US" dirty="0"/>
          </a:p>
          <a:p>
            <a:r>
              <a:rPr lang="en-US" b="1" dirty="0">
                <a:latin typeface="Consolas" charset="0"/>
                <a:ea typeface="Consolas" charset="0"/>
                <a:cs typeface="Consolas" charset="0"/>
              </a:rPr>
              <a:t>x++; // x = x + 1</a:t>
            </a:r>
          </a:p>
          <a:p>
            <a:pPr lvl="1"/>
            <a:r>
              <a:rPr lang="en-US" dirty="0"/>
              <a:t>Also: </a:t>
            </a:r>
            <a:r>
              <a:rPr lang="en-US" b="1" dirty="0">
                <a:latin typeface="Consolas" charset="0"/>
                <a:ea typeface="Consolas" charset="0"/>
                <a:cs typeface="Consolas" charset="0"/>
              </a:rPr>
              <a:t>--</a:t>
            </a:r>
          </a:p>
          <a:p>
            <a:pPr lvl="1"/>
            <a:endParaRPr lang="en-US" dirty="0"/>
          </a:p>
        </p:txBody>
      </p:sp>
    </p:spTree>
    <p:extLst>
      <p:ext uri="{BB962C8B-B14F-4D97-AF65-F5344CB8AC3E}">
        <p14:creationId xmlns:p14="http://schemas.microsoft.com/office/powerpoint/2010/main" val="17265988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onsolas" charset="0"/>
                <a:ea typeface="Consolas" charset="0"/>
                <a:cs typeface="Consolas" charset="0"/>
              </a:rPr>
              <a:t>Math</a:t>
            </a:r>
            <a:r>
              <a:rPr lang="en-US" dirty="0"/>
              <a:t> Class</a:t>
            </a:r>
          </a:p>
        </p:txBody>
      </p:sp>
      <p:sp>
        <p:nvSpPr>
          <p:cNvPr id="8" name="Content Placeholder 7"/>
          <p:cNvSpPr>
            <a:spLocks noGrp="1"/>
          </p:cNvSpPr>
          <p:nvPr>
            <p:ph idx="1"/>
          </p:nvPr>
        </p:nvSpPr>
        <p:spPr/>
        <p:txBody>
          <a:bodyPr/>
          <a:lstStyle/>
          <a:p>
            <a:pPr marL="0" indent="0">
              <a:buNone/>
            </a:pPr>
            <a:r>
              <a:rPr lang="en-US" dirty="0"/>
              <a:t>Remember useful static methods available via the Math class</a:t>
            </a:r>
          </a:p>
          <a:p>
            <a:pPr marL="457153" lvl="1" indent="0">
              <a:buNone/>
            </a:pPr>
            <a:r>
              <a:rPr lang="en-US" b="1" dirty="0" err="1">
                <a:latin typeface="Consolas" charset="0"/>
                <a:ea typeface="Consolas" charset="0"/>
                <a:cs typeface="Consolas" charset="0"/>
              </a:rPr>
              <a:t>Math.sqrt</a:t>
            </a:r>
            <a:r>
              <a:rPr lang="en-US" b="1" dirty="0">
                <a:latin typeface="Consolas" charset="0"/>
                <a:ea typeface="Consolas" charset="0"/>
                <a:cs typeface="Consolas" charset="0"/>
              </a:rPr>
              <a:t>(double)</a:t>
            </a:r>
          </a:p>
          <a:p>
            <a:pPr marL="457153" lvl="1" indent="0">
              <a:buNone/>
            </a:pPr>
            <a:r>
              <a:rPr lang="en-US" b="1" dirty="0" err="1">
                <a:latin typeface="Consolas" charset="0"/>
                <a:ea typeface="Consolas" charset="0"/>
                <a:cs typeface="Consolas" charset="0"/>
              </a:rPr>
              <a:t>Math.pow</a:t>
            </a:r>
            <a:r>
              <a:rPr lang="en-US" b="1" dirty="0">
                <a:latin typeface="Consolas" charset="0"/>
                <a:ea typeface="Consolas" charset="0"/>
                <a:cs typeface="Consolas" charset="0"/>
              </a:rPr>
              <a:t>(double, double)</a:t>
            </a:r>
          </a:p>
          <a:p>
            <a:pPr marL="457153" lvl="1" indent="0">
              <a:buNone/>
            </a:pPr>
            <a:r>
              <a:rPr lang="en-US" b="1" dirty="0" err="1">
                <a:latin typeface="Consolas" charset="0"/>
                <a:ea typeface="Consolas" charset="0"/>
                <a:cs typeface="Consolas" charset="0"/>
              </a:rPr>
              <a:t>Math.abs</a:t>
            </a:r>
            <a:r>
              <a:rPr lang="en-US" b="1" dirty="0">
                <a:latin typeface="Consolas" charset="0"/>
                <a:ea typeface="Consolas" charset="0"/>
                <a:cs typeface="Consolas" charset="0"/>
              </a:rPr>
              <a:t>(double)</a:t>
            </a:r>
          </a:p>
          <a:p>
            <a:pPr marL="457153" lvl="1" indent="0">
              <a:buNone/>
            </a:pPr>
            <a:r>
              <a:rPr lang="en-US" b="1" dirty="0" err="1">
                <a:latin typeface="Consolas" charset="0"/>
                <a:ea typeface="Consolas" charset="0"/>
                <a:cs typeface="Consolas" charset="0"/>
              </a:rPr>
              <a:t>Math.log</a:t>
            </a:r>
            <a:r>
              <a:rPr lang="en-US" b="1" dirty="0">
                <a:latin typeface="Consolas" charset="0"/>
                <a:ea typeface="Consolas" charset="0"/>
                <a:cs typeface="Consolas" charset="0"/>
              </a:rPr>
              <a:t>(double)</a:t>
            </a:r>
          </a:p>
          <a:p>
            <a:pPr marL="457153" lvl="1" indent="0">
              <a:buNone/>
            </a:pPr>
            <a:r>
              <a:rPr lang="en-US" b="1" dirty="0">
                <a:latin typeface="Consolas" charset="0"/>
                <a:ea typeface="Consolas" charset="0"/>
                <a:cs typeface="Consolas" charset="0"/>
              </a:rPr>
              <a:t>Math.log10(double)</a:t>
            </a:r>
          </a:p>
          <a:p>
            <a:pPr marL="457153" lvl="1" indent="0">
              <a:buNone/>
            </a:pPr>
            <a:r>
              <a:rPr lang="mr-IN" dirty="0"/>
              <a:t>…</a:t>
            </a:r>
            <a:endParaRPr lang="en-US" dirty="0"/>
          </a:p>
        </p:txBody>
      </p:sp>
    </p:spTree>
    <p:extLst>
      <p:ext uri="{BB962C8B-B14F-4D97-AF65-F5344CB8AC3E}">
        <p14:creationId xmlns:p14="http://schemas.microsoft.com/office/powerpoint/2010/main" val="19008876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Boolean Expression</a:t>
            </a:r>
          </a:p>
        </p:txBody>
      </p:sp>
      <p:sp>
        <p:nvSpPr>
          <p:cNvPr id="3" name="Content Placeholder 2"/>
          <p:cNvSpPr>
            <a:spLocks noGrp="1"/>
          </p:cNvSpPr>
          <p:nvPr>
            <p:ph idx="1"/>
          </p:nvPr>
        </p:nvSpPr>
        <p:spPr/>
        <p:txBody>
          <a:bodyPr>
            <a:normAutofit/>
          </a:bodyPr>
          <a:lstStyle/>
          <a:p>
            <a:pPr marL="0" indent="0">
              <a:buNone/>
            </a:pPr>
            <a:r>
              <a:rPr lang="en-US" dirty="0"/>
              <a:t>An expression that evaluates to a </a:t>
            </a:r>
            <a:r>
              <a:rPr lang="en-US" b="1" dirty="0">
                <a:latin typeface="Consolas" charset="0"/>
                <a:ea typeface="Consolas" charset="0"/>
                <a:cs typeface="Consolas" charset="0"/>
              </a:rPr>
              <a:t>true</a:t>
            </a:r>
            <a:r>
              <a:rPr lang="en-US" dirty="0"/>
              <a:t> or </a:t>
            </a:r>
            <a:r>
              <a:rPr lang="en-US" b="1" dirty="0">
                <a:latin typeface="Consolas" charset="0"/>
                <a:ea typeface="Consolas" charset="0"/>
                <a:cs typeface="Consolas" charset="0"/>
              </a:rPr>
              <a:t>false</a:t>
            </a:r>
          </a:p>
          <a:p>
            <a:pPr marL="0" indent="0">
              <a:buNone/>
            </a:pPr>
            <a:endParaRPr lang="en-US" dirty="0"/>
          </a:p>
          <a:p>
            <a:pPr marL="0" indent="0">
              <a:buNone/>
            </a:pPr>
            <a:r>
              <a:rPr lang="en-US" dirty="0"/>
              <a:t>Comparison operators, returns </a:t>
            </a:r>
            <a:r>
              <a:rPr lang="en-US" b="1" dirty="0">
                <a:latin typeface="Consolas" charset="0"/>
                <a:ea typeface="Consolas" charset="0"/>
                <a:cs typeface="Consolas" charset="0"/>
              </a:rPr>
              <a:t>true</a:t>
            </a:r>
            <a:r>
              <a:rPr lang="en-US" dirty="0"/>
              <a:t> if</a:t>
            </a:r>
            <a:r>
              <a:rPr lang="mr-IN" dirty="0"/>
              <a:t>…</a:t>
            </a:r>
            <a:endParaRPr lang="en-US" dirty="0"/>
          </a:p>
          <a:p>
            <a:pPr marL="0" indent="0">
              <a:buNone/>
            </a:pPr>
            <a:endParaRPr lang="en-US" sz="2400" dirty="0"/>
          </a:p>
          <a:p>
            <a:pPr marL="182861" lvl="1" indent="0">
              <a:buNone/>
            </a:pPr>
            <a:r>
              <a:rPr lang="en-US" dirty="0">
                <a:latin typeface="Consolas" charset="0"/>
                <a:ea typeface="Consolas" charset="0"/>
                <a:cs typeface="Consolas" charset="0"/>
              </a:rPr>
              <a:t>!a 			(a is false)</a:t>
            </a:r>
          </a:p>
          <a:p>
            <a:pPr marL="182861" lvl="1" indent="0">
              <a:buNone/>
            </a:pPr>
            <a:r>
              <a:rPr lang="en-US" dirty="0">
                <a:latin typeface="Consolas" charset="0"/>
                <a:ea typeface="Consolas" charset="0"/>
                <a:cs typeface="Consolas" charset="0"/>
              </a:rPr>
              <a:t>a == b 		(a is equal to b)</a:t>
            </a:r>
          </a:p>
          <a:p>
            <a:pPr marL="182861" lvl="1" indent="0">
              <a:buNone/>
            </a:pPr>
            <a:r>
              <a:rPr lang="en-US" dirty="0">
                <a:latin typeface="Consolas" charset="0"/>
                <a:ea typeface="Consolas" charset="0"/>
                <a:cs typeface="Consolas" charset="0"/>
              </a:rPr>
              <a:t>a != b 		(a is not equal to b)</a:t>
            </a:r>
          </a:p>
          <a:p>
            <a:pPr marL="182861" lvl="1" indent="0">
              <a:buNone/>
            </a:pPr>
            <a:r>
              <a:rPr lang="en-US" dirty="0">
                <a:latin typeface="Consolas" charset="0"/>
                <a:ea typeface="Consolas" charset="0"/>
                <a:cs typeface="Consolas" charset="0"/>
              </a:rPr>
              <a:t>a &lt; b 		(a is less than b)</a:t>
            </a:r>
          </a:p>
          <a:p>
            <a:pPr marL="182861" lvl="1" indent="0">
              <a:buNone/>
            </a:pPr>
            <a:r>
              <a:rPr lang="en-US" dirty="0">
                <a:latin typeface="Consolas" charset="0"/>
                <a:ea typeface="Consolas" charset="0"/>
                <a:cs typeface="Consolas" charset="0"/>
              </a:rPr>
              <a:t>a &lt;= b 		(a is less than or equal to b)</a:t>
            </a:r>
          </a:p>
          <a:p>
            <a:pPr marL="182861" lvl="1" indent="0">
              <a:buNone/>
            </a:pPr>
            <a:r>
              <a:rPr lang="en-US" dirty="0">
                <a:latin typeface="Consolas" charset="0"/>
                <a:ea typeface="Consolas" charset="0"/>
                <a:cs typeface="Consolas" charset="0"/>
              </a:rPr>
              <a:t>a &gt; b 		(a is greater than b)</a:t>
            </a:r>
          </a:p>
          <a:p>
            <a:pPr marL="182861" lvl="1" indent="0">
              <a:buNone/>
            </a:pPr>
            <a:r>
              <a:rPr lang="en-US" dirty="0">
                <a:latin typeface="Consolas" charset="0"/>
                <a:ea typeface="Consolas" charset="0"/>
                <a:cs typeface="Consolas" charset="0"/>
              </a:rPr>
              <a:t>a &gt;= b 		(a is greater than or equal to b)</a:t>
            </a:r>
          </a:p>
        </p:txBody>
      </p:sp>
    </p:spTree>
    <p:extLst>
      <p:ext uri="{BB962C8B-B14F-4D97-AF65-F5344CB8AC3E}">
        <p14:creationId xmlns:p14="http://schemas.microsoft.com/office/powerpoint/2010/main" val="10743454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Equality </a:t>
            </a:r>
            <a:r>
              <a:rPr lang="en-US" dirty="0" err="1"/>
              <a:t>Gotcha</a:t>
            </a:r>
            <a:endParaRPr lang="en-US" dirty="0"/>
          </a:p>
        </p:txBody>
      </p:sp>
      <p:sp>
        <p:nvSpPr>
          <p:cNvPr id="3" name="Content Placeholder 2"/>
          <p:cNvSpPr>
            <a:spLocks noGrp="1"/>
          </p:cNvSpPr>
          <p:nvPr>
            <p:ph idx="1"/>
          </p:nvPr>
        </p:nvSpPr>
        <p:spPr/>
        <p:txBody>
          <a:bodyPr>
            <a:normAutofit lnSpcReduction="10000"/>
          </a:bodyPr>
          <a:lstStyle/>
          <a:p>
            <a:r>
              <a:rPr lang="en-US" dirty="0"/>
              <a:t>Remember, equality only works for constant values/primitive variables </a:t>
            </a:r>
            <a:r>
              <a:rPr lang="mr-IN" dirty="0"/>
              <a:t>–</a:t>
            </a:r>
            <a:r>
              <a:rPr lang="en-US" dirty="0"/>
              <a:t> not objects!</a:t>
            </a:r>
          </a:p>
          <a:p>
            <a:r>
              <a:rPr lang="en-US" dirty="0"/>
              <a:t>Object variables hold a reference (think memory address), so equality is asking if they are actually the same object</a:t>
            </a:r>
          </a:p>
          <a:p>
            <a:endParaRPr lang="en-US" dirty="0"/>
          </a:p>
          <a:p>
            <a:pPr marL="0" indent="0">
              <a:buNone/>
            </a:pPr>
            <a:r>
              <a:rPr lang="en-US" b="1" dirty="0">
                <a:latin typeface="Consolas" charset="0"/>
                <a:ea typeface="Consolas" charset="0"/>
                <a:cs typeface="Consolas" charset="0"/>
              </a:rPr>
              <a:t>String a = "WIT";		</a:t>
            </a:r>
          </a:p>
          <a:p>
            <a:pPr marL="0" indent="0">
              <a:buNone/>
            </a:pPr>
            <a:r>
              <a:rPr lang="en-US" b="1" dirty="0">
                <a:latin typeface="Consolas" charset="0"/>
                <a:ea typeface="Consolas" charset="0"/>
                <a:cs typeface="Consolas" charset="0"/>
              </a:rPr>
              <a:t>String b = "wit".</a:t>
            </a:r>
            <a:r>
              <a:rPr lang="en-US" b="1" dirty="0" err="1">
                <a:latin typeface="Consolas" charset="0"/>
                <a:ea typeface="Consolas" charset="0"/>
                <a:cs typeface="Consolas" charset="0"/>
              </a:rPr>
              <a:t>toUpperCase</a:t>
            </a:r>
            <a:r>
              <a:rPr lang="en-US" b="1" dirty="0">
                <a:latin typeface="Consolas" charset="0"/>
                <a:ea typeface="Consolas" charset="0"/>
                <a:cs typeface="Consolas" charset="0"/>
              </a:rPr>
              <a:t>();</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a==b);</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b==a);</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a==a);</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b==b);</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a:t>
            </a:r>
            <a:r>
              <a:rPr lang="en-US" b="1" dirty="0" err="1">
                <a:latin typeface="Consolas" charset="0"/>
                <a:ea typeface="Consolas" charset="0"/>
                <a:cs typeface="Consolas" charset="0"/>
              </a:rPr>
              <a:t>a.equals</a:t>
            </a:r>
            <a:r>
              <a:rPr lang="en-US" b="1" dirty="0">
                <a:latin typeface="Consolas" charset="0"/>
                <a:ea typeface="Consolas" charset="0"/>
                <a:cs typeface="Consolas" charset="0"/>
              </a:rPr>
              <a:t>(b));</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b%n</a:t>
            </a:r>
            <a:r>
              <a:rPr lang="en-US" b="1" dirty="0">
                <a:latin typeface="Consolas" charset="0"/>
                <a:ea typeface="Consolas" charset="0"/>
                <a:cs typeface="Consolas" charset="0"/>
              </a:rPr>
              <a:t>", </a:t>
            </a:r>
            <a:r>
              <a:rPr lang="en-US" b="1" dirty="0" err="1">
                <a:latin typeface="Consolas" charset="0"/>
                <a:ea typeface="Consolas" charset="0"/>
                <a:cs typeface="Consolas" charset="0"/>
              </a:rPr>
              <a:t>b.equals</a:t>
            </a:r>
            <a:r>
              <a:rPr lang="en-US" b="1" dirty="0">
                <a:latin typeface="Consolas" charset="0"/>
                <a:ea typeface="Consolas" charset="0"/>
                <a:cs typeface="Consolas" charset="0"/>
              </a:rPr>
              <a:t>(a));</a:t>
            </a:r>
          </a:p>
        </p:txBody>
      </p:sp>
    </p:spTree>
    <p:extLst>
      <p:ext uri="{BB962C8B-B14F-4D97-AF65-F5344CB8AC3E}">
        <p14:creationId xmlns:p14="http://schemas.microsoft.com/office/powerpoint/2010/main" val="20513911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Complex Boolean Expressions</a:t>
            </a:r>
          </a:p>
        </p:txBody>
      </p:sp>
      <p:sp>
        <p:nvSpPr>
          <p:cNvPr id="3" name="Content Placeholder 2"/>
          <p:cNvSpPr>
            <a:spLocks noGrp="1"/>
          </p:cNvSpPr>
          <p:nvPr>
            <p:ph idx="1"/>
          </p:nvPr>
        </p:nvSpPr>
        <p:spPr/>
        <p:txBody>
          <a:bodyPr/>
          <a:lstStyle/>
          <a:p>
            <a:r>
              <a:rPr lang="en-US" dirty="0"/>
              <a:t>Logical AND</a:t>
            </a:r>
          </a:p>
          <a:p>
            <a:endParaRPr lang="en-US" dirty="0"/>
          </a:p>
          <a:p>
            <a:endParaRPr lang="en-US" dirty="0"/>
          </a:p>
          <a:p>
            <a:endParaRPr lang="en-US" dirty="0"/>
          </a:p>
          <a:p>
            <a:r>
              <a:rPr lang="en-US" dirty="0"/>
              <a:t>Logical OR</a:t>
            </a:r>
          </a:p>
        </p:txBody>
      </p:sp>
      <p:graphicFrame>
        <p:nvGraphicFramePr>
          <p:cNvPr id="8" name="Table 7"/>
          <p:cNvGraphicFramePr>
            <a:graphicFrameLocks noGrp="1"/>
          </p:cNvGraphicFramePr>
          <p:nvPr/>
        </p:nvGraphicFramePr>
        <p:xfrm>
          <a:off x="3870968" y="1405783"/>
          <a:ext cx="2931170" cy="1854005"/>
        </p:xfrm>
        <a:graphic>
          <a:graphicData uri="http://schemas.openxmlformats.org/drawingml/2006/table">
            <a:tbl>
              <a:tblPr firstRow="1" bandRow="1">
                <a:tableStyleId>{5C22544A-7EE6-4342-B048-85BDC9FD1C3A}</a:tableStyleId>
              </a:tblPr>
              <a:tblGrid>
                <a:gridCol w="935257">
                  <a:extLst>
                    <a:ext uri="{9D8B030D-6E8A-4147-A177-3AD203B41FA5}">
                      <a16:colId xmlns:a16="http://schemas.microsoft.com/office/drawing/2014/main" val="20000"/>
                    </a:ext>
                  </a:extLst>
                </a:gridCol>
                <a:gridCol w="935257">
                  <a:extLst>
                    <a:ext uri="{9D8B030D-6E8A-4147-A177-3AD203B41FA5}">
                      <a16:colId xmlns:a16="http://schemas.microsoft.com/office/drawing/2014/main" val="20001"/>
                    </a:ext>
                  </a:extLst>
                </a:gridCol>
                <a:gridCol w="1060656">
                  <a:extLst>
                    <a:ext uri="{9D8B030D-6E8A-4147-A177-3AD203B41FA5}">
                      <a16:colId xmlns:a16="http://schemas.microsoft.com/office/drawing/2014/main" val="20002"/>
                    </a:ext>
                  </a:extLst>
                </a:gridCol>
              </a:tblGrid>
              <a:tr h="370801">
                <a:tc>
                  <a:txBody>
                    <a:bodyPr/>
                    <a:lstStyle/>
                    <a:p>
                      <a:pPr algn="ctr"/>
                      <a:r>
                        <a:rPr lang="en-US" sz="1800" b="1" dirty="0">
                          <a:latin typeface="Consolas" charset="0"/>
                          <a:ea typeface="Consolas" charset="0"/>
                          <a:cs typeface="Consolas" charset="0"/>
                        </a:rPr>
                        <a:t>a</a:t>
                      </a:r>
                    </a:p>
                  </a:txBody>
                  <a:tcPr marL="91431" marR="91431" marT="45715" marB="45715"/>
                </a:tc>
                <a:tc>
                  <a:txBody>
                    <a:bodyPr/>
                    <a:lstStyle/>
                    <a:p>
                      <a:pPr algn="ctr"/>
                      <a:r>
                        <a:rPr lang="en-US" sz="1800" b="1" dirty="0">
                          <a:latin typeface="Consolas" charset="0"/>
                          <a:ea typeface="Consolas" charset="0"/>
                          <a:cs typeface="Consolas" charset="0"/>
                        </a:rPr>
                        <a:t>b</a:t>
                      </a:r>
                    </a:p>
                  </a:txBody>
                  <a:tcPr marL="91431" marR="91431" marT="45715" marB="45715"/>
                </a:tc>
                <a:tc>
                  <a:txBody>
                    <a:bodyPr/>
                    <a:lstStyle/>
                    <a:p>
                      <a:pPr algn="ctr"/>
                      <a:r>
                        <a:rPr lang="en-US" sz="1800" b="1" dirty="0">
                          <a:latin typeface="Consolas" charset="0"/>
                          <a:ea typeface="Consolas" charset="0"/>
                          <a:cs typeface="Consolas" charset="0"/>
                        </a:rPr>
                        <a:t>a &amp;&amp; b</a:t>
                      </a:r>
                    </a:p>
                  </a:txBody>
                  <a:tcPr marL="91431" marR="91431" marT="45715" marB="45715"/>
                </a:tc>
                <a:extLst>
                  <a:ext uri="{0D108BD9-81ED-4DB2-BD59-A6C34878D82A}">
                    <a16:rowId xmlns:a16="http://schemas.microsoft.com/office/drawing/2014/main" val="10000"/>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extLst>
                  <a:ext uri="{0D108BD9-81ED-4DB2-BD59-A6C34878D82A}">
                    <a16:rowId xmlns:a16="http://schemas.microsoft.com/office/drawing/2014/main" val="10001"/>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extLst>
                  <a:ext uri="{0D108BD9-81ED-4DB2-BD59-A6C34878D82A}">
                    <a16:rowId xmlns:a16="http://schemas.microsoft.com/office/drawing/2014/main" val="10002"/>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extLst>
                  <a:ext uri="{0D108BD9-81ED-4DB2-BD59-A6C34878D82A}">
                    <a16:rowId xmlns:a16="http://schemas.microsoft.com/office/drawing/2014/main" val="10003"/>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extLst>
                  <a:ext uri="{0D108BD9-81ED-4DB2-BD59-A6C34878D82A}">
                    <a16:rowId xmlns:a16="http://schemas.microsoft.com/office/drawing/2014/main" val="10004"/>
                  </a:ext>
                </a:extLst>
              </a:tr>
            </a:tbl>
          </a:graphicData>
        </a:graphic>
      </p:graphicFrame>
      <p:graphicFrame>
        <p:nvGraphicFramePr>
          <p:cNvPr id="9" name="Table 8"/>
          <p:cNvGraphicFramePr>
            <a:graphicFrameLocks noGrp="1"/>
          </p:cNvGraphicFramePr>
          <p:nvPr/>
        </p:nvGraphicFramePr>
        <p:xfrm>
          <a:off x="3870968" y="3765832"/>
          <a:ext cx="2931170" cy="1854005"/>
        </p:xfrm>
        <a:graphic>
          <a:graphicData uri="http://schemas.openxmlformats.org/drawingml/2006/table">
            <a:tbl>
              <a:tblPr firstRow="1" bandRow="1">
                <a:tableStyleId>{5C22544A-7EE6-4342-B048-85BDC9FD1C3A}</a:tableStyleId>
              </a:tblPr>
              <a:tblGrid>
                <a:gridCol w="935257">
                  <a:extLst>
                    <a:ext uri="{9D8B030D-6E8A-4147-A177-3AD203B41FA5}">
                      <a16:colId xmlns:a16="http://schemas.microsoft.com/office/drawing/2014/main" val="20000"/>
                    </a:ext>
                  </a:extLst>
                </a:gridCol>
                <a:gridCol w="935257">
                  <a:extLst>
                    <a:ext uri="{9D8B030D-6E8A-4147-A177-3AD203B41FA5}">
                      <a16:colId xmlns:a16="http://schemas.microsoft.com/office/drawing/2014/main" val="20001"/>
                    </a:ext>
                  </a:extLst>
                </a:gridCol>
                <a:gridCol w="1060656">
                  <a:extLst>
                    <a:ext uri="{9D8B030D-6E8A-4147-A177-3AD203B41FA5}">
                      <a16:colId xmlns:a16="http://schemas.microsoft.com/office/drawing/2014/main" val="20002"/>
                    </a:ext>
                  </a:extLst>
                </a:gridCol>
              </a:tblGrid>
              <a:tr h="370801">
                <a:tc>
                  <a:txBody>
                    <a:bodyPr/>
                    <a:lstStyle/>
                    <a:p>
                      <a:pPr algn="ctr"/>
                      <a:r>
                        <a:rPr lang="en-US" sz="1800" b="1" dirty="0">
                          <a:latin typeface="Consolas" charset="0"/>
                          <a:ea typeface="Consolas" charset="0"/>
                          <a:cs typeface="Consolas" charset="0"/>
                        </a:rPr>
                        <a:t>a</a:t>
                      </a:r>
                    </a:p>
                  </a:txBody>
                  <a:tcPr marL="91431" marR="91431" marT="45715" marB="45715"/>
                </a:tc>
                <a:tc>
                  <a:txBody>
                    <a:bodyPr/>
                    <a:lstStyle/>
                    <a:p>
                      <a:pPr algn="ctr"/>
                      <a:r>
                        <a:rPr lang="en-US" sz="1800" b="1" dirty="0">
                          <a:latin typeface="Consolas" charset="0"/>
                          <a:ea typeface="Consolas" charset="0"/>
                          <a:cs typeface="Consolas" charset="0"/>
                        </a:rPr>
                        <a:t>b</a:t>
                      </a:r>
                    </a:p>
                  </a:txBody>
                  <a:tcPr marL="91431" marR="91431" marT="45715" marB="45715"/>
                </a:tc>
                <a:tc>
                  <a:txBody>
                    <a:bodyPr/>
                    <a:lstStyle/>
                    <a:p>
                      <a:pPr algn="ctr"/>
                      <a:r>
                        <a:rPr lang="en-US" sz="1800" b="1" dirty="0">
                          <a:latin typeface="Consolas" charset="0"/>
                          <a:ea typeface="Consolas" charset="0"/>
                          <a:cs typeface="Consolas" charset="0"/>
                        </a:rPr>
                        <a:t>a || b</a:t>
                      </a:r>
                    </a:p>
                  </a:txBody>
                  <a:tcPr marL="91431" marR="91431" marT="45715" marB="45715"/>
                </a:tc>
                <a:extLst>
                  <a:ext uri="{0D108BD9-81ED-4DB2-BD59-A6C34878D82A}">
                    <a16:rowId xmlns:a16="http://schemas.microsoft.com/office/drawing/2014/main" val="10000"/>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extLst>
                  <a:ext uri="{0D108BD9-81ED-4DB2-BD59-A6C34878D82A}">
                    <a16:rowId xmlns:a16="http://schemas.microsoft.com/office/drawing/2014/main" val="10001"/>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extLst>
                  <a:ext uri="{0D108BD9-81ED-4DB2-BD59-A6C34878D82A}">
                    <a16:rowId xmlns:a16="http://schemas.microsoft.com/office/drawing/2014/main" val="10002"/>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extLst>
                  <a:ext uri="{0D108BD9-81ED-4DB2-BD59-A6C34878D82A}">
                    <a16:rowId xmlns:a16="http://schemas.microsoft.com/office/drawing/2014/main" val="10003"/>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9164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a:t>
            </a:r>
          </a:p>
        </p:txBody>
      </p:sp>
      <p:graphicFrame>
        <p:nvGraphicFramePr>
          <p:cNvPr id="7" name="Content Placeholder 6"/>
          <p:cNvGraphicFramePr>
            <a:graphicFrameLocks noGrp="1"/>
          </p:cNvGraphicFramePr>
          <p:nvPr>
            <p:ph idx="1"/>
          </p:nvPr>
        </p:nvGraphicFramePr>
        <p:xfrm>
          <a:off x="457632" y="1595979"/>
          <a:ext cx="7331550" cy="3337209"/>
        </p:xfrm>
        <a:graphic>
          <a:graphicData uri="http://schemas.openxmlformats.org/drawingml/2006/table">
            <a:tbl>
              <a:tblPr firstRow="1" bandRow="1">
                <a:tableStyleId>{5C22544A-7EE6-4342-B048-85BDC9FD1C3A}</a:tableStyleId>
              </a:tblPr>
              <a:tblGrid>
                <a:gridCol w="935257">
                  <a:extLst>
                    <a:ext uri="{9D8B030D-6E8A-4147-A177-3AD203B41FA5}">
                      <a16:colId xmlns:a16="http://schemas.microsoft.com/office/drawing/2014/main" val="20000"/>
                    </a:ext>
                  </a:extLst>
                </a:gridCol>
                <a:gridCol w="935257">
                  <a:extLst>
                    <a:ext uri="{9D8B030D-6E8A-4147-A177-3AD203B41FA5}">
                      <a16:colId xmlns:a16="http://schemas.microsoft.com/office/drawing/2014/main" val="20001"/>
                    </a:ext>
                  </a:extLst>
                </a:gridCol>
                <a:gridCol w="935257">
                  <a:extLst>
                    <a:ext uri="{9D8B030D-6E8A-4147-A177-3AD203B41FA5}">
                      <a16:colId xmlns:a16="http://schemas.microsoft.com/office/drawing/2014/main" val="20002"/>
                    </a:ext>
                  </a:extLst>
                </a:gridCol>
                <a:gridCol w="4525779">
                  <a:extLst>
                    <a:ext uri="{9D8B030D-6E8A-4147-A177-3AD203B41FA5}">
                      <a16:colId xmlns:a16="http://schemas.microsoft.com/office/drawing/2014/main" val="20003"/>
                    </a:ext>
                  </a:extLst>
                </a:gridCol>
              </a:tblGrid>
              <a:tr h="370801">
                <a:tc>
                  <a:txBody>
                    <a:bodyPr/>
                    <a:lstStyle/>
                    <a:p>
                      <a:pPr algn="ctr"/>
                      <a:r>
                        <a:rPr lang="en-US" sz="1800" b="1" dirty="0">
                          <a:latin typeface="Consolas" charset="0"/>
                          <a:ea typeface="Consolas" charset="0"/>
                          <a:cs typeface="Consolas" charset="0"/>
                        </a:rPr>
                        <a:t>a</a:t>
                      </a:r>
                    </a:p>
                  </a:txBody>
                  <a:tcPr marL="91431" marR="91431" marT="45715" marB="45715"/>
                </a:tc>
                <a:tc>
                  <a:txBody>
                    <a:bodyPr/>
                    <a:lstStyle/>
                    <a:p>
                      <a:pPr algn="ctr"/>
                      <a:r>
                        <a:rPr lang="en-US" sz="1800" b="1" dirty="0">
                          <a:latin typeface="Consolas" charset="0"/>
                          <a:ea typeface="Consolas" charset="0"/>
                          <a:cs typeface="Consolas" charset="0"/>
                        </a:rPr>
                        <a:t>b</a:t>
                      </a:r>
                    </a:p>
                  </a:txBody>
                  <a:tcPr marL="91431" marR="91431" marT="45715" marB="45715"/>
                </a:tc>
                <a:tc>
                  <a:txBody>
                    <a:bodyPr/>
                    <a:lstStyle/>
                    <a:p>
                      <a:pPr algn="ctr"/>
                      <a:r>
                        <a:rPr lang="en-US" sz="1800" b="1" dirty="0">
                          <a:latin typeface="Consolas" charset="0"/>
                          <a:ea typeface="Consolas" charset="0"/>
                          <a:cs typeface="Consolas" charset="0"/>
                        </a:rPr>
                        <a:t>c</a:t>
                      </a:r>
                    </a:p>
                  </a:txBody>
                  <a:tcPr marL="91431" marR="91431" marT="45715" marB="45715"/>
                </a:tc>
                <a:tc>
                  <a:txBody>
                    <a:bodyPr/>
                    <a:lstStyle/>
                    <a:p>
                      <a:pPr algn="ctr"/>
                      <a:r>
                        <a:rPr lang="en-US" sz="1800" b="1" dirty="0">
                          <a:latin typeface="Consolas" charset="0"/>
                          <a:ea typeface="Consolas" charset="0"/>
                          <a:cs typeface="Consolas" charset="0"/>
                        </a:rPr>
                        <a:t>((a &amp;&amp; !b) || (!a &amp;&amp; b)) &amp;&amp; !c</a:t>
                      </a:r>
                    </a:p>
                  </a:txBody>
                  <a:tcPr marL="91431" marR="91431" marT="45715" marB="45715"/>
                </a:tc>
                <a:extLst>
                  <a:ext uri="{0D108BD9-81ED-4DB2-BD59-A6C34878D82A}">
                    <a16:rowId xmlns:a16="http://schemas.microsoft.com/office/drawing/2014/main" val="10000"/>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endParaRPr lang="en-US" sz="1800" b="1">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1"/>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endParaRPr lang="en-US" sz="1800" b="1">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2"/>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endParaRPr lang="en-US" sz="1800" b="1">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3"/>
                  </a:ext>
                </a:extLst>
              </a:tr>
              <a:tr h="370801">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endParaRPr lang="en-US" sz="1800" b="1">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4"/>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endParaRPr lang="en-US" sz="1800" b="1" dirty="0">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5"/>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endParaRPr lang="en-US" sz="1800" b="1" dirty="0">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6"/>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false</a:t>
                      </a:r>
                    </a:p>
                  </a:txBody>
                  <a:tcPr marL="91431" marR="91431" marT="45715" marB="45715"/>
                </a:tc>
                <a:tc>
                  <a:txBody>
                    <a:bodyPr/>
                    <a:lstStyle/>
                    <a:p>
                      <a:pPr algn="ctr"/>
                      <a:endParaRPr lang="en-US" sz="1800" b="1" dirty="0">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7"/>
                  </a:ext>
                </a:extLst>
              </a:tr>
              <a:tr h="370801">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r>
                        <a:rPr lang="en-US" sz="1800" b="1" dirty="0">
                          <a:latin typeface="Consolas" charset="0"/>
                          <a:ea typeface="Consolas" charset="0"/>
                          <a:cs typeface="Consolas" charset="0"/>
                        </a:rPr>
                        <a:t>true</a:t>
                      </a:r>
                    </a:p>
                  </a:txBody>
                  <a:tcPr marL="91431" marR="91431" marT="45715" marB="45715"/>
                </a:tc>
                <a:tc>
                  <a:txBody>
                    <a:bodyPr/>
                    <a:lstStyle/>
                    <a:p>
                      <a:pPr algn="ctr"/>
                      <a:endParaRPr lang="en-US" sz="1800" b="1" dirty="0">
                        <a:latin typeface="Consolas" charset="0"/>
                        <a:ea typeface="Consolas" charset="0"/>
                        <a:cs typeface="Consolas" charset="0"/>
                      </a:endParaRPr>
                    </a:p>
                  </a:txBody>
                  <a:tcPr marL="91431" marR="91431" marT="45715" marB="45715"/>
                </a:tc>
                <a:extLst>
                  <a:ext uri="{0D108BD9-81ED-4DB2-BD59-A6C34878D82A}">
                    <a16:rowId xmlns:a16="http://schemas.microsoft.com/office/drawing/2014/main" val="10008"/>
                  </a:ext>
                </a:extLst>
              </a:tr>
            </a:tbl>
          </a:graphicData>
        </a:graphic>
      </p:graphicFrame>
      <p:pic>
        <p:nvPicPr>
          <p:cNvPr id="4" name="Picture 3">
            <a:extLst>
              <a:ext uri="{FF2B5EF4-FFF2-40B4-BE49-F238E27FC236}">
                <a16:creationId xmlns:a16="http://schemas.microsoft.com/office/drawing/2014/main" id="{5A11398C-4EFA-09B8-EC25-281D8C8261BF}"/>
              </a:ext>
            </a:extLst>
          </p:cNvPr>
          <p:cNvPicPr>
            <a:picLocks noChangeAspect="1"/>
          </p:cNvPicPr>
          <p:nvPr/>
        </p:nvPicPr>
        <p:blipFill>
          <a:blip r:embed="rId3"/>
          <a:stretch>
            <a:fillRect/>
          </a:stretch>
        </p:blipFill>
        <p:spPr>
          <a:xfrm>
            <a:off x="5124960" y="3083400"/>
            <a:ext cx="3652028" cy="2753422"/>
          </a:xfrm>
          <a:prstGeom prst="rect">
            <a:avLst/>
          </a:prstGeom>
        </p:spPr>
      </p:pic>
    </p:spTree>
    <p:extLst>
      <p:ext uri="{BB962C8B-B14F-4D97-AF65-F5344CB8AC3E}">
        <p14:creationId xmlns:p14="http://schemas.microsoft.com/office/powerpoint/2010/main" val="8928155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Arrays</a:t>
            </a:r>
          </a:p>
        </p:txBody>
      </p:sp>
      <p:sp>
        <p:nvSpPr>
          <p:cNvPr id="3" name="Content Placeholder 2"/>
          <p:cNvSpPr>
            <a:spLocks noGrp="1"/>
          </p:cNvSpPr>
          <p:nvPr>
            <p:ph idx="1"/>
          </p:nvPr>
        </p:nvSpPr>
        <p:spPr/>
        <p:txBody>
          <a:bodyPr/>
          <a:lstStyle/>
          <a:p>
            <a:r>
              <a:rPr lang="en-US" dirty="0"/>
              <a:t>An array is a fixed-size list of variables of the same type, that represents a set of related values</a:t>
            </a:r>
          </a:p>
          <a:p>
            <a:pPr lvl="1"/>
            <a:endParaRPr lang="en-US" dirty="0"/>
          </a:p>
          <a:p>
            <a:r>
              <a:rPr lang="en-US" dirty="0"/>
              <a:t>Access many values via a single variable name</a:t>
            </a:r>
          </a:p>
          <a:p>
            <a:endParaRPr lang="en-US" dirty="0"/>
          </a:p>
          <a:p>
            <a:r>
              <a:rPr lang="en-US" dirty="0"/>
              <a:t>There is special syntax to create an array and to use its elements</a:t>
            </a:r>
          </a:p>
        </p:txBody>
      </p:sp>
    </p:spTree>
    <p:extLst>
      <p:ext uri="{BB962C8B-B14F-4D97-AF65-F5344CB8AC3E}">
        <p14:creationId xmlns:p14="http://schemas.microsoft.com/office/powerpoint/2010/main" val="419175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Declaring an Array</a:t>
            </a:r>
          </a:p>
        </p:txBody>
      </p:sp>
      <p:sp>
        <p:nvSpPr>
          <p:cNvPr id="3" name="Content Placeholder 2"/>
          <p:cNvSpPr>
            <a:spLocks noGrp="1"/>
          </p:cNvSpPr>
          <p:nvPr>
            <p:ph idx="1"/>
          </p:nvPr>
        </p:nvSpPr>
        <p:spPr/>
        <p:txBody>
          <a:bodyPr/>
          <a:lstStyle/>
          <a:p>
            <a:pPr marL="0" indent="0">
              <a:buNone/>
            </a:pPr>
            <a:r>
              <a:rPr lang="en-US" dirty="0"/>
              <a:t>Similar syntax to other variables, but type is now </a:t>
            </a:r>
            <a:r>
              <a:rPr lang="en-US" b="1" dirty="0">
                <a:latin typeface="Consolas" charset="0"/>
                <a:ea typeface="Consolas" charset="0"/>
                <a:cs typeface="Consolas" charset="0"/>
              </a:rPr>
              <a:t>TYPE[]</a:t>
            </a:r>
          </a:p>
          <a:p>
            <a:pPr marL="457153" lvl="1" indent="0">
              <a:buNone/>
            </a:pPr>
            <a:r>
              <a:rPr lang="en-US" b="1" dirty="0">
                <a:latin typeface="Consolas" charset="0"/>
                <a:ea typeface="Consolas" charset="0"/>
                <a:cs typeface="Consolas" charset="0"/>
              </a:rPr>
              <a:t>TYPE[] name;</a:t>
            </a:r>
          </a:p>
          <a:p>
            <a:pPr lvl="1"/>
            <a:endParaRPr lang="en-US" dirty="0"/>
          </a:p>
          <a:p>
            <a:pPr marL="0" indent="0">
              <a:buNone/>
            </a:pPr>
            <a:r>
              <a:rPr lang="en-US" dirty="0"/>
              <a:t>Examples</a:t>
            </a:r>
            <a:r>
              <a:rPr lang="mr-IN" dirty="0"/>
              <a:t>…</a:t>
            </a:r>
            <a:endParaRPr lang="en-US" dirty="0"/>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counts;</a:t>
            </a:r>
          </a:p>
          <a:p>
            <a:pPr marL="457153" lvl="1" indent="0">
              <a:buNone/>
            </a:pPr>
            <a:r>
              <a:rPr lang="en-US" b="1" dirty="0">
                <a:latin typeface="Consolas" charset="0"/>
                <a:ea typeface="Consolas" charset="0"/>
                <a:cs typeface="Consolas" charset="0"/>
              </a:rPr>
              <a:t>double[] costs;</a:t>
            </a:r>
          </a:p>
          <a:p>
            <a:pPr marL="457153" lvl="1"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a:t>
            </a:r>
            <a:r>
              <a:rPr lang="en-US" b="1" dirty="0" err="1">
                <a:latin typeface="Consolas" charset="0"/>
                <a:ea typeface="Consolas" charset="0"/>
                <a:cs typeface="Consolas" charset="0"/>
              </a:rPr>
              <a:t>tf</a:t>
            </a:r>
            <a:r>
              <a:rPr lang="en-US" b="1" dirty="0">
                <a:latin typeface="Consolas" charset="0"/>
                <a:ea typeface="Consolas" charset="0"/>
                <a:cs typeface="Consolas" charset="0"/>
              </a:rPr>
              <a:t>;</a:t>
            </a:r>
          </a:p>
          <a:p>
            <a:pPr marL="457153" lvl="1" indent="0">
              <a:buNone/>
            </a:pPr>
            <a:r>
              <a:rPr lang="en-US" b="1" dirty="0">
                <a:latin typeface="Consolas" charset="0"/>
                <a:ea typeface="Consolas" charset="0"/>
                <a:cs typeface="Consolas" charset="0"/>
              </a:rPr>
              <a:t>String[] names;</a:t>
            </a:r>
          </a:p>
        </p:txBody>
      </p:sp>
    </p:spTree>
    <p:extLst>
      <p:ext uri="{BB962C8B-B14F-4D97-AF65-F5344CB8AC3E}">
        <p14:creationId xmlns:p14="http://schemas.microsoft.com/office/powerpoint/2010/main" val="35935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Initializing an Array</a:t>
            </a:r>
          </a:p>
        </p:txBody>
      </p:sp>
      <p:sp>
        <p:nvSpPr>
          <p:cNvPr id="3" name="Content Placeholder 2"/>
          <p:cNvSpPr>
            <a:spLocks noGrp="1"/>
          </p:cNvSpPr>
          <p:nvPr>
            <p:ph idx="1"/>
          </p:nvPr>
        </p:nvSpPr>
        <p:spPr/>
        <p:txBody>
          <a:bodyPr>
            <a:normAutofit/>
          </a:bodyPr>
          <a:lstStyle/>
          <a:p>
            <a:r>
              <a:rPr lang="en-US" dirty="0"/>
              <a:t>Must set the size of the array at initialization, but options to set initial element values </a:t>
            </a:r>
          </a:p>
          <a:p>
            <a:endParaRPr lang="en-US" dirty="0"/>
          </a:p>
          <a:p>
            <a:r>
              <a:rPr lang="en-US" dirty="0"/>
              <a:t>First option: set all to </a:t>
            </a:r>
            <a:r>
              <a:rPr lang="en-US" b="1" dirty="0">
                <a:latin typeface="Consolas" charset="0"/>
                <a:ea typeface="Consolas" charset="0"/>
                <a:cs typeface="Consolas" charset="0"/>
              </a:rPr>
              <a:t>0</a:t>
            </a:r>
            <a:r>
              <a:rPr lang="en-US" dirty="0"/>
              <a:t>/</a:t>
            </a:r>
            <a:r>
              <a:rPr lang="en-US" b="1" dirty="0">
                <a:latin typeface="Consolas" charset="0"/>
                <a:ea typeface="Consolas" charset="0"/>
                <a:cs typeface="Consolas" charset="0"/>
              </a:rPr>
              <a:t>false</a:t>
            </a:r>
            <a:r>
              <a:rPr lang="en-US" dirty="0"/>
              <a:t>/</a:t>
            </a:r>
            <a:r>
              <a:rPr lang="en-US" b="1" dirty="0">
                <a:latin typeface="Consolas" charset="0"/>
                <a:ea typeface="Consolas" charset="0"/>
                <a:cs typeface="Consolas" charset="0"/>
              </a:rPr>
              <a:t>null</a:t>
            </a:r>
            <a:r>
              <a:rPr lang="en-US" dirty="0"/>
              <a:t> via new (remember, arrays are objects!)</a:t>
            </a:r>
            <a:r>
              <a:rPr lang="mr-IN" dirty="0"/>
              <a:t>…</a:t>
            </a:r>
            <a:endParaRPr lang="en-US" dirty="0"/>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counts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[5];</a:t>
            </a:r>
          </a:p>
          <a:p>
            <a:pPr marL="457153" lvl="1" indent="0">
              <a:buNone/>
            </a:pPr>
            <a:r>
              <a:rPr lang="en-US" b="1" dirty="0">
                <a:latin typeface="Consolas" charset="0"/>
                <a:ea typeface="Consolas" charset="0"/>
                <a:cs typeface="Consolas" charset="0"/>
              </a:rPr>
              <a:t>double[] costs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[4];</a:t>
            </a:r>
          </a:p>
          <a:p>
            <a:pPr marL="457153" lvl="1"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a:t>
            </a:r>
            <a:r>
              <a:rPr lang="en-US" b="1" dirty="0" err="1">
                <a:latin typeface="Consolas" charset="0"/>
                <a:ea typeface="Consolas" charset="0"/>
                <a:cs typeface="Consolas" charset="0"/>
              </a:rPr>
              <a:t>tf</a:t>
            </a:r>
            <a:r>
              <a:rPr lang="en-US" b="1" dirty="0">
                <a:latin typeface="Consolas" charset="0"/>
                <a:ea typeface="Consolas" charset="0"/>
                <a:cs typeface="Consolas" charset="0"/>
              </a:rPr>
              <a:t> = new </a:t>
            </a:r>
            <a:r>
              <a:rPr lang="en-US" b="1" dirty="0" err="1">
                <a:latin typeface="Consolas" charset="0"/>
                <a:ea typeface="Consolas" charset="0"/>
                <a:cs typeface="Consolas" charset="0"/>
              </a:rPr>
              <a:t>boolean</a:t>
            </a:r>
            <a:r>
              <a:rPr lang="en-US" b="1" dirty="0">
                <a:latin typeface="Consolas" charset="0"/>
                <a:ea typeface="Consolas" charset="0"/>
                <a:cs typeface="Consolas" charset="0"/>
              </a:rPr>
              <a:t>[2];</a:t>
            </a:r>
          </a:p>
          <a:p>
            <a:pPr marL="457153" lvl="1" indent="0">
              <a:buNone/>
            </a:pPr>
            <a:r>
              <a:rPr lang="en-US" b="1" dirty="0">
                <a:latin typeface="Consolas" charset="0"/>
                <a:ea typeface="Consolas" charset="0"/>
                <a:cs typeface="Consolas" charset="0"/>
              </a:rPr>
              <a:t>String[] names = new String[3];</a:t>
            </a:r>
          </a:p>
          <a:p>
            <a:pPr lvl="1"/>
            <a:endParaRPr lang="en-US" dirty="0"/>
          </a:p>
          <a:p>
            <a:pPr lvl="1"/>
            <a:endParaRPr lang="en-US" dirty="0"/>
          </a:p>
        </p:txBody>
      </p:sp>
    </p:spTree>
    <p:extLst>
      <p:ext uri="{BB962C8B-B14F-4D97-AF65-F5344CB8AC3E}">
        <p14:creationId xmlns:p14="http://schemas.microsoft.com/office/powerpoint/2010/main" val="10999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Initialize an Array with Size/Values </a:t>
            </a:r>
          </a:p>
        </p:txBody>
      </p:sp>
      <p:sp>
        <p:nvSpPr>
          <p:cNvPr id="3" name="Content Placeholder 2"/>
          <p:cNvSpPr>
            <a:spLocks noGrp="1"/>
          </p:cNvSpPr>
          <p:nvPr>
            <p:ph idx="1"/>
          </p:nvPr>
        </p:nvSpPr>
        <p:spPr/>
        <p:txBody>
          <a:bodyPr>
            <a:normAutofit/>
          </a:bodyPr>
          <a:lstStyle/>
          <a:p>
            <a:r>
              <a:rPr lang="en-US" dirty="0"/>
              <a:t>If at same time as declaration</a:t>
            </a:r>
            <a:r>
              <a:rPr lang="mr-IN" dirty="0"/>
              <a:t>…</a:t>
            </a:r>
            <a:endParaRPr lang="en-US" dirty="0"/>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counts = {1, 2, 3, 4, 5};</a:t>
            </a:r>
          </a:p>
          <a:p>
            <a:pPr marL="457153" lvl="1" indent="0">
              <a:buNone/>
            </a:pPr>
            <a:r>
              <a:rPr lang="en-US" b="1" dirty="0">
                <a:latin typeface="Consolas" charset="0"/>
                <a:ea typeface="Consolas" charset="0"/>
                <a:cs typeface="Consolas" charset="0"/>
              </a:rPr>
              <a:t>double[] costs = {1.1, 2.2, 3.3, 4.4};</a:t>
            </a:r>
          </a:p>
          <a:p>
            <a:pPr marL="457153" lvl="1"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a:t>
            </a:r>
            <a:r>
              <a:rPr lang="en-US" b="1" dirty="0" err="1">
                <a:latin typeface="Consolas" charset="0"/>
                <a:ea typeface="Consolas" charset="0"/>
                <a:cs typeface="Consolas" charset="0"/>
              </a:rPr>
              <a:t>tf</a:t>
            </a:r>
            <a:r>
              <a:rPr lang="en-US" b="1" dirty="0">
                <a:latin typeface="Consolas" charset="0"/>
                <a:ea typeface="Consolas" charset="0"/>
                <a:cs typeface="Consolas" charset="0"/>
              </a:rPr>
              <a:t> = {false, true};</a:t>
            </a:r>
          </a:p>
          <a:p>
            <a:pPr marL="457153" lvl="1" indent="0">
              <a:buNone/>
            </a:pPr>
            <a:r>
              <a:rPr lang="en-US" b="1" dirty="0">
                <a:latin typeface="Consolas" charset="0"/>
                <a:ea typeface="Consolas" charset="0"/>
                <a:cs typeface="Consolas" charset="0"/>
              </a:rPr>
              <a:t>String[] names = {"foo", "bar", "</a:t>
            </a:r>
            <a:r>
              <a:rPr lang="en-US" b="1" dirty="0" err="1">
                <a:latin typeface="Consolas" charset="0"/>
                <a:ea typeface="Consolas" charset="0"/>
                <a:cs typeface="Consolas" charset="0"/>
              </a:rPr>
              <a:t>baz</a:t>
            </a:r>
            <a:r>
              <a:rPr lang="en-US" b="1" dirty="0">
                <a:latin typeface="Consolas" charset="0"/>
                <a:ea typeface="Consolas" charset="0"/>
                <a:cs typeface="Consolas" charset="0"/>
              </a:rPr>
              <a:t>"};</a:t>
            </a:r>
          </a:p>
          <a:p>
            <a:endParaRPr lang="en-US" dirty="0"/>
          </a:p>
          <a:p>
            <a:r>
              <a:rPr lang="en-US" dirty="0"/>
              <a:t>If later</a:t>
            </a:r>
            <a:r>
              <a:rPr lang="mr-IN" dirty="0"/>
              <a:t>…</a:t>
            </a:r>
            <a:endParaRPr lang="en-US" dirty="0"/>
          </a:p>
          <a:p>
            <a:pPr marL="457153" lvl="1"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a:t>
            </a:r>
            <a:r>
              <a:rPr lang="en-US" b="1" dirty="0" err="1">
                <a:latin typeface="Consolas" charset="0"/>
                <a:ea typeface="Consolas" charset="0"/>
                <a:cs typeface="Consolas" charset="0"/>
              </a:rPr>
              <a:t>tf</a:t>
            </a:r>
            <a:r>
              <a:rPr lang="en-US" b="1" dirty="0">
                <a:latin typeface="Consolas" charset="0"/>
                <a:ea typeface="Consolas" charset="0"/>
                <a:cs typeface="Consolas" charset="0"/>
              </a:rPr>
              <a:t>;</a:t>
            </a:r>
          </a:p>
          <a:p>
            <a:pPr marL="457153" lvl="1" indent="0">
              <a:buNone/>
            </a:pPr>
            <a:r>
              <a:rPr lang="mr-IN" b="1" dirty="0">
                <a:latin typeface="Consolas" charset="0"/>
                <a:ea typeface="Consolas" charset="0"/>
                <a:cs typeface="Consolas" charset="0"/>
              </a:rPr>
              <a:t>…</a:t>
            </a:r>
            <a:endParaRPr lang="en-US" b="1" dirty="0">
              <a:latin typeface="Consolas" charset="0"/>
              <a:ea typeface="Consolas" charset="0"/>
              <a:cs typeface="Consolas" charset="0"/>
            </a:endParaRPr>
          </a:p>
          <a:p>
            <a:pPr marL="457153" lvl="1" indent="0">
              <a:buNone/>
            </a:pPr>
            <a:r>
              <a:rPr lang="en-US" b="1" dirty="0" err="1">
                <a:latin typeface="Consolas" charset="0"/>
                <a:ea typeface="Consolas" charset="0"/>
                <a:cs typeface="Consolas" charset="0"/>
              </a:rPr>
              <a:t>tf</a:t>
            </a:r>
            <a:r>
              <a:rPr lang="en-US" b="1" dirty="0">
                <a:latin typeface="Consolas" charset="0"/>
                <a:ea typeface="Consolas" charset="0"/>
                <a:cs typeface="Consolas" charset="0"/>
              </a:rPr>
              <a:t> = new </a:t>
            </a:r>
            <a:r>
              <a:rPr lang="en-US" b="1" dirty="0" err="1">
                <a:latin typeface="Consolas" charset="0"/>
                <a:ea typeface="Consolas" charset="0"/>
                <a:cs typeface="Consolas" charset="0"/>
              </a:rPr>
              <a:t>boolean</a:t>
            </a:r>
            <a:r>
              <a:rPr lang="en-US" b="1" dirty="0">
                <a:latin typeface="Consolas" charset="0"/>
                <a:ea typeface="Consolas" charset="0"/>
                <a:cs typeface="Consolas" charset="0"/>
              </a:rPr>
              <a:t>[] {false, true};</a:t>
            </a:r>
          </a:p>
        </p:txBody>
      </p:sp>
    </p:spTree>
    <p:extLst>
      <p:ext uri="{BB962C8B-B14F-4D97-AF65-F5344CB8AC3E}">
        <p14:creationId xmlns:p14="http://schemas.microsoft.com/office/powerpoint/2010/main" val="1962966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Array Size</a:t>
            </a:r>
          </a:p>
        </p:txBody>
      </p:sp>
      <p:sp>
        <p:nvSpPr>
          <p:cNvPr id="3" name="Content Placeholder 2"/>
          <p:cNvSpPr>
            <a:spLocks noGrp="1"/>
          </p:cNvSpPr>
          <p:nvPr>
            <p:ph idx="1"/>
          </p:nvPr>
        </p:nvSpPr>
        <p:spPr/>
        <p:txBody>
          <a:bodyPr>
            <a:normAutofit/>
          </a:bodyPr>
          <a:lstStyle/>
          <a:p>
            <a:r>
              <a:rPr lang="en-US" dirty="0"/>
              <a:t>Once initialized, the array has a fixed size available via a member variable: </a:t>
            </a:r>
            <a:r>
              <a:rPr lang="en-US" b="1" dirty="0">
                <a:latin typeface="Consolas" charset="0"/>
                <a:ea typeface="Consolas" charset="0"/>
                <a:cs typeface="Consolas" charset="0"/>
              </a:rPr>
              <a:t>length</a:t>
            </a:r>
          </a:p>
          <a:p>
            <a:endParaRPr lang="en-US" dirty="0"/>
          </a:p>
          <a:p>
            <a:r>
              <a:rPr lang="en-US" dirty="0"/>
              <a:t>Example</a:t>
            </a:r>
            <a:r>
              <a:rPr lang="mr-IN" dirty="0"/>
              <a:t>…</a:t>
            </a:r>
            <a:endParaRPr lang="en-US" dirty="0"/>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counts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[5];</a:t>
            </a:r>
          </a:p>
          <a:p>
            <a:pPr marL="457153" lvl="1"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a:t>
            </a:r>
            <a:r>
              <a:rPr lang="en-US" b="1" dirty="0" err="1">
                <a:latin typeface="Consolas" charset="0"/>
                <a:ea typeface="Consolas" charset="0"/>
                <a:cs typeface="Consolas" charset="0"/>
              </a:rPr>
              <a:t>tf</a:t>
            </a:r>
            <a:r>
              <a:rPr lang="en-US" b="1" dirty="0">
                <a:latin typeface="Consolas" charset="0"/>
                <a:ea typeface="Consolas" charset="0"/>
                <a:cs typeface="Consolas" charset="0"/>
              </a:rPr>
              <a:t> = {false, true};</a:t>
            </a:r>
          </a:p>
          <a:p>
            <a:pPr lvl="1"/>
            <a:endParaRPr lang="en-US" dirty="0"/>
          </a:p>
          <a:p>
            <a:pPr marL="457153" lvl="1"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 %</a:t>
            </a:r>
            <a:r>
              <a:rPr lang="en-US" b="1" dirty="0" err="1">
                <a:latin typeface="Consolas" charset="0"/>
                <a:ea typeface="Consolas" charset="0"/>
                <a:cs typeface="Consolas" charset="0"/>
              </a:rPr>
              <a:t>d%n</a:t>
            </a:r>
            <a:r>
              <a:rPr lang="en-US" b="1" dirty="0">
                <a:latin typeface="Consolas" charset="0"/>
                <a:ea typeface="Consolas" charset="0"/>
                <a:cs typeface="Consolas" charset="0"/>
              </a:rPr>
              <a:t>", </a:t>
            </a:r>
          </a:p>
          <a:p>
            <a:pPr marL="457153" lvl="1"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counts.length</a:t>
            </a:r>
            <a:r>
              <a:rPr lang="en-US" b="1" dirty="0">
                <a:latin typeface="Consolas" charset="0"/>
                <a:ea typeface="Consolas" charset="0"/>
                <a:cs typeface="Consolas" charset="0"/>
              </a:rPr>
              <a:t>, </a:t>
            </a:r>
            <a:r>
              <a:rPr lang="en-US" b="1" dirty="0" err="1">
                <a:latin typeface="Consolas" charset="0"/>
                <a:ea typeface="Consolas" charset="0"/>
                <a:cs typeface="Consolas" charset="0"/>
              </a:rPr>
              <a:t>tf.length</a:t>
            </a: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3077211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Accessing Array Elements</a:t>
            </a:r>
          </a:p>
        </p:txBody>
      </p:sp>
      <p:sp>
        <p:nvSpPr>
          <p:cNvPr id="3" name="Content Placeholder 2"/>
          <p:cNvSpPr>
            <a:spLocks noGrp="1"/>
          </p:cNvSpPr>
          <p:nvPr>
            <p:ph idx="1"/>
          </p:nvPr>
        </p:nvSpPr>
        <p:spPr/>
        <p:txBody>
          <a:bodyPr>
            <a:normAutofit fontScale="92500" lnSpcReduction="20000"/>
          </a:bodyPr>
          <a:lstStyle/>
          <a:p>
            <a:r>
              <a:rPr lang="en-US" dirty="0"/>
              <a:t>Every element within the array has an “index” (think address, relative to the beginning of the array): </a:t>
            </a:r>
            <a:r>
              <a:rPr lang="en-US" b="1" dirty="0">
                <a:latin typeface="Consolas" charset="0"/>
                <a:ea typeface="Consolas" charset="0"/>
                <a:cs typeface="Consolas" charset="0"/>
              </a:rPr>
              <a:t>0</a:t>
            </a:r>
            <a:r>
              <a:rPr lang="en-US" dirty="0"/>
              <a:t> </a:t>
            </a:r>
            <a:r>
              <a:rPr lang="mr-IN" dirty="0"/>
              <a:t>–</a:t>
            </a:r>
            <a:r>
              <a:rPr lang="en-US" dirty="0"/>
              <a:t> </a:t>
            </a:r>
            <a:r>
              <a:rPr lang="en-US" b="1" dirty="0">
                <a:latin typeface="Consolas" charset="0"/>
                <a:ea typeface="Consolas" charset="0"/>
                <a:cs typeface="Consolas" charset="0"/>
              </a:rPr>
              <a:t>array.length-1</a:t>
            </a:r>
          </a:p>
          <a:p>
            <a:endParaRPr lang="en-US" dirty="0"/>
          </a:p>
          <a:p>
            <a:r>
              <a:rPr lang="en-US" dirty="0"/>
              <a:t>After initialization, access an individual element using any expression that resolves to an integer within brackets</a:t>
            </a:r>
          </a:p>
          <a:p>
            <a:pPr marL="457153" lvl="1" indent="0">
              <a:buNone/>
            </a:pPr>
            <a:endParaRPr lang="en-US" b="1" dirty="0">
              <a:latin typeface="Consolas" charset="0"/>
              <a:ea typeface="Consolas" charset="0"/>
              <a:cs typeface="Consolas" charset="0"/>
            </a:endParaRPr>
          </a:p>
          <a:p>
            <a:pPr marL="457153" lvl="1" indent="0">
              <a:buNone/>
            </a:pPr>
            <a:r>
              <a:rPr lang="en-US" b="1" dirty="0">
                <a:latin typeface="Consolas" charset="0"/>
                <a:ea typeface="Consolas" charset="0"/>
                <a:cs typeface="Consolas" charset="0"/>
              </a:rPr>
              <a:t>array[index expression] = value;</a:t>
            </a:r>
          </a:p>
          <a:p>
            <a:pPr marL="457153" lvl="1" indent="0">
              <a:buNone/>
            </a:pPr>
            <a:r>
              <a:rPr lang="en-US" b="1" dirty="0" err="1">
                <a:latin typeface="Consolas" charset="0"/>
                <a:ea typeface="Consolas" charset="0"/>
                <a:cs typeface="Consolas" charset="0"/>
              </a:rPr>
              <a:t>var</a:t>
            </a:r>
            <a:r>
              <a:rPr lang="en-US" b="1" dirty="0">
                <a:latin typeface="Consolas" charset="0"/>
                <a:ea typeface="Consolas" charset="0"/>
                <a:cs typeface="Consolas" charset="0"/>
              </a:rPr>
              <a:t> = array[index expression] * 2;</a:t>
            </a:r>
          </a:p>
          <a:p>
            <a:pPr marL="457153" lvl="1"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d%n</a:t>
            </a:r>
            <a:r>
              <a:rPr lang="en-US" b="1" dirty="0">
                <a:latin typeface="Consolas" charset="0"/>
                <a:ea typeface="Consolas" charset="0"/>
                <a:cs typeface="Consolas" charset="0"/>
              </a:rPr>
              <a:t>", </a:t>
            </a:r>
          </a:p>
          <a:p>
            <a:pPr marL="457153" lvl="1" indent="0">
              <a:buNone/>
            </a:pPr>
            <a:r>
              <a:rPr lang="en-US" b="1" dirty="0">
                <a:latin typeface="Consolas" charset="0"/>
                <a:ea typeface="Consolas" charset="0"/>
                <a:cs typeface="Consolas" charset="0"/>
              </a:rPr>
              <a:t>	array[index expression]);</a:t>
            </a:r>
          </a:p>
          <a:p>
            <a:endParaRPr lang="en-US" dirty="0"/>
          </a:p>
          <a:p>
            <a:r>
              <a:rPr lang="en-US" dirty="0"/>
              <a:t>Bad index raises </a:t>
            </a:r>
            <a:r>
              <a:rPr lang="en-US" dirty="0" err="1"/>
              <a:t>ArrayIndexOutOfBoundsException</a:t>
            </a:r>
            <a:endParaRPr lang="en-US" dirty="0"/>
          </a:p>
          <a:p>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	</a:t>
            </a: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a</a:t>
            </a:r>
            <a:r>
              <a:rPr lang="mr-IN" b="1" dirty="0">
                <a:latin typeface="Consolas" charset="0"/>
                <a:ea typeface="Consolas" charset="0"/>
                <a:cs typeface="Consolas" charset="0"/>
              </a:rPr>
              <a:t> = {5, 4, 3, 2, 1};		</a:t>
            </a: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	</a:t>
            </a:r>
            <a:r>
              <a:rPr lang="mr-IN" b="1" dirty="0" err="1">
                <a:latin typeface="Consolas" charset="0"/>
                <a:ea typeface="Consolas" charset="0"/>
                <a:cs typeface="Consolas" charset="0"/>
              </a:rPr>
              <a:t>System.out.printf</a:t>
            </a:r>
            <a:r>
              <a:rPr lang="mr-IN" b="1" dirty="0">
                <a:latin typeface="Consolas" charset="0"/>
                <a:ea typeface="Consolas" charset="0"/>
                <a:cs typeface="Consolas" charset="0"/>
              </a:rPr>
              <a:t>("%</a:t>
            </a:r>
            <a:r>
              <a:rPr lang="mr-IN" b="1" dirty="0" err="1">
                <a:latin typeface="Consolas" charset="0"/>
                <a:ea typeface="Consolas" charset="0"/>
                <a:cs typeface="Consolas" charset="0"/>
              </a:rPr>
              <a:t>d</a:t>
            </a:r>
            <a:r>
              <a:rPr lang="mr-IN" b="1" dirty="0">
                <a:latin typeface="Consolas" charset="0"/>
                <a:ea typeface="Consolas" charset="0"/>
                <a:cs typeface="Consolas" charset="0"/>
              </a:rPr>
              <a:t>", </a:t>
            </a:r>
            <a:r>
              <a:rPr lang="mr-IN" b="1" dirty="0" err="1">
                <a:latin typeface="Consolas" charset="0"/>
                <a:ea typeface="Consolas" charset="0"/>
                <a:cs typeface="Consolas" charset="0"/>
              </a:rPr>
              <a:t>a</a:t>
            </a:r>
            <a:r>
              <a:rPr lang="mr-IN" b="1" dirty="0">
                <a:latin typeface="Consolas" charset="0"/>
                <a:ea typeface="Consolas" charset="0"/>
                <a:cs typeface="Consolas" charset="0"/>
              </a:rPr>
              <a:t>[</a:t>
            </a:r>
            <a:r>
              <a:rPr lang="mr-IN" b="1" dirty="0" err="1">
                <a:latin typeface="Consolas" charset="0"/>
                <a:ea typeface="Consolas" charset="0"/>
                <a:cs typeface="Consolas" charset="0"/>
              </a:rPr>
              <a:t>a.length</a:t>
            </a:r>
            <a:r>
              <a:rPr lang="mr-IN" b="1" dirty="0">
                <a:latin typeface="Consolas" charset="0"/>
                <a:ea typeface="Consolas" charset="0"/>
                <a:cs typeface="Consolas" charset="0"/>
              </a:rPr>
              <a:t>]);</a:t>
            </a:r>
            <a:endParaRPr lang="en-US" b="1" dirty="0">
              <a:latin typeface="Consolas" charset="0"/>
              <a:ea typeface="Consolas" charset="0"/>
              <a:cs typeface="Consolas" charset="0"/>
            </a:endParaRPr>
          </a:p>
        </p:txBody>
      </p:sp>
    </p:spTree>
    <p:extLst>
      <p:ext uri="{BB962C8B-B14F-4D97-AF65-F5344CB8AC3E}">
        <p14:creationId xmlns:p14="http://schemas.microsoft.com/office/powerpoint/2010/main" val="19223305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a:t>
            </a:r>
          </a:p>
        </p:txBody>
      </p:sp>
      <p:sp>
        <p:nvSpPr>
          <p:cNvPr id="3" name="Content Placeholder 2"/>
          <p:cNvSpPr>
            <a:spLocks noGrp="1"/>
          </p:cNvSpPr>
          <p:nvPr>
            <p:ph idx="1"/>
          </p:nvPr>
        </p:nvSpPr>
        <p:spPr/>
        <p:txBody>
          <a:bodyPr/>
          <a:lstStyle/>
          <a:p>
            <a:pPr marL="0" indent="0">
              <a:buNone/>
            </a:pP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a</a:t>
            </a:r>
            <a:r>
              <a:rPr lang="mr-IN" b="1" dirty="0">
                <a:latin typeface="Consolas" charset="0"/>
                <a:ea typeface="Consolas" charset="0"/>
                <a:cs typeface="Consolas" charset="0"/>
              </a:rPr>
              <a:t> = {5, 4, 3, 2, 1};		</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2;	</a:t>
            </a:r>
            <a:endParaRPr lang="en-US" b="1" dirty="0">
              <a:latin typeface="Consolas" charset="0"/>
              <a:ea typeface="Consolas" charset="0"/>
              <a:cs typeface="Consolas" charset="0"/>
            </a:endParaRPr>
          </a:p>
          <a:p>
            <a:pPr marL="0" indent="0">
              <a:buNone/>
            </a:pPr>
            <a:endParaRPr lang="en-US" b="1" dirty="0">
              <a:latin typeface="Consolas" charset="0"/>
              <a:ea typeface="Consolas" charset="0"/>
              <a:cs typeface="Consolas" charset="0"/>
            </a:endParaRPr>
          </a:p>
          <a:p>
            <a:pPr marL="0" indent="0">
              <a:buNone/>
            </a:pPr>
            <a:r>
              <a:rPr lang="mr-IN" sz="1814" b="1" dirty="0" err="1">
                <a:latin typeface="Consolas" charset="0"/>
                <a:ea typeface="Consolas" charset="0"/>
                <a:cs typeface="Consolas" charset="0"/>
              </a:rPr>
              <a:t>System.out.printf</a:t>
            </a:r>
            <a:r>
              <a:rPr lang="mr-IN" sz="1814" b="1" dirty="0">
                <a:latin typeface="Consolas" charset="0"/>
                <a:ea typeface="Consolas" charset="0"/>
                <a:cs typeface="Consolas" charset="0"/>
              </a:rPr>
              <a:t>("%</a:t>
            </a:r>
            <a:r>
              <a:rPr lang="mr-IN" sz="1814" b="1" dirty="0" err="1">
                <a:latin typeface="Consolas" charset="0"/>
                <a:ea typeface="Consolas" charset="0"/>
                <a:cs typeface="Consolas" charset="0"/>
              </a:rPr>
              <a:t>d</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d</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d</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d</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d</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a</a:t>
            </a:r>
            <a:r>
              <a:rPr lang="mr-IN" sz="1814" b="1" dirty="0">
                <a:latin typeface="Consolas" charset="0"/>
                <a:ea typeface="Consolas" charset="0"/>
                <a:cs typeface="Consolas" charset="0"/>
              </a:rPr>
              <a:t>[3], </a:t>
            </a:r>
            <a:r>
              <a:rPr lang="mr-IN" sz="1814" b="1" dirty="0" err="1">
                <a:latin typeface="Consolas" charset="0"/>
                <a:ea typeface="Consolas" charset="0"/>
                <a:cs typeface="Consolas" charset="0"/>
              </a:rPr>
              <a:t>a</a:t>
            </a:r>
            <a:r>
              <a:rPr lang="mr-IN" sz="1814" b="1" dirty="0">
                <a:latin typeface="Consolas" charset="0"/>
                <a:ea typeface="Consolas" charset="0"/>
                <a:cs typeface="Consolas" charset="0"/>
              </a:rPr>
              <a:t>[</a:t>
            </a:r>
            <a:r>
              <a:rPr lang="mr-IN" sz="1814" b="1" dirty="0" err="1">
                <a:latin typeface="Consolas" charset="0"/>
                <a:ea typeface="Consolas" charset="0"/>
                <a:cs typeface="Consolas" charset="0"/>
              </a:rPr>
              <a:t>x</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a</a:t>
            </a:r>
            <a:r>
              <a:rPr lang="mr-IN" sz="1814" b="1" dirty="0">
                <a:latin typeface="Consolas" charset="0"/>
                <a:ea typeface="Consolas" charset="0"/>
                <a:cs typeface="Consolas" charset="0"/>
              </a:rPr>
              <a:t>[</a:t>
            </a:r>
            <a:r>
              <a:rPr lang="mr-IN" sz="1814" b="1" dirty="0" err="1">
                <a:latin typeface="Consolas" charset="0"/>
                <a:ea typeface="Consolas" charset="0"/>
                <a:cs typeface="Consolas" charset="0"/>
              </a:rPr>
              <a:t>x</a:t>
            </a:r>
            <a:r>
              <a:rPr lang="mr-IN" sz="1814" b="1" dirty="0">
                <a:latin typeface="Consolas" charset="0"/>
                <a:ea typeface="Consolas" charset="0"/>
                <a:cs typeface="Consolas" charset="0"/>
              </a:rPr>
              <a:t>/2], </a:t>
            </a:r>
            <a:endParaRPr lang="en-US" sz="1814" b="1" dirty="0">
              <a:latin typeface="Consolas" charset="0"/>
              <a:ea typeface="Consolas" charset="0"/>
              <a:cs typeface="Consolas" charset="0"/>
            </a:endParaRPr>
          </a:p>
          <a:p>
            <a:pPr marL="0" indent="0">
              <a:buNone/>
            </a:pPr>
            <a:r>
              <a:rPr lang="en-US" sz="1814" b="1" dirty="0">
                <a:latin typeface="Consolas" charset="0"/>
                <a:ea typeface="Consolas" charset="0"/>
                <a:cs typeface="Consolas" charset="0"/>
              </a:rPr>
              <a:t>	</a:t>
            </a:r>
            <a:r>
              <a:rPr lang="mr-IN" sz="1814" b="1" dirty="0" err="1">
                <a:latin typeface="Consolas" charset="0"/>
                <a:ea typeface="Consolas" charset="0"/>
                <a:cs typeface="Consolas" charset="0"/>
              </a:rPr>
              <a:t>a</a:t>
            </a:r>
            <a:r>
              <a:rPr lang="mr-IN" sz="1814" b="1" dirty="0">
                <a:latin typeface="Consolas" charset="0"/>
                <a:ea typeface="Consolas" charset="0"/>
                <a:cs typeface="Consolas" charset="0"/>
              </a:rPr>
              <a:t>[</a:t>
            </a:r>
            <a:r>
              <a:rPr lang="mr-IN" sz="1814" b="1" dirty="0" err="1">
                <a:latin typeface="Consolas" charset="0"/>
                <a:ea typeface="Consolas" charset="0"/>
                <a:cs typeface="Consolas" charset="0"/>
              </a:rPr>
              <a:t>x+x</a:t>
            </a:r>
            <a:r>
              <a:rPr lang="mr-IN" sz="1814" b="1" dirty="0">
                <a:latin typeface="Consolas" charset="0"/>
                <a:ea typeface="Consolas" charset="0"/>
                <a:cs typeface="Consolas" charset="0"/>
              </a:rPr>
              <a:t>], </a:t>
            </a:r>
            <a:r>
              <a:rPr lang="mr-IN" sz="1814" b="1" dirty="0" err="1">
                <a:latin typeface="Consolas" charset="0"/>
                <a:ea typeface="Consolas" charset="0"/>
                <a:cs typeface="Consolas" charset="0"/>
              </a:rPr>
              <a:t>a</a:t>
            </a:r>
            <a:r>
              <a:rPr lang="mr-IN" sz="1814" b="1" dirty="0">
                <a:latin typeface="Consolas" charset="0"/>
                <a:ea typeface="Consolas" charset="0"/>
                <a:cs typeface="Consolas" charset="0"/>
              </a:rPr>
              <a:t>[x-2]);</a:t>
            </a:r>
            <a:endParaRPr lang="en-US" sz="1814" b="1" dirty="0">
              <a:latin typeface="Consolas" charset="0"/>
              <a:ea typeface="Consolas" charset="0"/>
              <a:cs typeface="Consolas" charset="0"/>
            </a:endParaRPr>
          </a:p>
        </p:txBody>
      </p:sp>
    </p:spTree>
    <p:extLst>
      <p:ext uri="{BB962C8B-B14F-4D97-AF65-F5344CB8AC3E}">
        <p14:creationId xmlns:p14="http://schemas.microsoft.com/office/powerpoint/2010/main" val="10504933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Arrays in Memory</a:t>
            </a:r>
          </a:p>
        </p:txBody>
      </p:sp>
      <p:sp>
        <p:nvSpPr>
          <p:cNvPr id="3" name="Content Placeholder 2"/>
          <p:cNvSpPr>
            <a:spLocks noGrp="1"/>
          </p:cNvSpPr>
          <p:nvPr>
            <p:ph idx="1"/>
          </p:nvPr>
        </p:nvSpPr>
        <p:spPr/>
        <p:txBody>
          <a:bodyPr/>
          <a:lstStyle/>
          <a:p>
            <a:pPr marL="0" indent="0">
              <a:buNone/>
            </a:pPr>
            <a:r>
              <a:rPr lang="en-US" dirty="0"/>
              <a:t>Arrays are stored in memory so that all the elements are sequential, in order:</a:t>
            </a:r>
          </a:p>
          <a:p>
            <a:endParaRPr lang="en-US" dirty="0"/>
          </a:p>
          <a:p>
            <a:pPr marL="0" indent="0">
              <a:buNone/>
            </a:pPr>
            <a:r>
              <a:rPr lang="en-US" sz="2600" b="1" dirty="0" err="1">
                <a:latin typeface="Consolas" charset="0"/>
                <a:ea typeface="Consolas" charset="0"/>
                <a:cs typeface="Consolas" charset="0"/>
              </a:rPr>
              <a:t>int</a:t>
            </a:r>
            <a:r>
              <a:rPr lang="en-US" sz="2600" b="1" dirty="0">
                <a:latin typeface="Consolas" charset="0"/>
                <a:ea typeface="Consolas" charset="0"/>
                <a:cs typeface="Consolas" charset="0"/>
              </a:rPr>
              <a:t>[] counts;</a:t>
            </a:r>
          </a:p>
          <a:p>
            <a:pPr marL="0" indent="0">
              <a:buNone/>
            </a:pPr>
            <a:r>
              <a:rPr lang="en-US" sz="2600" b="1" dirty="0">
                <a:latin typeface="Consolas" charset="0"/>
                <a:ea typeface="Consolas" charset="0"/>
                <a:cs typeface="Consolas" charset="0"/>
              </a:rPr>
              <a:t>counts = new </a:t>
            </a:r>
            <a:r>
              <a:rPr lang="en-US" sz="2600" b="1" dirty="0" err="1">
                <a:latin typeface="Consolas" charset="0"/>
                <a:ea typeface="Consolas" charset="0"/>
                <a:cs typeface="Consolas" charset="0"/>
              </a:rPr>
              <a:t>int</a:t>
            </a:r>
            <a:r>
              <a:rPr lang="en-US" sz="2600" b="1" dirty="0">
                <a:latin typeface="Consolas" charset="0"/>
                <a:ea typeface="Consolas" charset="0"/>
                <a:cs typeface="Consolas" charset="0"/>
              </a:rPr>
              <a:t>[8];</a:t>
            </a:r>
          </a:p>
          <a:p>
            <a:pPr marL="0" indent="0">
              <a:buNone/>
            </a:pPr>
            <a:r>
              <a:rPr lang="en-US" sz="2600" b="1" dirty="0">
                <a:latin typeface="Consolas" charset="0"/>
                <a:ea typeface="Consolas" charset="0"/>
                <a:cs typeface="Consolas" charset="0"/>
              </a:rPr>
              <a:t>counts[3] = 10;</a:t>
            </a:r>
          </a:p>
          <a:p>
            <a:endParaRPr lang="en-US" dirty="0"/>
          </a:p>
          <a:p>
            <a:endParaRPr lang="en-US" dirty="0"/>
          </a:p>
        </p:txBody>
      </p:sp>
      <p:sp>
        <p:nvSpPr>
          <p:cNvPr id="7" name="Rectangle 6"/>
          <p:cNvSpPr/>
          <p:nvPr/>
        </p:nvSpPr>
        <p:spPr bwMode="auto">
          <a:xfrm>
            <a:off x="5116938" y="3173025"/>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defTabSz="449217"/>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8" name="TextBox 7"/>
          <p:cNvSpPr txBox="1"/>
          <p:nvPr/>
        </p:nvSpPr>
        <p:spPr>
          <a:xfrm>
            <a:off x="3883910" y="2756877"/>
            <a:ext cx="1234633" cy="461665"/>
          </a:xfrm>
          <a:prstGeom prst="rect">
            <a:avLst/>
          </a:prstGeom>
          <a:noFill/>
        </p:spPr>
        <p:txBody>
          <a:bodyPr wrap="none" rtlCol="0">
            <a:spAutoFit/>
          </a:bodyPr>
          <a:lstStyle/>
          <a:p>
            <a:r>
              <a:rPr lang="en-US" sz="2400" u="sng" dirty="0">
                <a:latin typeface="Tahoma" pitchFamily="34" charset="0"/>
                <a:ea typeface="Tahoma" pitchFamily="34" charset="0"/>
                <a:cs typeface="Tahoma" pitchFamily="34" charset="0"/>
              </a:rPr>
              <a:t>address</a:t>
            </a:r>
          </a:p>
        </p:txBody>
      </p:sp>
      <p:sp>
        <p:nvSpPr>
          <p:cNvPr id="9" name="Rectangle 8"/>
          <p:cNvSpPr/>
          <p:nvPr/>
        </p:nvSpPr>
        <p:spPr bwMode="auto">
          <a:xfrm>
            <a:off x="5116938" y="3439698"/>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10" name="Rectangle 9"/>
          <p:cNvSpPr/>
          <p:nvPr/>
        </p:nvSpPr>
        <p:spPr bwMode="auto">
          <a:xfrm>
            <a:off x="5116937" y="3706369"/>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11" name="Rectangle 10"/>
          <p:cNvSpPr/>
          <p:nvPr/>
        </p:nvSpPr>
        <p:spPr bwMode="auto">
          <a:xfrm>
            <a:off x="5116938" y="3973041"/>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10</a:t>
            </a:r>
            <a:endParaRPr lang="en-US" sz="1600" dirty="0">
              <a:latin typeface="Consolas" pitchFamily="49" charset="0"/>
              <a:cs typeface="Consolas" pitchFamily="49" charset="0"/>
            </a:endParaRPr>
          </a:p>
        </p:txBody>
      </p:sp>
      <p:sp>
        <p:nvSpPr>
          <p:cNvPr id="12" name="Rectangle 11"/>
          <p:cNvSpPr/>
          <p:nvPr/>
        </p:nvSpPr>
        <p:spPr bwMode="auto">
          <a:xfrm>
            <a:off x="5116935" y="4239713"/>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13" name="Rectangle 12"/>
          <p:cNvSpPr/>
          <p:nvPr/>
        </p:nvSpPr>
        <p:spPr bwMode="auto">
          <a:xfrm>
            <a:off x="5116934" y="4506385"/>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14" name="Rectangle 13"/>
          <p:cNvSpPr/>
          <p:nvPr/>
        </p:nvSpPr>
        <p:spPr bwMode="auto">
          <a:xfrm>
            <a:off x="5116933" y="4773058"/>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p>
        </p:txBody>
      </p:sp>
      <p:sp>
        <p:nvSpPr>
          <p:cNvPr id="15" name="Rectangle 14"/>
          <p:cNvSpPr/>
          <p:nvPr/>
        </p:nvSpPr>
        <p:spPr bwMode="auto">
          <a:xfrm>
            <a:off x="5116935" y="5039729"/>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ctr" anchorCtr="0" compatLnSpc="1">
            <a:prstTxWarp prst="textNoShape">
              <a:avLst/>
            </a:prstTxWarp>
          </a:bodyPr>
          <a:lstStyle/>
          <a:p>
            <a:pPr algn="ctr"/>
            <a:r>
              <a:rPr lang="en-US" sz="1800" dirty="0">
                <a:latin typeface="Consolas" pitchFamily="49" charset="0"/>
                <a:cs typeface="Consolas" pitchFamily="49" charset="0"/>
              </a:rPr>
              <a:t>0</a:t>
            </a:r>
            <a:endParaRPr lang="en-US" sz="1600" dirty="0">
              <a:latin typeface="Consolas" pitchFamily="49" charset="0"/>
              <a:cs typeface="Consolas" pitchFamily="49" charset="0"/>
            </a:endParaRPr>
          </a:p>
        </p:txBody>
      </p:sp>
      <p:sp>
        <p:nvSpPr>
          <p:cNvPr id="16" name="Rectangle 15"/>
          <p:cNvSpPr/>
          <p:nvPr/>
        </p:nvSpPr>
        <p:spPr bwMode="auto">
          <a:xfrm>
            <a:off x="5116938" y="5306401"/>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t" anchorCtr="0" compatLnSpc="1">
            <a:prstTxWarp prst="textNoShape">
              <a:avLst/>
            </a:prstTxWarp>
          </a:bodyPr>
          <a:lstStyle/>
          <a:p>
            <a:pPr defTabSz="449217"/>
            <a:endParaRPr lang="en-US" sz="2400" dirty="0"/>
          </a:p>
        </p:txBody>
      </p:sp>
      <p:sp>
        <p:nvSpPr>
          <p:cNvPr id="17" name="Rectangle 16"/>
          <p:cNvSpPr/>
          <p:nvPr/>
        </p:nvSpPr>
        <p:spPr bwMode="auto">
          <a:xfrm>
            <a:off x="5116938" y="5573074"/>
            <a:ext cx="2115339" cy="26667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31" tIns="45715" rIns="91431" bIns="45715" numCol="1" rtlCol="0" anchor="t" anchorCtr="0" compatLnSpc="1">
            <a:prstTxWarp prst="textNoShape">
              <a:avLst/>
            </a:prstTxWarp>
          </a:bodyPr>
          <a:lstStyle/>
          <a:p>
            <a:pPr defTabSz="449217"/>
            <a:endParaRPr lang="en-US" sz="2400" dirty="0"/>
          </a:p>
        </p:txBody>
      </p:sp>
      <p:sp>
        <p:nvSpPr>
          <p:cNvPr id="18" name="TextBox 17"/>
          <p:cNvSpPr txBox="1"/>
          <p:nvPr/>
        </p:nvSpPr>
        <p:spPr>
          <a:xfrm>
            <a:off x="4367938" y="3109405"/>
            <a:ext cx="748923" cy="400110"/>
          </a:xfrm>
          <a:prstGeom prst="rect">
            <a:avLst/>
          </a:prstGeom>
          <a:noFill/>
        </p:spPr>
        <p:txBody>
          <a:bodyPr wrap="none" rtlCol="0">
            <a:spAutoFit/>
          </a:bodyPr>
          <a:lstStyle/>
          <a:p>
            <a:r>
              <a:rPr lang="en-US" sz="2000" dirty="0">
                <a:latin typeface="Consolas" pitchFamily="49" charset="0"/>
                <a:cs typeface="Consolas" pitchFamily="49" charset="0"/>
              </a:rPr>
              <a:t>1000</a:t>
            </a:r>
            <a:endParaRPr lang="en-US" sz="2400" dirty="0">
              <a:latin typeface="Consolas" pitchFamily="49" charset="0"/>
              <a:cs typeface="Consolas" pitchFamily="49" charset="0"/>
            </a:endParaRPr>
          </a:p>
        </p:txBody>
      </p:sp>
      <p:sp>
        <p:nvSpPr>
          <p:cNvPr id="19" name="TextBox 18"/>
          <p:cNvSpPr txBox="1"/>
          <p:nvPr/>
        </p:nvSpPr>
        <p:spPr>
          <a:xfrm>
            <a:off x="4367938" y="3376077"/>
            <a:ext cx="748923" cy="400110"/>
          </a:xfrm>
          <a:prstGeom prst="rect">
            <a:avLst/>
          </a:prstGeom>
          <a:noFill/>
        </p:spPr>
        <p:txBody>
          <a:bodyPr wrap="none" rtlCol="0">
            <a:spAutoFit/>
          </a:bodyPr>
          <a:lstStyle/>
          <a:p>
            <a:r>
              <a:rPr lang="en-US" sz="2000" dirty="0">
                <a:latin typeface="Consolas" pitchFamily="49" charset="0"/>
                <a:cs typeface="Consolas" pitchFamily="49" charset="0"/>
              </a:rPr>
              <a:t>1004</a:t>
            </a:r>
            <a:endParaRPr lang="en-US" sz="2400" dirty="0">
              <a:latin typeface="Consolas" pitchFamily="49" charset="0"/>
              <a:cs typeface="Consolas" pitchFamily="49" charset="0"/>
            </a:endParaRPr>
          </a:p>
        </p:txBody>
      </p:sp>
      <p:sp>
        <p:nvSpPr>
          <p:cNvPr id="20" name="TextBox 19"/>
          <p:cNvSpPr txBox="1"/>
          <p:nvPr/>
        </p:nvSpPr>
        <p:spPr>
          <a:xfrm>
            <a:off x="4367937" y="3642749"/>
            <a:ext cx="748923" cy="400110"/>
          </a:xfrm>
          <a:prstGeom prst="rect">
            <a:avLst/>
          </a:prstGeom>
          <a:noFill/>
        </p:spPr>
        <p:txBody>
          <a:bodyPr wrap="none" rtlCol="0">
            <a:spAutoFit/>
          </a:bodyPr>
          <a:lstStyle/>
          <a:p>
            <a:r>
              <a:rPr lang="en-US" sz="2000" dirty="0">
                <a:latin typeface="Consolas" pitchFamily="49" charset="0"/>
                <a:cs typeface="Consolas" pitchFamily="49" charset="0"/>
              </a:rPr>
              <a:t>1008</a:t>
            </a:r>
            <a:endParaRPr lang="en-US" sz="2400" dirty="0">
              <a:latin typeface="Consolas" pitchFamily="49" charset="0"/>
              <a:cs typeface="Consolas" pitchFamily="49" charset="0"/>
            </a:endParaRPr>
          </a:p>
        </p:txBody>
      </p:sp>
      <p:sp>
        <p:nvSpPr>
          <p:cNvPr id="21" name="TextBox 20"/>
          <p:cNvSpPr txBox="1"/>
          <p:nvPr/>
        </p:nvSpPr>
        <p:spPr>
          <a:xfrm>
            <a:off x="4367936" y="3909421"/>
            <a:ext cx="748923" cy="400110"/>
          </a:xfrm>
          <a:prstGeom prst="rect">
            <a:avLst/>
          </a:prstGeom>
          <a:noFill/>
        </p:spPr>
        <p:txBody>
          <a:bodyPr wrap="none" rtlCol="0">
            <a:spAutoFit/>
          </a:bodyPr>
          <a:lstStyle/>
          <a:p>
            <a:r>
              <a:rPr lang="en-US" sz="2000" dirty="0">
                <a:latin typeface="Consolas" pitchFamily="49" charset="0"/>
                <a:cs typeface="Consolas" pitchFamily="49" charset="0"/>
              </a:rPr>
              <a:t>1012</a:t>
            </a:r>
            <a:endParaRPr lang="en-US" sz="2400" dirty="0">
              <a:latin typeface="Consolas" pitchFamily="49" charset="0"/>
              <a:cs typeface="Consolas" pitchFamily="49" charset="0"/>
            </a:endParaRPr>
          </a:p>
        </p:txBody>
      </p:sp>
      <p:sp>
        <p:nvSpPr>
          <p:cNvPr id="22" name="TextBox 21"/>
          <p:cNvSpPr txBox="1"/>
          <p:nvPr/>
        </p:nvSpPr>
        <p:spPr>
          <a:xfrm>
            <a:off x="4367934" y="4176093"/>
            <a:ext cx="748923" cy="400110"/>
          </a:xfrm>
          <a:prstGeom prst="rect">
            <a:avLst/>
          </a:prstGeom>
          <a:noFill/>
        </p:spPr>
        <p:txBody>
          <a:bodyPr wrap="none" rtlCol="0">
            <a:spAutoFit/>
          </a:bodyPr>
          <a:lstStyle/>
          <a:p>
            <a:r>
              <a:rPr lang="en-US" sz="2000" dirty="0">
                <a:latin typeface="Consolas" pitchFamily="49" charset="0"/>
                <a:cs typeface="Consolas" pitchFamily="49" charset="0"/>
              </a:rPr>
              <a:t>1016</a:t>
            </a:r>
            <a:endParaRPr lang="en-US" sz="2400" dirty="0">
              <a:latin typeface="Consolas" pitchFamily="49" charset="0"/>
              <a:cs typeface="Consolas" pitchFamily="49" charset="0"/>
            </a:endParaRPr>
          </a:p>
        </p:txBody>
      </p:sp>
      <p:sp>
        <p:nvSpPr>
          <p:cNvPr id="23" name="TextBox 22"/>
          <p:cNvSpPr txBox="1"/>
          <p:nvPr/>
        </p:nvSpPr>
        <p:spPr>
          <a:xfrm>
            <a:off x="4367933" y="4442765"/>
            <a:ext cx="748923" cy="400110"/>
          </a:xfrm>
          <a:prstGeom prst="rect">
            <a:avLst/>
          </a:prstGeom>
          <a:noFill/>
        </p:spPr>
        <p:txBody>
          <a:bodyPr wrap="none" rtlCol="0">
            <a:spAutoFit/>
          </a:bodyPr>
          <a:lstStyle/>
          <a:p>
            <a:r>
              <a:rPr lang="en-US" sz="2000" dirty="0">
                <a:latin typeface="Consolas" pitchFamily="49" charset="0"/>
                <a:cs typeface="Consolas" pitchFamily="49" charset="0"/>
              </a:rPr>
              <a:t>1020</a:t>
            </a:r>
            <a:endParaRPr lang="en-US" sz="2400" dirty="0">
              <a:latin typeface="Consolas" pitchFamily="49" charset="0"/>
              <a:cs typeface="Consolas" pitchFamily="49" charset="0"/>
            </a:endParaRPr>
          </a:p>
        </p:txBody>
      </p:sp>
      <p:sp>
        <p:nvSpPr>
          <p:cNvPr id="24" name="TextBox 23"/>
          <p:cNvSpPr txBox="1"/>
          <p:nvPr/>
        </p:nvSpPr>
        <p:spPr>
          <a:xfrm>
            <a:off x="4367932" y="4709437"/>
            <a:ext cx="748923" cy="400110"/>
          </a:xfrm>
          <a:prstGeom prst="rect">
            <a:avLst/>
          </a:prstGeom>
          <a:noFill/>
        </p:spPr>
        <p:txBody>
          <a:bodyPr wrap="none" rtlCol="0">
            <a:spAutoFit/>
          </a:bodyPr>
          <a:lstStyle/>
          <a:p>
            <a:r>
              <a:rPr lang="en-US" sz="2000" dirty="0">
                <a:latin typeface="Consolas" pitchFamily="49" charset="0"/>
                <a:cs typeface="Consolas" pitchFamily="49" charset="0"/>
              </a:rPr>
              <a:t>1024</a:t>
            </a:r>
            <a:endParaRPr lang="en-US" sz="2400" dirty="0">
              <a:latin typeface="Consolas" pitchFamily="49" charset="0"/>
              <a:cs typeface="Consolas" pitchFamily="49" charset="0"/>
            </a:endParaRPr>
          </a:p>
        </p:txBody>
      </p:sp>
      <p:sp>
        <p:nvSpPr>
          <p:cNvPr id="25" name="TextBox 24"/>
          <p:cNvSpPr txBox="1"/>
          <p:nvPr/>
        </p:nvSpPr>
        <p:spPr>
          <a:xfrm>
            <a:off x="4367931" y="4976109"/>
            <a:ext cx="748923" cy="400110"/>
          </a:xfrm>
          <a:prstGeom prst="rect">
            <a:avLst/>
          </a:prstGeom>
          <a:noFill/>
        </p:spPr>
        <p:txBody>
          <a:bodyPr wrap="none" rtlCol="0">
            <a:spAutoFit/>
          </a:bodyPr>
          <a:lstStyle/>
          <a:p>
            <a:r>
              <a:rPr lang="en-US" sz="2000" dirty="0">
                <a:latin typeface="Consolas" pitchFamily="49" charset="0"/>
                <a:cs typeface="Consolas" pitchFamily="49" charset="0"/>
              </a:rPr>
              <a:t>1028</a:t>
            </a:r>
            <a:endParaRPr lang="en-US" sz="2400" dirty="0">
              <a:latin typeface="Consolas" pitchFamily="49" charset="0"/>
              <a:cs typeface="Consolas" pitchFamily="49" charset="0"/>
            </a:endParaRPr>
          </a:p>
        </p:txBody>
      </p:sp>
      <p:sp>
        <p:nvSpPr>
          <p:cNvPr id="26" name="TextBox 25"/>
          <p:cNvSpPr txBox="1"/>
          <p:nvPr/>
        </p:nvSpPr>
        <p:spPr>
          <a:xfrm>
            <a:off x="4367930" y="5242781"/>
            <a:ext cx="748923" cy="400110"/>
          </a:xfrm>
          <a:prstGeom prst="rect">
            <a:avLst/>
          </a:prstGeom>
          <a:noFill/>
        </p:spPr>
        <p:txBody>
          <a:bodyPr wrap="none" rtlCol="0">
            <a:spAutoFit/>
          </a:bodyPr>
          <a:lstStyle/>
          <a:p>
            <a:r>
              <a:rPr lang="en-US" sz="2000" dirty="0">
                <a:latin typeface="Consolas" pitchFamily="49" charset="0"/>
                <a:cs typeface="Consolas" pitchFamily="49" charset="0"/>
              </a:rPr>
              <a:t>1032</a:t>
            </a:r>
            <a:endParaRPr lang="en-US" sz="2400" dirty="0">
              <a:latin typeface="Consolas" pitchFamily="49" charset="0"/>
              <a:cs typeface="Consolas" pitchFamily="49" charset="0"/>
            </a:endParaRPr>
          </a:p>
        </p:txBody>
      </p:sp>
      <p:sp>
        <p:nvSpPr>
          <p:cNvPr id="27" name="TextBox 26"/>
          <p:cNvSpPr txBox="1"/>
          <p:nvPr/>
        </p:nvSpPr>
        <p:spPr>
          <a:xfrm>
            <a:off x="4367930" y="5509453"/>
            <a:ext cx="748923" cy="400110"/>
          </a:xfrm>
          <a:prstGeom prst="rect">
            <a:avLst/>
          </a:prstGeom>
          <a:noFill/>
        </p:spPr>
        <p:txBody>
          <a:bodyPr wrap="none" rtlCol="0">
            <a:spAutoFit/>
          </a:bodyPr>
          <a:lstStyle/>
          <a:p>
            <a:r>
              <a:rPr lang="en-US" sz="2000" dirty="0">
                <a:latin typeface="Consolas" pitchFamily="49" charset="0"/>
                <a:cs typeface="Consolas" pitchFamily="49" charset="0"/>
              </a:rPr>
              <a:t>1036</a:t>
            </a:r>
            <a:endParaRPr lang="en-US" sz="2400" dirty="0">
              <a:latin typeface="Consolas" pitchFamily="49" charset="0"/>
              <a:cs typeface="Consolas" pitchFamily="49" charset="0"/>
            </a:endParaRPr>
          </a:p>
        </p:txBody>
      </p:sp>
      <p:sp>
        <p:nvSpPr>
          <p:cNvPr id="28" name="TextBox 27"/>
          <p:cNvSpPr txBox="1"/>
          <p:nvPr/>
        </p:nvSpPr>
        <p:spPr>
          <a:xfrm>
            <a:off x="5736458" y="2756877"/>
            <a:ext cx="904415" cy="461665"/>
          </a:xfrm>
          <a:prstGeom prst="rect">
            <a:avLst/>
          </a:prstGeom>
          <a:noFill/>
        </p:spPr>
        <p:txBody>
          <a:bodyPr wrap="none" rtlCol="0">
            <a:spAutoFit/>
          </a:bodyPr>
          <a:lstStyle/>
          <a:p>
            <a:r>
              <a:rPr lang="en-US" sz="2400" dirty="0">
                <a:latin typeface="Tahoma" pitchFamily="34" charset="0"/>
                <a:ea typeface="Tahoma" pitchFamily="34" charset="0"/>
                <a:cs typeface="Tahoma" pitchFamily="34" charset="0"/>
              </a:rPr>
              <a:t>value</a:t>
            </a:r>
          </a:p>
        </p:txBody>
      </p:sp>
      <p:sp>
        <p:nvSpPr>
          <p:cNvPr id="29" name="TextBox 28"/>
          <p:cNvSpPr txBox="1"/>
          <p:nvPr/>
        </p:nvSpPr>
        <p:spPr>
          <a:xfrm>
            <a:off x="7260298" y="2753969"/>
            <a:ext cx="1426065" cy="461665"/>
          </a:xfrm>
          <a:prstGeom prst="rect">
            <a:avLst/>
          </a:prstGeom>
          <a:noFill/>
        </p:spPr>
        <p:txBody>
          <a:bodyPr wrap="square" rtlCol="0">
            <a:spAutoFit/>
          </a:bodyPr>
          <a:lstStyle/>
          <a:p>
            <a:r>
              <a:rPr lang="en-US" sz="2400" u="sng" dirty="0">
                <a:latin typeface="Tahoma" pitchFamily="34" charset="0"/>
                <a:ea typeface="Tahoma" pitchFamily="34" charset="0"/>
                <a:cs typeface="Tahoma" pitchFamily="34" charset="0"/>
              </a:rPr>
              <a:t>variable</a:t>
            </a:r>
          </a:p>
        </p:txBody>
      </p:sp>
      <p:sp>
        <p:nvSpPr>
          <p:cNvPr id="30" name="TextBox 29"/>
          <p:cNvSpPr txBox="1"/>
          <p:nvPr/>
        </p:nvSpPr>
        <p:spPr>
          <a:xfrm>
            <a:off x="5932606" y="5725458"/>
            <a:ext cx="492443" cy="461665"/>
          </a:xfrm>
          <a:prstGeom prst="rect">
            <a:avLst/>
          </a:prstGeom>
          <a:noFill/>
        </p:spPr>
        <p:txBody>
          <a:bodyPr wrap="none" rtlCol="0">
            <a:spAutoFit/>
          </a:bodyPr>
          <a:lstStyle/>
          <a:p>
            <a:r>
              <a:rPr lang="en-US" sz="2400" dirty="0">
                <a:latin typeface="+mn-lt"/>
              </a:rPr>
              <a:t>…</a:t>
            </a:r>
          </a:p>
        </p:txBody>
      </p:sp>
      <p:sp>
        <p:nvSpPr>
          <p:cNvPr id="31" name="TextBox 30"/>
          <p:cNvSpPr txBox="1"/>
          <p:nvPr/>
        </p:nvSpPr>
        <p:spPr>
          <a:xfrm>
            <a:off x="7232272" y="3074501"/>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counts[0]</a:t>
            </a:r>
            <a:endParaRPr lang="en-US" sz="2400" dirty="0">
              <a:latin typeface="Consolas" pitchFamily="49" charset="0"/>
              <a:cs typeface="Consolas" pitchFamily="49" charset="0"/>
            </a:endParaRPr>
          </a:p>
        </p:txBody>
      </p:sp>
      <p:sp>
        <p:nvSpPr>
          <p:cNvPr id="32" name="TextBox 31"/>
          <p:cNvSpPr txBox="1"/>
          <p:nvPr/>
        </p:nvSpPr>
        <p:spPr>
          <a:xfrm>
            <a:off x="7232272" y="3376077"/>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counts[1]</a:t>
            </a:r>
            <a:endParaRPr lang="en-US" sz="2400" dirty="0">
              <a:latin typeface="Consolas" pitchFamily="49" charset="0"/>
              <a:cs typeface="Consolas" pitchFamily="49" charset="0"/>
            </a:endParaRPr>
          </a:p>
        </p:txBody>
      </p:sp>
      <p:sp>
        <p:nvSpPr>
          <p:cNvPr id="33" name="TextBox 32"/>
          <p:cNvSpPr txBox="1"/>
          <p:nvPr/>
        </p:nvSpPr>
        <p:spPr>
          <a:xfrm>
            <a:off x="7232277" y="3642749"/>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counts[2]</a:t>
            </a:r>
            <a:endParaRPr lang="en-US" sz="2400" dirty="0">
              <a:latin typeface="Consolas" pitchFamily="49" charset="0"/>
              <a:cs typeface="Consolas" pitchFamily="49" charset="0"/>
            </a:endParaRPr>
          </a:p>
        </p:txBody>
      </p:sp>
      <p:sp>
        <p:nvSpPr>
          <p:cNvPr id="34" name="TextBox 33"/>
          <p:cNvSpPr txBox="1"/>
          <p:nvPr/>
        </p:nvSpPr>
        <p:spPr>
          <a:xfrm>
            <a:off x="7232272" y="3909421"/>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counts[3]</a:t>
            </a:r>
            <a:endParaRPr lang="en-US" sz="2400" dirty="0">
              <a:latin typeface="Consolas" pitchFamily="49" charset="0"/>
              <a:cs typeface="Consolas" pitchFamily="49" charset="0"/>
            </a:endParaRPr>
          </a:p>
        </p:txBody>
      </p:sp>
      <p:sp>
        <p:nvSpPr>
          <p:cNvPr id="35" name="TextBox 34"/>
          <p:cNvSpPr txBox="1"/>
          <p:nvPr/>
        </p:nvSpPr>
        <p:spPr>
          <a:xfrm>
            <a:off x="7232277" y="4176093"/>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counts[4]</a:t>
            </a:r>
            <a:endParaRPr lang="en-US" sz="2400" dirty="0">
              <a:latin typeface="Consolas" pitchFamily="49" charset="0"/>
              <a:cs typeface="Consolas" pitchFamily="49" charset="0"/>
            </a:endParaRPr>
          </a:p>
        </p:txBody>
      </p:sp>
      <p:sp>
        <p:nvSpPr>
          <p:cNvPr id="36" name="TextBox 35"/>
          <p:cNvSpPr txBox="1"/>
          <p:nvPr/>
        </p:nvSpPr>
        <p:spPr>
          <a:xfrm>
            <a:off x="7232277" y="4442765"/>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counts[5]</a:t>
            </a:r>
            <a:endParaRPr lang="en-US" sz="2400" dirty="0">
              <a:latin typeface="Consolas" pitchFamily="49" charset="0"/>
              <a:cs typeface="Consolas" pitchFamily="49" charset="0"/>
            </a:endParaRPr>
          </a:p>
        </p:txBody>
      </p:sp>
      <p:sp>
        <p:nvSpPr>
          <p:cNvPr id="37" name="TextBox 36"/>
          <p:cNvSpPr txBox="1"/>
          <p:nvPr/>
        </p:nvSpPr>
        <p:spPr>
          <a:xfrm>
            <a:off x="7232272" y="4709437"/>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counts[6]</a:t>
            </a:r>
            <a:endParaRPr lang="en-US" sz="2400" dirty="0">
              <a:latin typeface="Consolas" pitchFamily="49" charset="0"/>
              <a:cs typeface="Consolas" pitchFamily="49" charset="0"/>
            </a:endParaRPr>
          </a:p>
        </p:txBody>
      </p:sp>
      <p:sp>
        <p:nvSpPr>
          <p:cNvPr id="38" name="TextBox 37"/>
          <p:cNvSpPr txBox="1"/>
          <p:nvPr/>
        </p:nvSpPr>
        <p:spPr>
          <a:xfrm>
            <a:off x="7232277" y="4975837"/>
            <a:ext cx="1454244" cy="400110"/>
          </a:xfrm>
          <a:prstGeom prst="rect">
            <a:avLst/>
          </a:prstGeom>
          <a:noFill/>
        </p:spPr>
        <p:txBody>
          <a:bodyPr wrap="none" rtlCol="0">
            <a:spAutoFit/>
          </a:bodyPr>
          <a:lstStyle/>
          <a:p>
            <a:r>
              <a:rPr lang="en-US" sz="2000" dirty="0">
                <a:latin typeface="Consolas" pitchFamily="49" charset="0"/>
                <a:cs typeface="Consolas" pitchFamily="49" charset="0"/>
              </a:rPr>
              <a:t>counts[7]</a:t>
            </a:r>
            <a:endParaRPr lang="en-US" sz="2400" dirty="0">
              <a:latin typeface="Consolas" pitchFamily="49" charset="0"/>
              <a:cs typeface="Consolas" pitchFamily="49" charset="0"/>
            </a:endParaRPr>
          </a:p>
        </p:txBody>
      </p:sp>
    </p:spTree>
    <p:extLst>
      <p:ext uri="{BB962C8B-B14F-4D97-AF65-F5344CB8AC3E}">
        <p14:creationId xmlns:p14="http://schemas.microsoft.com/office/powerpoint/2010/main" val="102872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0" end="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5">
                                            <p:txEl>
                                              <p:pRg st="0" end="0"/>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xEl>
                                              <p:pRg st="0" end="0"/>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2">
                                            <p:txEl>
                                              <p:pRg st="0" end="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
                                            <p:txEl>
                                              <p:pRg st="0" end="0"/>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8" grpId="0"/>
      <p:bldP spid="19" grpId="0"/>
      <p:bldP spid="20" grpId="0"/>
      <p:bldP spid="21" grpId="0"/>
      <p:bldP spid="22" grpId="0"/>
      <p:bldP spid="23" grpId="0"/>
      <p:bldP spid="24" grpId="0"/>
      <p:bldP spid="25" grpId="0"/>
      <p:bldP spid="26" grpId="0"/>
      <p:bldP spid="27" grpId="0"/>
      <p:bldP spid="28" grpId="0"/>
      <p:bldP spid="29" grpId="0"/>
      <p:bldP spid="31" grpId="0"/>
      <p:bldP spid="32" grpId="0"/>
      <p:bldP spid="33" grpId="0"/>
      <p:bldP spid="34" grpId="0"/>
      <p:bldP spid="35" grpId="0"/>
      <p:bldP spid="36" grpId="0"/>
      <p:bldP spid="37" grpId="0"/>
      <p:bldP spid="3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Arrays of </a:t>
            </a:r>
            <a:r>
              <a:rPr lang="mr-IN" dirty="0"/>
              <a:t>…</a:t>
            </a:r>
            <a:r>
              <a:rPr lang="en-US" dirty="0"/>
              <a:t> Arrays (Twist!)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Same concept, but the data type of each array element is itself an array</a:t>
                </a:r>
              </a:p>
              <a:p>
                <a:endParaRPr lang="en-US" dirty="0"/>
              </a:p>
              <a:p>
                <a:r>
                  <a:rPr lang="en-US" dirty="0"/>
                  <a:t>Example: </a:t>
                </a:r>
                <a14:m>
                  <m:oMath xmlns:m="http://schemas.openxmlformats.org/officeDocument/2006/math">
                    <m:d>
                      <m:dPr>
                        <m:begChr m:val="["/>
                        <m:endChr m:val="]"/>
                        <m:ctrlPr>
                          <a:rPr lang="mr-IN" i="1" smtClean="0">
                            <a:latin typeface="Cambria Math" panose="02040503050406030204" pitchFamily="18" charset="0"/>
                          </a:rPr>
                        </m:ctrlPr>
                      </m:dPr>
                      <m:e>
                        <m:m>
                          <m:mPr>
                            <m:mcs>
                              <m:mc>
                                <m:mcPr>
                                  <m:count m:val="2"/>
                                  <m:mcJc m:val="center"/>
                                </m:mcPr>
                              </m:mc>
                            </m:mcs>
                            <m:ctrlPr>
                              <a:rPr lang="uk-UA" i="1" smtClean="0">
                                <a:latin typeface="Cambria Math" panose="02040503050406030204" pitchFamily="18" charset="0"/>
                              </a:rPr>
                            </m:ctrlPr>
                          </m:mPr>
                          <m:mr>
                            <m:e>
                              <m:r>
                                <m:rPr>
                                  <m:brk m:alnAt="7"/>
                                </m:rPr>
                                <a:rPr lang="en-US" b="0" i="1" smtClean="0">
                                  <a:latin typeface="Cambria Math" charset="0"/>
                                </a:rPr>
                                <m:t>1</m:t>
                              </m:r>
                            </m:e>
                            <m:e>
                              <m:r>
                                <a:rPr lang="en-US" b="0" i="1" smtClean="0">
                                  <a:latin typeface="Cambria Math" charset="0"/>
                                </a:rPr>
                                <m:t>2</m:t>
                              </m:r>
                            </m:e>
                          </m:mr>
                          <m:mr>
                            <m:e>
                              <m:r>
                                <a:rPr lang="en-US" b="0" i="1" smtClean="0">
                                  <a:latin typeface="Cambria Math" charset="0"/>
                                </a:rPr>
                                <m:t>3</m:t>
                              </m:r>
                            </m:e>
                            <m:e>
                              <m:r>
                                <a:rPr lang="en-US" b="0" i="1" smtClean="0">
                                  <a:latin typeface="Cambria Math" charset="0"/>
                                </a:rPr>
                                <m:t>4</m:t>
                              </m:r>
                            </m:e>
                          </m:mr>
                          <m:mr>
                            <m:e>
                              <m:r>
                                <a:rPr lang="en-US" b="0" i="1" smtClean="0">
                                  <a:latin typeface="Cambria Math" charset="0"/>
                                </a:rPr>
                                <m:t>5</m:t>
                              </m:r>
                            </m:e>
                            <m:e>
                              <m:r>
                                <a:rPr lang="en-US" b="0" i="1" smtClean="0">
                                  <a:latin typeface="Cambria Math" charset="0"/>
                                </a:rPr>
                                <m:t>6</m:t>
                              </m:r>
                            </m:e>
                          </m:mr>
                        </m:m>
                      </m:e>
                    </m:d>
                  </m:oMath>
                </a14:m>
                <a:endParaRPr lang="en-US" dirty="0"/>
              </a:p>
              <a:p>
                <a:endParaRPr lang="en-US" dirty="0"/>
              </a:p>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m</a:t>
                </a:r>
                <a:r>
                  <a:rPr lang="mr-IN" b="1" dirty="0">
                    <a:latin typeface="Consolas" charset="0"/>
                    <a:ea typeface="Consolas" charset="0"/>
                    <a:cs typeface="Consolas" charset="0"/>
                  </a:rPr>
                  <a:t> = {{1, 2}, {3, 4}, {5, 6}};</a:t>
                </a:r>
                <a:endParaRPr lang="en-US" b="1" dirty="0">
                  <a:latin typeface="Consolas" charset="0"/>
                  <a:ea typeface="Consolas" charset="0"/>
                  <a:cs typeface="Consolas" charset="0"/>
                </a:endParaRP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a:t>
                </a:r>
                <a:r>
                  <a:rPr lang="en-US" b="1" dirty="0" err="1">
                    <a:latin typeface="Consolas" charset="0"/>
                    <a:ea typeface="Consolas" charset="0"/>
                    <a:cs typeface="Consolas" charset="0"/>
                  </a:rPr>
                  <a:t>d%n</a:t>
                </a:r>
                <a:r>
                  <a:rPr lang="en-US" b="1" dirty="0">
                    <a:latin typeface="Consolas" charset="0"/>
                    <a:ea typeface="Consolas" charset="0"/>
                    <a:cs typeface="Consolas" charset="0"/>
                  </a:rPr>
                  <a:t>",m[2][0]);</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2755" t="-2281" r="-1546" b="-114"/>
                </a:stretch>
              </a:blipFill>
            </p:spPr>
            <p:txBody>
              <a:bodyPr/>
              <a:lstStyle/>
              <a:p>
                <a:r>
                  <a:rPr lang="en-US">
                    <a:noFill/>
                  </a:rPr>
                  <a:t> </a:t>
                </a:r>
              </a:p>
            </p:txBody>
          </p:sp>
        </mc:Fallback>
      </mc:AlternateContent>
    </p:spTree>
    <p:extLst>
      <p:ext uri="{BB962C8B-B14F-4D97-AF65-F5344CB8AC3E}">
        <p14:creationId xmlns:p14="http://schemas.microsoft.com/office/powerpoint/2010/main" val="1245275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Multidimensional Arrays</a:t>
            </a:r>
          </a:p>
        </p:txBody>
      </p:sp>
      <p:sp>
        <p:nvSpPr>
          <p:cNvPr id="3" name="Content Placeholder 2"/>
          <p:cNvSpPr>
            <a:spLocks noGrp="1"/>
          </p:cNvSpPr>
          <p:nvPr>
            <p:ph idx="1"/>
          </p:nvPr>
        </p:nvSpPr>
        <p:spPr/>
        <p:txBody>
          <a:bodyPr>
            <a:normAutofit lnSpcReduction="10000"/>
          </a:bodyPr>
          <a:lstStyle/>
          <a:p>
            <a:pPr marL="457153" lvl="1"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m</a:t>
            </a:r>
            <a:r>
              <a:rPr lang="mr-IN" b="1" dirty="0">
                <a:latin typeface="Consolas" charset="0"/>
                <a:ea typeface="Consolas" charset="0"/>
                <a:cs typeface="Consolas" charset="0"/>
              </a:rPr>
              <a:t>;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 = </a:t>
            </a:r>
            <a:r>
              <a:rPr lang="mr-IN" b="1" dirty="0" err="1">
                <a:latin typeface="Consolas" charset="0"/>
                <a:ea typeface="Consolas" charset="0"/>
                <a:cs typeface="Consolas" charset="0"/>
              </a:rPr>
              <a:t>new</a:t>
            </a:r>
            <a:r>
              <a:rPr lang="mr-IN" b="1" dirty="0">
                <a:latin typeface="Consolas" charset="0"/>
                <a:ea typeface="Consolas" charset="0"/>
                <a:cs typeface="Consolas" charset="0"/>
              </a:rPr>
              <a:t> </a:t>
            </a:r>
            <a:r>
              <a:rPr lang="mr-IN" b="1" dirty="0" err="1">
                <a:latin typeface="Consolas" charset="0"/>
                <a:ea typeface="Consolas" charset="0"/>
                <a:cs typeface="Consolas" charset="0"/>
              </a:rPr>
              <a:t>int</a:t>
            </a:r>
            <a:r>
              <a:rPr lang="mr-IN" b="1" dirty="0">
                <a:latin typeface="Consolas" charset="0"/>
                <a:ea typeface="Consolas" charset="0"/>
                <a:cs typeface="Consolas" charset="0"/>
              </a:rPr>
              <a:t>[][] {{1, 2}, {3, 4}, {5, 6}};</a:t>
            </a:r>
            <a:endParaRPr lang="en-US" b="1" dirty="0">
              <a:latin typeface="Consolas" charset="0"/>
              <a:ea typeface="Consolas" charset="0"/>
              <a:cs typeface="Consolas" charset="0"/>
            </a:endParaRPr>
          </a:p>
          <a:p>
            <a:pPr marL="457153" lvl="1" indent="0">
              <a:buNone/>
            </a:pPr>
            <a:endParaRPr lang="en-US" b="1" dirty="0">
              <a:latin typeface="Consolas" charset="0"/>
              <a:ea typeface="Consolas" charset="0"/>
              <a:cs typeface="Consolas" charset="0"/>
            </a:endParaRPr>
          </a:p>
          <a:p>
            <a:pPr marL="457153" lvl="1"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m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[3][];</a:t>
            </a:r>
          </a:p>
          <a:p>
            <a:pPr marL="457153" lvl="1" indent="0">
              <a:buNone/>
            </a:pPr>
            <a:r>
              <a:rPr lang="en-US" b="1" dirty="0">
                <a:latin typeface="Consolas" charset="0"/>
                <a:ea typeface="Consolas" charset="0"/>
                <a:cs typeface="Consolas" charset="0"/>
              </a:rPr>
              <a:t>m[0]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 {1, 2};</a:t>
            </a:r>
          </a:p>
          <a:p>
            <a:pPr marL="457153" lvl="1" indent="0">
              <a:buNone/>
            </a:pPr>
            <a:r>
              <a:rPr lang="en-US" b="1" dirty="0">
                <a:latin typeface="Consolas" charset="0"/>
                <a:ea typeface="Consolas" charset="0"/>
                <a:cs typeface="Consolas" charset="0"/>
              </a:rPr>
              <a:t>m[1]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 {3, 4};</a:t>
            </a:r>
          </a:p>
          <a:p>
            <a:pPr marL="457153" lvl="1" indent="0">
              <a:buNone/>
            </a:pPr>
            <a:r>
              <a:rPr lang="en-US" b="1" dirty="0">
                <a:latin typeface="Consolas" charset="0"/>
                <a:ea typeface="Consolas" charset="0"/>
                <a:cs typeface="Consolas" charset="0"/>
              </a:rPr>
              <a:t>m[2] = new </a:t>
            </a:r>
            <a:r>
              <a:rPr lang="en-US" b="1" dirty="0" err="1">
                <a:latin typeface="Consolas" charset="0"/>
                <a:ea typeface="Consolas" charset="0"/>
                <a:cs typeface="Consolas" charset="0"/>
              </a:rPr>
              <a:t>int</a:t>
            </a:r>
            <a:r>
              <a:rPr lang="en-US" b="1" dirty="0">
                <a:latin typeface="Consolas" charset="0"/>
                <a:ea typeface="Consolas" charset="0"/>
                <a:cs typeface="Consolas" charset="0"/>
              </a:rPr>
              <a:t>[] {5, 6};</a:t>
            </a:r>
          </a:p>
          <a:p>
            <a:pPr marL="457153" lvl="1" indent="0">
              <a:buNone/>
            </a:pP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m</a:t>
            </a:r>
            <a:r>
              <a:rPr lang="mr-IN" b="1" dirty="0">
                <a:latin typeface="Consolas" charset="0"/>
                <a:ea typeface="Consolas" charset="0"/>
                <a:cs typeface="Consolas" charset="0"/>
              </a:rPr>
              <a:t> = </a:t>
            </a:r>
            <a:r>
              <a:rPr lang="mr-IN" b="1" dirty="0" err="1">
                <a:latin typeface="Consolas" charset="0"/>
                <a:ea typeface="Consolas" charset="0"/>
                <a:cs typeface="Consolas" charset="0"/>
              </a:rPr>
              <a:t>new</a:t>
            </a:r>
            <a:r>
              <a:rPr lang="mr-IN" b="1" dirty="0">
                <a:latin typeface="Consolas" charset="0"/>
                <a:ea typeface="Consolas" charset="0"/>
                <a:cs typeface="Consolas" charset="0"/>
              </a:rPr>
              <a:t> </a:t>
            </a:r>
            <a:r>
              <a:rPr lang="mr-IN" b="1" dirty="0" err="1">
                <a:latin typeface="Consolas" charset="0"/>
                <a:ea typeface="Consolas" charset="0"/>
                <a:cs typeface="Consolas" charset="0"/>
              </a:rPr>
              <a:t>int</a:t>
            </a:r>
            <a:r>
              <a:rPr lang="mr-IN" b="1" dirty="0">
                <a:latin typeface="Consolas" charset="0"/>
                <a:ea typeface="Consolas" charset="0"/>
                <a:cs typeface="Consolas" charset="0"/>
              </a:rPr>
              <a:t>[3][2];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[0][0] = 1;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[0][1] = 2;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[1][0] = 3;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[1][1] = 4;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[2][0] = 5;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m</a:t>
            </a:r>
            <a:r>
              <a:rPr lang="mr-IN" b="1" dirty="0">
                <a:latin typeface="Consolas" charset="0"/>
                <a:ea typeface="Consolas" charset="0"/>
                <a:cs typeface="Consolas" charset="0"/>
              </a:rPr>
              <a:t>[2][1] = 6;</a:t>
            </a:r>
            <a:endParaRPr lang="en-US" b="1" dirty="0">
              <a:latin typeface="Consolas" charset="0"/>
              <a:ea typeface="Consolas" charset="0"/>
              <a:cs typeface="Consolas" charset="0"/>
            </a:endParaRPr>
          </a:p>
        </p:txBody>
      </p:sp>
    </p:spTree>
    <p:extLst>
      <p:ext uri="{BB962C8B-B14F-4D97-AF65-F5344CB8AC3E}">
        <p14:creationId xmlns:p14="http://schemas.microsoft.com/office/powerpoint/2010/main" val="14726264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COMP1000 Topics</a:t>
            </a:r>
          </a:p>
        </p:txBody>
      </p:sp>
      <p:sp>
        <p:nvSpPr>
          <p:cNvPr id="3" name="Content Placeholder 2"/>
          <p:cNvSpPr>
            <a:spLocks noGrp="1"/>
          </p:cNvSpPr>
          <p:nvPr>
            <p:ph idx="1"/>
          </p:nvPr>
        </p:nvSpPr>
        <p:spPr/>
        <p:txBody>
          <a:bodyPr>
            <a:normAutofit/>
          </a:bodyPr>
          <a:lstStyle/>
          <a:p>
            <a:r>
              <a:rPr lang="en-US" dirty="0">
                <a:solidFill>
                  <a:schemeClr val="bg1">
                    <a:lumMod val="50000"/>
                  </a:schemeClr>
                </a:solidFill>
              </a:rPr>
              <a:t>Computation/Programming</a:t>
            </a:r>
          </a:p>
          <a:p>
            <a:r>
              <a:rPr lang="en-US" dirty="0">
                <a:solidFill>
                  <a:schemeClr val="bg1">
                    <a:lumMod val="50000"/>
                  </a:schemeClr>
                </a:solidFill>
              </a:rPr>
              <a:t>Variables, I/O</a:t>
            </a:r>
          </a:p>
          <a:p>
            <a:r>
              <a:rPr lang="en-US" dirty="0">
                <a:solidFill>
                  <a:schemeClr val="bg1">
                    <a:lumMod val="50000"/>
                  </a:schemeClr>
                </a:solidFill>
              </a:rPr>
              <a:t>Expressions</a:t>
            </a:r>
          </a:p>
          <a:p>
            <a:r>
              <a:rPr lang="en-US" dirty="0">
                <a:solidFill>
                  <a:schemeClr val="bg1">
                    <a:lumMod val="50000"/>
                  </a:schemeClr>
                </a:solidFill>
              </a:rPr>
              <a:t>Arrays</a:t>
            </a:r>
          </a:p>
          <a:p>
            <a:r>
              <a:rPr lang="en-US" b="1" dirty="0"/>
              <a:t>Control Flow, Conditionals, Loops</a:t>
            </a:r>
          </a:p>
          <a:p>
            <a:r>
              <a:rPr lang="en-US" dirty="0">
                <a:solidFill>
                  <a:schemeClr val="bg1">
                    <a:lumMod val="50000"/>
                  </a:schemeClr>
                </a:solidFill>
              </a:rPr>
              <a:t>Methods</a:t>
            </a:r>
          </a:p>
          <a:p>
            <a:r>
              <a:rPr lang="en-US" dirty="0">
                <a:solidFill>
                  <a:schemeClr val="bg1">
                    <a:lumMod val="50000"/>
                  </a:schemeClr>
                </a:solidFill>
              </a:rPr>
              <a:t>Exceptions, File I/O</a:t>
            </a:r>
          </a:p>
          <a:p>
            <a:r>
              <a:rPr lang="en-US" dirty="0" err="1">
                <a:solidFill>
                  <a:schemeClr val="bg1">
                    <a:lumMod val="50000"/>
                  </a:schemeClr>
                </a:solidFill>
              </a:rPr>
              <a:t>Misc</a:t>
            </a:r>
            <a:endParaRPr lang="en-US" dirty="0">
              <a:solidFill>
                <a:schemeClr val="bg1">
                  <a:lumMod val="50000"/>
                </a:schemeClr>
              </a:solidFill>
            </a:endParaRPr>
          </a:p>
        </p:txBody>
      </p:sp>
    </p:spTree>
    <p:extLst>
      <p:ext uri="{BB962C8B-B14F-4D97-AF65-F5344CB8AC3E}">
        <p14:creationId xmlns:p14="http://schemas.microsoft.com/office/powerpoint/2010/main" val="3177560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Sequential Execution</a:t>
            </a:r>
          </a:p>
        </p:txBody>
      </p:sp>
      <p:sp>
        <p:nvSpPr>
          <p:cNvPr id="3" name="Content Placeholder 2"/>
          <p:cNvSpPr>
            <a:spLocks noGrp="1"/>
          </p:cNvSpPr>
          <p:nvPr>
            <p:ph idx="1"/>
          </p:nvPr>
        </p:nvSpPr>
        <p:spPr/>
        <p:txBody>
          <a:bodyPr>
            <a:normAutofit/>
          </a:bodyPr>
          <a:lstStyle/>
          <a:p>
            <a:r>
              <a:rPr lang="en-US" dirty="0"/>
              <a:t>Control flow is the order in which program statements are executed</a:t>
            </a:r>
          </a:p>
          <a:p>
            <a:endParaRPr lang="en-US" dirty="0"/>
          </a:p>
          <a:p>
            <a:r>
              <a:rPr lang="en-US" dirty="0"/>
              <a:t>Remember: the program starts at </a:t>
            </a:r>
            <a:r>
              <a:rPr lang="en-US" b="1" dirty="0">
                <a:latin typeface="Consolas" charset="0"/>
                <a:ea typeface="Consolas" charset="0"/>
                <a:cs typeface="Consolas" charset="0"/>
              </a:rPr>
              <a:t>main()</a:t>
            </a:r>
            <a:r>
              <a:rPr lang="en-US" dirty="0"/>
              <a:t> and executes line-by-line till either </a:t>
            </a:r>
            <a:r>
              <a:rPr lang="en-US" b="1" dirty="0" err="1">
                <a:latin typeface="Consolas" charset="0"/>
                <a:ea typeface="Consolas" charset="0"/>
                <a:cs typeface="Consolas" charset="0"/>
              </a:rPr>
              <a:t>System.exit</a:t>
            </a:r>
            <a:r>
              <a:rPr lang="en-US" b="1" dirty="0">
                <a:latin typeface="Consolas" charset="0"/>
                <a:ea typeface="Consolas" charset="0"/>
                <a:cs typeface="Consolas" charset="0"/>
              </a:rPr>
              <a:t>()</a:t>
            </a:r>
            <a:r>
              <a:rPr lang="en-US" dirty="0"/>
              <a:t> or end of </a:t>
            </a:r>
            <a:r>
              <a:rPr lang="en-US" b="1" dirty="0">
                <a:latin typeface="Consolas" charset="0"/>
                <a:ea typeface="Consolas" charset="0"/>
                <a:cs typeface="Consolas" charset="0"/>
              </a:rPr>
              <a:t>main()</a:t>
            </a:r>
          </a:p>
          <a:p>
            <a:endParaRPr lang="en-US" dirty="0"/>
          </a:p>
          <a:p>
            <a:r>
              <a:rPr lang="en-US" dirty="0"/>
              <a:t>However, some commands cause the execution to “hop” somewhere else</a:t>
            </a:r>
          </a:p>
          <a:p>
            <a:pPr lvl="1"/>
            <a:r>
              <a:rPr lang="en-US" dirty="0"/>
              <a:t>Conditionals, loops, exceptions</a:t>
            </a:r>
          </a:p>
        </p:txBody>
      </p:sp>
    </p:spTree>
    <p:extLst>
      <p:ext uri="{BB962C8B-B14F-4D97-AF65-F5344CB8AC3E}">
        <p14:creationId xmlns:p14="http://schemas.microsoft.com/office/powerpoint/2010/main" val="18029079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Conditional Statements</a:t>
            </a:r>
          </a:p>
        </p:txBody>
      </p:sp>
      <p:sp>
        <p:nvSpPr>
          <p:cNvPr id="7" name="Content Placeholder 6"/>
          <p:cNvSpPr>
            <a:spLocks noGrp="1"/>
          </p:cNvSpPr>
          <p:nvPr>
            <p:ph sz="half" idx="1"/>
          </p:nvPr>
        </p:nvSpPr>
        <p:spPr/>
        <p:txBody>
          <a:bodyPr>
            <a:normAutofit fontScale="62500" lnSpcReduction="20000"/>
          </a:bodyPr>
          <a:lstStyle/>
          <a:p>
            <a:pPr marL="0" indent="0">
              <a:buNone/>
            </a:pPr>
            <a:r>
              <a:rPr lang="en-US" sz="2400" b="1" dirty="0">
                <a:latin typeface="Consolas" charset="0"/>
                <a:ea typeface="Consolas" charset="0"/>
                <a:cs typeface="Consolas" charset="0"/>
              </a:rPr>
              <a:t>if (B_EXPR_A) {</a:t>
            </a:r>
          </a:p>
          <a:p>
            <a:pPr marL="457153" lvl="1" indent="0">
              <a:buNone/>
            </a:pPr>
            <a:r>
              <a:rPr lang="en-US" b="1" dirty="0">
                <a:latin typeface="Consolas" charset="0"/>
                <a:ea typeface="Consolas" charset="0"/>
                <a:cs typeface="Consolas" charset="0"/>
              </a:rPr>
              <a:t>// a</a:t>
            </a:r>
          </a:p>
          <a:p>
            <a:pPr marL="0" indent="0">
              <a:buNone/>
            </a:pPr>
            <a:r>
              <a:rPr lang="en-US" sz="2400" b="1" dirty="0">
                <a:latin typeface="Consolas" charset="0"/>
                <a:ea typeface="Consolas" charset="0"/>
                <a:cs typeface="Consolas" charset="0"/>
              </a:rPr>
              <a:t>} else if (B_EXPR_B) {</a:t>
            </a:r>
          </a:p>
          <a:p>
            <a:pPr marL="457153" lvl="1" indent="0">
              <a:buNone/>
            </a:pPr>
            <a:r>
              <a:rPr lang="en-US" b="1" dirty="0">
                <a:latin typeface="Consolas" charset="0"/>
                <a:ea typeface="Consolas" charset="0"/>
                <a:cs typeface="Consolas" charset="0"/>
              </a:rPr>
              <a:t>// b</a:t>
            </a:r>
          </a:p>
          <a:p>
            <a:pPr marL="0" indent="0">
              <a:buNone/>
            </a:pPr>
            <a:r>
              <a:rPr lang="en-US" sz="2400" b="1" dirty="0">
                <a:latin typeface="Consolas" charset="0"/>
                <a:ea typeface="Consolas" charset="0"/>
                <a:cs typeface="Consolas" charset="0"/>
              </a:rPr>
              <a:t>} else if (B_EXPR_C) {</a:t>
            </a:r>
          </a:p>
          <a:p>
            <a:pPr marL="457153" lvl="1" indent="0">
              <a:buNone/>
            </a:pPr>
            <a:r>
              <a:rPr lang="en-US" b="1" dirty="0">
                <a:latin typeface="Consolas" charset="0"/>
                <a:ea typeface="Consolas" charset="0"/>
                <a:cs typeface="Consolas" charset="0"/>
              </a:rPr>
              <a:t>// c</a:t>
            </a:r>
          </a:p>
          <a:p>
            <a:pPr marL="0" indent="0">
              <a:buNone/>
            </a:pPr>
            <a:r>
              <a:rPr lang="en-US" sz="2400" b="1" dirty="0">
                <a:latin typeface="Consolas" charset="0"/>
                <a:ea typeface="Consolas" charset="0"/>
                <a:cs typeface="Consolas" charset="0"/>
              </a:rPr>
              <a:t>} else {</a:t>
            </a:r>
          </a:p>
          <a:p>
            <a:pPr marL="457153" lvl="1" indent="0">
              <a:buNone/>
            </a:pPr>
            <a:r>
              <a:rPr lang="en-US" b="1" dirty="0">
                <a:latin typeface="Consolas" charset="0"/>
                <a:ea typeface="Consolas" charset="0"/>
                <a:cs typeface="Consolas" charset="0"/>
              </a:rPr>
              <a:t>// d</a:t>
            </a:r>
          </a:p>
          <a:p>
            <a:pPr marL="0" indent="0">
              <a:buNone/>
            </a:pPr>
            <a:r>
              <a:rPr lang="en-US" sz="2400" b="1" dirty="0">
                <a:latin typeface="Consolas" charset="0"/>
                <a:ea typeface="Consolas" charset="0"/>
                <a:cs typeface="Consolas" charset="0"/>
              </a:rPr>
              <a:t>}</a:t>
            </a:r>
          </a:p>
          <a:p>
            <a:pPr marL="0" indent="0">
              <a:buNone/>
            </a:pPr>
            <a:r>
              <a:rPr lang="en-US" sz="2400" b="1" dirty="0">
                <a:latin typeface="Consolas" charset="0"/>
                <a:ea typeface="Consolas" charset="0"/>
                <a:cs typeface="Consolas" charset="0"/>
              </a:rPr>
              <a:t>// e</a:t>
            </a:r>
          </a:p>
        </p:txBody>
      </p:sp>
      <p:sp>
        <p:nvSpPr>
          <p:cNvPr id="8" name="Content Placeholder 7"/>
          <p:cNvSpPr>
            <a:spLocks noGrp="1"/>
          </p:cNvSpPr>
          <p:nvPr>
            <p:ph sz="half" idx="2"/>
          </p:nvPr>
        </p:nvSpPr>
        <p:spPr/>
        <p:txBody>
          <a:bodyPr>
            <a:normAutofit fontScale="62500" lnSpcReduction="20000"/>
          </a:bodyPr>
          <a:lstStyle/>
          <a:p>
            <a:r>
              <a:rPr lang="en-US" dirty="0"/>
              <a:t>Starts with </a:t>
            </a:r>
            <a:r>
              <a:rPr lang="en-US" b="1" dirty="0">
                <a:latin typeface="Consolas" charset="0"/>
                <a:ea typeface="Consolas" charset="0"/>
                <a:cs typeface="Consolas" charset="0"/>
              </a:rPr>
              <a:t>if</a:t>
            </a:r>
          </a:p>
          <a:p>
            <a:pPr lvl="1"/>
            <a:r>
              <a:rPr lang="en-US" dirty="0"/>
              <a:t>Execute </a:t>
            </a:r>
            <a:r>
              <a:rPr lang="en-US" b="1" dirty="0">
                <a:latin typeface="Consolas" charset="0"/>
                <a:ea typeface="Consolas" charset="0"/>
                <a:cs typeface="Consolas" charset="0"/>
              </a:rPr>
              <a:t>a</a:t>
            </a:r>
            <a:r>
              <a:rPr lang="en-US" dirty="0"/>
              <a:t> only if </a:t>
            </a:r>
            <a:r>
              <a:rPr lang="en-US" b="1" dirty="0">
                <a:latin typeface="Consolas" charset="0"/>
                <a:ea typeface="Consolas" charset="0"/>
                <a:cs typeface="Consolas" charset="0"/>
              </a:rPr>
              <a:t>B_EXPR_A==true</a:t>
            </a:r>
          </a:p>
          <a:p>
            <a:pPr lvl="1"/>
            <a:r>
              <a:rPr lang="en-US" dirty="0"/>
              <a:t>Then </a:t>
            </a:r>
            <a:r>
              <a:rPr lang="en-US" b="1" dirty="0">
                <a:latin typeface="Consolas" charset="0"/>
                <a:ea typeface="Consolas" charset="0"/>
                <a:cs typeface="Consolas" charset="0"/>
              </a:rPr>
              <a:t>e</a:t>
            </a:r>
          </a:p>
          <a:p>
            <a:endParaRPr lang="en-US" dirty="0"/>
          </a:p>
          <a:p>
            <a:r>
              <a:rPr lang="en-US" dirty="0"/>
              <a:t>Any number of </a:t>
            </a:r>
            <a:r>
              <a:rPr lang="en-US" b="1" dirty="0">
                <a:latin typeface="Consolas" charset="0"/>
                <a:ea typeface="Consolas" charset="0"/>
                <a:cs typeface="Consolas" charset="0"/>
              </a:rPr>
              <a:t>else if</a:t>
            </a:r>
          </a:p>
          <a:p>
            <a:pPr lvl="1"/>
            <a:r>
              <a:rPr lang="en-US" dirty="0"/>
              <a:t>Tested only if </a:t>
            </a:r>
            <a:r>
              <a:rPr lang="en-US" b="1" dirty="0">
                <a:latin typeface="Consolas" charset="0"/>
                <a:ea typeface="Consolas" charset="0"/>
                <a:cs typeface="Consolas" charset="0"/>
              </a:rPr>
              <a:t>B_EXPR_A==false</a:t>
            </a:r>
          </a:p>
          <a:p>
            <a:pPr lvl="1"/>
            <a:r>
              <a:rPr lang="en-US" dirty="0"/>
              <a:t>Sequentially tested: </a:t>
            </a:r>
          </a:p>
          <a:p>
            <a:pPr lvl="2"/>
            <a:r>
              <a:rPr lang="en-US" b="1" dirty="0">
                <a:latin typeface="Consolas" charset="0"/>
                <a:ea typeface="Consolas" charset="0"/>
                <a:cs typeface="Consolas" charset="0"/>
              </a:rPr>
              <a:t>b</a:t>
            </a:r>
            <a:r>
              <a:rPr lang="en-US" dirty="0"/>
              <a:t> if </a:t>
            </a:r>
            <a:r>
              <a:rPr lang="en-US" b="1" dirty="0">
                <a:latin typeface="Consolas" charset="0"/>
                <a:ea typeface="Consolas" charset="0"/>
                <a:cs typeface="Consolas" charset="0"/>
              </a:rPr>
              <a:t>B_EXPR_B==true</a:t>
            </a:r>
            <a:endParaRPr lang="en-US" dirty="0"/>
          </a:p>
          <a:p>
            <a:pPr lvl="2"/>
            <a:r>
              <a:rPr lang="en-US" b="1" dirty="0">
                <a:latin typeface="Consolas" charset="0"/>
                <a:ea typeface="Consolas" charset="0"/>
                <a:cs typeface="Consolas" charset="0"/>
              </a:rPr>
              <a:t>c</a:t>
            </a:r>
            <a:r>
              <a:rPr lang="en-US" dirty="0"/>
              <a:t> if </a:t>
            </a:r>
            <a:r>
              <a:rPr lang="en-US" b="1" dirty="0">
                <a:latin typeface="Consolas" charset="0"/>
                <a:ea typeface="Consolas" charset="0"/>
                <a:cs typeface="Consolas" charset="0"/>
              </a:rPr>
              <a:t>B_EXPR_B==false &amp;&amp; B_EXPR_C==true</a:t>
            </a:r>
          </a:p>
          <a:p>
            <a:endParaRPr lang="en-US" dirty="0"/>
          </a:p>
          <a:p>
            <a:r>
              <a:rPr lang="en-US" dirty="0"/>
              <a:t>Optional </a:t>
            </a:r>
            <a:r>
              <a:rPr lang="en-US" b="1" dirty="0">
                <a:latin typeface="Consolas" charset="0"/>
                <a:ea typeface="Consolas" charset="0"/>
                <a:cs typeface="Consolas" charset="0"/>
              </a:rPr>
              <a:t>else</a:t>
            </a:r>
          </a:p>
          <a:p>
            <a:pPr lvl="1"/>
            <a:r>
              <a:rPr lang="en-US" dirty="0"/>
              <a:t>Only if prior </a:t>
            </a:r>
            <a:r>
              <a:rPr lang="en-US" b="1" dirty="0">
                <a:latin typeface="Consolas" charset="0"/>
                <a:ea typeface="Consolas" charset="0"/>
                <a:cs typeface="Consolas" charset="0"/>
              </a:rPr>
              <a:t>B_EXPR_*</a:t>
            </a:r>
            <a:r>
              <a:rPr lang="en-US" dirty="0"/>
              <a:t> all </a:t>
            </a:r>
            <a:r>
              <a:rPr lang="en-US" b="1" dirty="0">
                <a:latin typeface="Consolas" charset="0"/>
                <a:ea typeface="Consolas" charset="0"/>
                <a:cs typeface="Consolas" charset="0"/>
              </a:rPr>
              <a:t>false</a:t>
            </a:r>
          </a:p>
          <a:p>
            <a:pPr lvl="1"/>
            <a:r>
              <a:rPr lang="en-US" dirty="0"/>
              <a:t>Cannot have a condition</a:t>
            </a:r>
          </a:p>
          <a:p>
            <a:endParaRPr lang="en-US" dirty="0"/>
          </a:p>
        </p:txBody>
      </p:sp>
    </p:spTree>
    <p:extLst>
      <p:ext uri="{BB962C8B-B14F-4D97-AF65-F5344CB8AC3E}">
        <p14:creationId xmlns:p14="http://schemas.microsoft.com/office/powerpoint/2010/main" val="15918236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dirty="0"/>
              <a:t>Why is this strange?</a:t>
            </a:r>
          </a:p>
        </p:txBody>
      </p:sp>
      <p:sp>
        <p:nvSpPr>
          <p:cNvPr id="10" name="Content Placeholder 9"/>
          <p:cNvSpPr>
            <a:spLocks noGrp="1"/>
          </p:cNvSpPr>
          <p:nvPr>
            <p:ph sz="half" idx="1"/>
          </p:nvPr>
        </p:nvSpPr>
        <p:spPr/>
        <p:txBody>
          <a:bodyPr/>
          <a:lstStyle/>
          <a:p>
            <a:pPr marL="0" indent="0">
              <a:buNone/>
            </a:pPr>
            <a:r>
              <a:rPr lang="en-US" sz="2400" b="1" dirty="0">
                <a:latin typeface="Consolas" charset="0"/>
                <a:ea typeface="Consolas" charset="0"/>
                <a:cs typeface="Consolas" charset="0"/>
              </a:rPr>
              <a:t>if (a == true) {</a:t>
            </a:r>
          </a:p>
          <a:p>
            <a:pPr marL="457153" lvl="1" indent="0">
              <a:buNone/>
            </a:pPr>
            <a:r>
              <a:rPr lang="mr-IN" sz="2000" b="1" dirty="0">
                <a:latin typeface="Consolas" charset="0"/>
                <a:ea typeface="Consolas" charset="0"/>
                <a:cs typeface="Consolas" charset="0"/>
              </a:rPr>
              <a:t>…</a:t>
            </a:r>
            <a:endParaRPr lang="en-US" sz="2000" b="1" dirty="0">
              <a:latin typeface="Consolas" charset="0"/>
              <a:ea typeface="Consolas" charset="0"/>
              <a:cs typeface="Consolas" charset="0"/>
            </a:endParaRPr>
          </a:p>
          <a:p>
            <a:pPr marL="0" indent="0">
              <a:buNone/>
            </a:pPr>
            <a:r>
              <a:rPr lang="en-US" sz="2400" b="1" dirty="0">
                <a:latin typeface="Consolas" charset="0"/>
                <a:ea typeface="Consolas" charset="0"/>
                <a:cs typeface="Consolas" charset="0"/>
              </a:rPr>
              <a:t>}</a:t>
            </a:r>
          </a:p>
        </p:txBody>
      </p:sp>
      <p:sp>
        <p:nvSpPr>
          <p:cNvPr id="11" name="Content Placeholder 10"/>
          <p:cNvSpPr>
            <a:spLocks noGrp="1"/>
          </p:cNvSpPr>
          <p:nvPr>
            <p:ph sz="half" idx="2"/>
          </p:nvPr>
        </p:nvSpPr>
        <p:spPr/>
        <p:txBody>
          <a:bodyPr/>
          <a:lstStyle/>
          <a:p>
            <a:pPr marL="0" indent="0">
              <a:buNone/>
            </a:pPr>
            <a:r>
              <a:rPr lang="en-US" sz="2400" b="1" dirty="0">
                <a:latin typeface="Consolas" charset="0"/>
                <a:ea typeface="Consolas" charset="0"/>
                <a:cs typeface="Consolas" charset="0"/>
              </a:rPr>
              <a:t>if (a) {</a:t>
            </a:r>
          </a:p>
          <a:p>
            <a:pPr marL="0" indent="0">
              <a:buNone/>
            </a:pPr>
            <a:r>
              <a:rPr lang="en-US" sz="2400" b="1" dirty="0">
                <a:latin typeface="Consolas" charset="0"/>
                <a:ea typeface="Consolas" charset="0"/>
                <a:cs typeface="Consolas" charset="0"/>
              </a:rPr>
              <a:t>	</a:t>
            </a:r>
            <a:r>
              <a:rPr lang="mr-IN" sz="2400" b="1" dirty="0">
                <a:latin typeface="Consolas" charset="0"/>
                <a:ea typeface="Consolas" charset="0"/>
                <a:cs typeface="Consolas" charset="0"/>
              </a:rPr>
              <a:t>…</a:t>
            </a:r>
            <a:endParaRPr lang="en-US" sz="2400" b="1" dirty="0">
              <a:latin typeface="Consolas" charset="0"/>
              <a:ea typeface="Consolas" charset="0"/>
              <a:cs typeface="Consolas" charset="0"/>
            </a:endParaRPr>
          </a:p>
          <a:p>
            <a:pPr marL="0" indent="0">
              <a:buNone/>
            </a:pPr>
            <a:r>
              <a:rPr lang="en-US" sz="2400" b="1" dirty="0">
                <a:latin typeface="Consolas" charset="0"/>
                <a:ea typeface="Consolas" charset="0"/>
                <a:cs typeface="Consolas" charset="0"/>
              </a:rPr>
              <a:t>}</a:t>
            </a:r>
          </a:p>
        </p:txBody>
      </p:sp>
    </p:spTree>
    <p:extLst>
      <p:ext uri="{BB962C8B-B14F-4D97-AF65-F5344CB8AC3E}">
        <p14:creationId xmlns:p14="http://schemas.microsoft.com/office/powerpoint/2010/main" val="13279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a:bodyPr>
          <a:lstStyle/>
          <a:p>
            <a:r>
              <a:rPr lang="en-US" dirty="0"/>
              <a:t>Checkup</a:t>
            </a:r>
          </a:p>
        </p:txBody>
      </p:sp>
      <p:sp>
        <p:nvSpPr>
          <p:cNvPr id="9" name="Content Placeholder 8"/>
          <p:cNvSpPr>
            <a:spLocks noGrp="1"/>
          </p:cNvSpPr>
          <p:nvPr>
            <p:ph idx="1"/>
          </p:nvPr>
        </p:nvSpPr>
        <p:spPr/>
        <p:txBody>
          <a:bodyPr/>
          <a:lstStyle/>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5;		</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if</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=5) {			</a:t>
            </a: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	</a:t>
            </a:r>
            <a:r>
              <a:rPr lang="mr-IN" b="1" dirty="0" err="1">
                <a:latin typeface="Consolas" charset="0"/>
                <a:ea typeface="Consolas" charset="0"/>
                <a:cs typeface="Consolas" charset="0"/>
              </a:rPr>
              <a:t>System.out.printf</a:t>
            </a:r>
            <a:r>
              <a:rPr lang="mr-IN" b="1" dirty="0">
                <a:latin typeface="Consolas" charset="0"/>
                <a:ea typeface="Consolas" charset="0"/>
                <a:cs typeface="Consolas" charset="0"/>
              </a:rPr>
              <a:t>("</a:t>
            </a:r>
            <a:r>
              <a:rPr lang="mr-IN" b="1" dirty="0" err="1">
                <a:latin typeface="Consolas" charset="0"/>
                <a:ea typeface="Consolas" charset="0"/>
                <a:cs typeface="Consolas" charset="0"/>
              </a:rPr>
              <a:t>foo</a:t>
            </a:r>
            <a:r>
              <a:rPr lang="mr-IN" b="1" dirty="0">
                <a:latin typeface="Consolas" charset="0"/>
                <a:ea typeface="Consolas" charset="0"/>
                <a:cs typeface="Consolas" charset="0"/>
              </a:rPr>
              <a:t>");		</a:t>
            </a:r>
            <a:endParaRPr lang="en-US" b="1" dirty="0">
              <a:latin typeface="Consolas" charset="0"/>
              <a:ea typeface="Consolas" charset="0"/>
              <a:cs typeface="Consolas" charset="0"/>
            </a:endParaRPr>
          </a:p>
          <a:p>
            <a:pPr marL="0" indent="0">
              <a:buNone/>
            </a:pPr>
            <a:r>
              <a:rPr lang="mr-IN" b="1" dirty="0">
                <a:latin typeface="Consolas" charset="0"/>
                <a:ea typeface="Consolas" charset="0"/>
                <a:cs typeface="Consolas" charset="0"/>
              </a:rPr>
              <a:t>}</a:t>
            </a:r>
            <a:endParaRPr lang="en-US" b="1" dirty="0">
              <a:latin typeface="Consolas" charset="0"/>
              <a:ea typeface="Consolas" charset="0"/>
              <a:cs typeface="Consolas" charset="0"/>
            </a:endParaRPr>
          </a:p>
        </p:txBody>
      </p:sp>
    </p:spTree>
    <p:extLst>
      <p:ext uri="{BB962C8B-B14F-4D97-AF65-F5344CB8AC3E}">
        <p14:creationId xmlns:p14="http://schemas.microsoft.com/office/powerpoint/2010/main" val="11481272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 Operator</a:t>
            </a:r>
          </a:p>
        </p:txBody>
      </p:sp>
      <p:sp>
        <p:nvSpPr>
          <p:cNvPr id="3" name="Content Placeholder 2"/>
          <p:cNvSpPr>
            <a:spLocks noGrp="1"/>
          </p:cNvSpPr>
          <p:nvPr>
            <p:ph idx="1"/>
          </p:nvPr>
        </p:nvSpPr>
        <p:spPr/>
        <p:txBody>
          <a:bodyPr>
            <a:normAutofit/>
          </a:bodyPr>
          <a:lstStyle/>
          <a:p>
            <a:pPr marL="0" indent="0">
              <a:buNone/>
            </a:pPr>
            <a:r>
              <a:rPr lang="en-US" dirty="0"/>
              <a:t>The assignment operator (</a:t>
            </a:r>
            <a:r>
              <a:rPr lang="en-US" b="1" dirty="0">
                <a:latin typeface="Consolas" charset="0"/>
                <a:ea typeface="Consolas" charset="0"/>
                <a:cs typeface="Consolas" charset="0"/>
              </a:rPr>
              <a:t>=</a:t>
            </a:r>
            <a:r>
              <a:rPr lang="en-US" dirty="0"/>
              <a:t>) </a:t>
            </a:r>
            <a:r>
              <a:rPr lang="en-US" i="1" dirty="0"/>
              <a:t>returns</a:t>
            </a:r>
            <a:r>
              <a:rPr lang="en-US" dirty="0"/>
              <a:t> the assigned value</a:t>
            </a:r>
          </a:p>
          <a:p>
            <a:pPr marL="0" indent="0">
              <a:buNone/>
            </a:pPr>
            <a:endParaRPr lang="en-US" dirty="0"/>
          </a:p>
          <a:p>
            <a:pPr marL="0" indent="0">
              <a:buNone/>
            </a:pPr>
            <a:r>
              <a:rPr lang="en-US" sz="2799" b="1" dirty="0" err="1">
                <a:latin typeface="Consolas" charset="0"/>
                <a:ea typeface="Consolas" charset="0"/>
                <a:cs typeface="Consolas" charset="0"/>
              </a:rPr>
              <a:t>int</a:t>
            </a:r>
            <a:r>
              <a:rPr lang="en-US" sz="2799" b="1" dirty="0">
                <a:latin typeface="Consolas" charset="0"/>
                <a:ea typeface="Consolas" charset="0"/>
                <a:cs typeface="Consolas" charset="0"/>
              </a:rPr>
              <a:t> x = 5;		</a:t>
            </a:r>
          </a:p>
          <a:p>
            <a:pPr marL="0" indent="0">
              <a:buNone/>
            </a:pPr>
            <a:r>
              <a:rPr lang="en-US" sz="2799" b="1" dirty="0" err="1">
                <a:latin typeface="Consolas" charset="0"/>
                <a:ea typeface="Consolas" charset="0"/>
                <a:cs typeface="Consolas" charset="0"/>
              </a:rPr>
              <a:t>System.out.printf</a:t>
            </a:r>
            <a:r>
              <a:rPr lang="en-US" sz="2799" b="1" dirty="0">
                <a:latin typeface="Consolas" charset="0"/>
                <a:ea typeface="Consolas" charset="0"/>
                <a:cs typeface="Consolas" charset="0"/>
              </a:rPr>
              <a:t>("%</a:t>
            </a:r>
            <a:r>
              <a:rPr lang="en-US" sz="2799" b="1" dirty="0" err="1">
                <a:latin typeface="Consolas" charset="0"/>
                <a:ea typeface="Consolas" charset="0"/>
                <a:cs typeface="Consolas" charset="0"/>
              </a:rPr>
              <a:t>b%n</a:t>
            </a:r>
            <a:r>
              <a:rPr lang="en-US" sz="2799" b="1" dirty="0">
                <a:latin typeface="Consolas" charset="0"/>
                <a:ea typeface="Consolas" charset="0"/>
                <a:cs typeface="Consolas" charset="0"/>
              </a:rPr>
              <a:t>", x==5);	// true	</a:t>
            </a:r>
          </a:p>
          <a:p>
            <a:pPr marL="0" indent="0">
              <a:buNone/>
            </a:pPr>
            <a:r>
              <a:rPr lang="en-US" sz="2799" b="1" dirty="0" err="1">
                <a:latin typeface="Consolas" charset="0"/>
                <a:ea typeface="Consolas" charset="0"/>
                <a:cs typeface="Consolas" charset="0"/>
              </a:rPr>
              <a:t>System.out.printf</a:t>
            </a:r>
            <a:r>
              <a:rPr lang="en-US" sz="2799" b="1" dirty="0">
                <a:latin typeface="Consolas" charset="0"/>
                <a:ea typeface="Consolas" charset="0"/>
                <a:cs typeface="Consolas" charset="0"/>
              </a:rPr>
              <a:t>("%</a:t>
            </a:r>
            <a:r>
              <a:rPr lang="en-US" sz="2799" b="1" dirty="0" err="1">
                <a:latin typeface="Consolas" charset="0"/>
                <a:ea typeface="Consolas" charset="0"/>
                <a:cs typeface="Consolas" charset="0"/>
              </a:rPr>
              <a:t>b%n</a:t>
            </a:r>
            <a:r>
              <a:rPr lang="en-US" sz="2799" b="1" dirty="0">
                <a:latin typeface="Consolas" charset="0"/>
                <a:ea typeface="Consolas" charset="0"/>
                <a:cs typeface="Consolas" charset="0"/>
              </a:rPr>
              <a:t>", x==7);	// false</a:t>
            </a:r>
          </a:p>
          <a:p>
            <a:pPr marL="0" indent="0">
              <a:buNone/>
            </a:pPr>
            <a:r>
              <a:rPr lang="en-US" sz="2799" b="1" dirty="0" err="1">
                <a:latin typeface="Consolas" charset="0"/>
                <a:ea typeface="Consolas" charset="0"/>
                <a:cs typeface="Consolas" charset="0"/>
              </a:rPr>
              <a:t>System.out.printf</a:t>
            </a:r>
            <a:r>
              <a:rPr lang="en-US" sz="2799" b="1" dirty="0">
                <a:latin typeface="Consolas" charset="0"/>
                <a:ea typeface="Consolas" charset="0"/>
                <a:cs typeface="Consolas" charset="0"/>
              </a:rPr>
              <a:t>("%</a:t>
            </a:r>
            <a:r>
              <a:rPr lang="en-US" sz="2799" b="1" dirty="0" err="1">
                <a:latin typeface="Consolas" charset="0"/>
                <a:ea typeface="Consolas" charset="0"/>
                <a:cs typeface="Consolas" charset="0"/>
              </a:rPr>
              <a:t>d%n</a:t>
            </a:r>
            <a:r>
              <a:rPr lang="en-US" sz="2799" b="1" dirty="0">
                <a:latin typeface="Consolas" charset="0"/>
                <a:ea typeface="Consolas" charset="0"/>
                <a:cs typeface="Consolas" charset="0"/>
              </a:rPr>
              <a:t>", x=5); // 5</a:t>
            </a:r>
          </a:p>
          <a:p>
            <a:pPr marL="0" indent="0">
              <a:buNone/>
            </a:pPr>
            <a:r>
              <a:rPr lang="en-US" sz="2799" b="1" dirty="0" err="1">
                <a:latin typeface="Consolas" charset="0"/>
                <a:ea typeface="Consolas" charset="0"/>
                <a:cs typeface="Consolas" charset="0"/>
              </a:rPr>
              <a:t>System.out.printf</a:t>
            </a:r>
            <a:r>
              <a:rPr lang="en-US" sz="2799" b="1" dirty="0">
                <a:latin typeface="Consolas" charset="0"/>
                <a:ea typeface="Consolas" charset="0"/>
                <a:cs typeface="Consolas" charset="0"/>
              </a:rPr>
              <a:t>("%</a:t>
            </a:r>
            <a:r>
              <a:rPr lang="en-US" sz="2799" b="1" dirty="0" err="1">
                <a:latin typeface="Consolas" charset="0"/>
                <a:ea typeface="Consolas" charset="0"/>
                <a:cs typeface="Consolas" charset="0"/>
              </a:rPr>
              <a:t>d%n</a:t>
            </a:r>
            <a:r>
              <a:rPr lang="en-US" sz="2799" b="1" dirty="0">
                <a:latin typeface="Consolas" charset="0"/>
                <a:ea typeface="Consolas" charset="0"/>
                <a:cs typeface="Consolas" charset="0"/>
              </a:rPr>
              <a:t>", x=7); // 7</a:t>
            </a:r>
          </a:p>
        </p:txBody>
      </p:sp>
    </p:spTree>
    <p:extLst>
      <p:ext uri="{BB962C8B-B14F-4D97-AF65-F5344CB8AC3E}">
        <p14:creationId xmlns:p14="http://schemas.microsoft.com/office/powerpoint/2010/main" val="15533217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a:t>
            </a:r>
          </a:p>
        </p:txBody>
      </p:sp>
      <p:sp>
        <p:nvSpPr>
          <p:cNvPr id="3" name="Content Placeholder 2"/>
          <p:cNvSpPr>
            <a:spLocks noGrp="1"/>
          </p:cNvSpPr>
          <p:nvPr>
            <p:ph idx="1"/>
          </p:nvPr>
        </p:nvSpPr>
        <p:spPr/>
        <p:txBody>
          <a:bodyPr/>
          <a:lstStyle/>
          <a:p>
            <a:pPr marL="0"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x = false;		</a:t>
            </a:r>
          </a:p>
          <a:p>
            <a:pPr marL="0" indent="0">
              <a:buNone/>
            </a:pPr>
            <a:r>
              <a:rPr lang="en-US" b="1" dirty="0">
                <a:latin typeface="Consolas" charset="0"/>
                <a:ea typeface="Consolas" charset="0"/>
                <a:cs typeface="Consolas" charset="0"/>
              </a:rPr>
              <a:t>if (x=false) {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("foo");		</a:t>
            </a:r>
          </a:p>
          <a:p>
            <a:pPr marL="0" indent="0">
              <a:buNone/>
            </a:pP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if (x==true) {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("bar");		</a:t>
            </a:r>
          </a:p>
          <a:p>
            <a:pPr marL="0" indent="0">
              <a:buNone/>
            </a:pP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20050094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Operator (Ternary)</a:t>
            </a:r>
          </a:p>
        </p:txBody>
      </p:sp>
      <p:sp>
        <p:nvSpPr>
          <p:cNvPr id="3" name="Content Placeholder 2"/>
          <p:cNvSpPr>
            <a:spLocks noGrp="1"/>
          </p:cNvSpPr>
          <p:nvPr>
            <p:ph idx="1"/>
          </p:nvPr>
        </p:nvSpPr>
        <p:spPr/>
        <p:txBody>
          <a:bodyPr/>
          <a:lstStyle/>
          <a:p>
            <a:pPr marL="0" indent="0">
              <a:buNone/>
            </a:pPr>
            <a:r>
              <a:rPr lang="en-US" dirty="0"/>
              <a:t>Shortcut to an “if-else” expression</a:t>
            </a:r>
          </a:p>
          <a:p>
            <a:pPr marL="457153" lvl="1" indent="0">
              <a:buNone/>
            </a:pPr>
            <a:r>
              <a:rPr lang="en-US" sz="2299" b="1" dirty="0">
                <a:latin typeface="Consolas" charset="0"/>
                <a:ea typeface="Consolas" charset="0"/>
                <a:cs typeface="Consolas" charset="0"/>
              </a:rPr>
              <a:t>(condition)?(result if true)</a:t>
            </a:r>
            <a:r>
              <a:rPr lang="en-US" sz="2299" b="1" dirty="0">
                <a:latin typeface="Consolas" charset="0"/>
                <a:ea typeface="Consolas" charset="0"/>
                <a:cs typeface="Consolas" charset="0"/>
                <a:sym typeface="Wingdings"/>
              </a:rPr>
              <a:t>:(result if false)</a:t>
            </a:r>
            <a:endParaRPr lang="en-US" sz="2299" b="1" dirty="0">
              <a:latin typeface="Consolas" charset="0"/>
              <a:ea typeface="Consolas" charset="0"/>
              <a:cs typeface="Consolas" charset="0"/>
            </a:endParaRPr>
          </a:p>
        </p:txBody>
      </p:sp>
      <p:sp>
        <p:nvSpPr>
          <p:cNvPr id="7" name="TextBox 6"/>
          <p:cNvSpPr txBox="1"/>
          <p:nvPr/>
        </p:nvSpPr>
        <p:spPr>
          <a:xfrm>
            <a:off x="457630" y="3879271"/>
            <a:ext cx="4009277" cy="1815882"/>
          </a:xfrm>
          <a:prstGeom prst="rect">
            <a:avLst/>
          </a:prstGeom>
          <a:noFill/>
        </p:spPr>
        <p:txBody>
          <a:bodyPr wrap="square" rtlCol="0">
            <a:spAutoFit/>
          </a:bodyPr>
          <a:lstStyle/>
          <a:p>
            <a:r>
              <a:rPr lang="mr-IN" sz="1600" b="1" dirty="0" err="1">
                <a:latin typeface="Consolas" charset="0"/>
                <a:ea typeface="Consolas" charset="0"/>
                <a:cs typeface="Consolas" charset="0"/>
              </a:rPr>
              <a:t>int</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x</a:t>
            </a:r>
            <a:r>
              <a:rPr lang="mr-IN" sz="1600" b="1" dirty="0">
                <a:latin typeface="Consolas" charset="0"/>
                <a:ea typeface="Consolas" charset="0"/>
                <a:cs typeface="Consolas" charset="0"/>
              </a:rPr>
              <a:t>=10,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		</a:t>
            </a:r>
            <a:endParaRPr lang="en-US" sz="1600" b="1" dirty="0">
              <a:latin typeface="Consolas" charset="0"/>
              <a:ea typeface="Consolas" charset="0"/>
              <a:cs typeface="Consolas" charset="0"/>
            </a:endParaRPr>
          </a:p>
          <a:p>
            <a:r>
              <a:rPr lang="mr-IN" sz="1600" b="1" dirty="0" err="1">
                <a:latin typeface="Consolas" charset="0"/>
                <a:ea typeface="Consolas" charset="0"/>
                <a:cs typeface="Consolas" charset="0"/>
              </a:rPr>
              <a:t>if</a:t>
            </a:r>
            <a:r>
              <a:rPr lang="mr-IN" sz="1600" b="1" dirty="0">
                <a:latin typeface="Consolas" charset="0"/>
                <a:ea typeface="Consolas" charset="0"/>
                <a:cs typeface="Consolas" charset="0"/>
              </a:rPr>
              <a:t> (x%2 == 0) {			</a:t>
            </a:r>
            <a:endParaRPr lang="en-US" sz="1600" b="1" dirty="0">
              <a:latin typeface="Consolas" charset="0"/>
              <a:ea typeface="Consolas" charset="0"/>
              <a:cs typeface="Consolas" charset="0"/>
            </a:endParaRPr>
          </a:p>
          <a:p>
            <a:r>
              <a:rPr lang="en-US" sz="1600" b="1" dirty="0">
                <a:latin typeface="Consolas" charset="0"/>
                <a:ea typeface="Consolas" charset="0"/>
                <a:cs typeface="Consolas" charset="0"/>
              </a:rPr>
              <a:t>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 = 1;		</a:t>
            </a:r>
            <a:endParaRPr lang="en-US" sz="1600" b="1" dirty="0">
              <a:latin typeface="Consolas" charset="0"/>
              <a:ea typeface="Consolas" charset="0"/>
              <a:cs typeface="Consolas" charset="0"/>
            </a:endParaRPr>
          </a:p>
          <a:p>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else</a:t>
            </a:r>
            <a:r>
              <a:rPr lang="mr-IN" sz="1600" b="1" dirty="0">
                <a:latin typeface="Consolas" charset="0"/>
                <a:ea typeface="Consolas" charset="0"/>
                <a:cs typeface="Consolas" charset="0"/>
              </a:rPr>
              <a:t> {			</a:t>
            </a:r>
            <a:endParaRPr lang="en-US" sz="1600" b="1" dirty="0">
              <a:latin typeface="Consolas" charset="0"/>
              <a:ea typeface="Consolas" charset="0"/>
              <a:cs typeface="Consolas" charset="0"/>
            </a:endParaRPr>
          </a:p>
          <a:p>
            <a:r>
              <a:rPr lang="en-US" sz="1600" b="1" dirty="0">
                <a:latin typeface="Consolas" charset="0"/>
                <a:ea typeface="Consolas" charset="0"/>
                <a:cs typeface="Consolas" charset="0"/>
              </a:rPr>
              <a:t>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 = 0;		</a:t>
            </a:r>
            <a:endParaRPr lang="en-US" sz="1600" b="1" dirty="0">
              <a:latin typeface="Consolas" charset="0"/>
              <a:ea typeface="Consolas" charset="0"/>
              <a:cs typeface="Consolas" charset="0"/>
            </a:endParaRPr>
          </a:p>
          <a:p>
            <a:r>
              <a:rPr lang="mr-IN" sz="1600" b="1" dirty="0">
                <a:latin typeface="Consolas" charset="0"/>
                <a:ea typeface="Consolas" charset="0"/>
                <a:cs typeface="Consolas" charset="0"/>
              </a:rPr>
              <a:t>}		</a:t>
            </a:r>
            <a:endParaRPr lang="en-US" sz="1600" b="1" dirty="0">
              <a:latin typeface="Consolas" charset="0"/>
              <a:ea typeface="Consolas" charset="0"/>
              <a:cs typeface="Consolas" charset="0"/>
            </a:endParaRPr>
          </a:p>
          <a:p>
            <a:r>
              <a:rPr lang="mr-IN" sz="1600" b="1" dirty="0" err="1">
                <a:latin typeface="Consolas" charset="0"/>
                <a:ea typeface="Consolas" charset="0"/>
                <a:cs typeface="Consolas" charset="0"/>
              </a:rPr>
              <a:t>System.out.printf</a:t>
            </a:r>
            <a:r>
              <a:rPr lang="mr-IN" sz="1600" b="1" dirty="0">
                <a:latin typeface="Consolas" charset="0"/>
                <a:ea typeface="Consolas" charset="0"/>
                <a:cs typeface="Consolas" charset="0"/>
              </a:rPr>
              <a:t>("%</a:t>
            </a:r>
            <a:r>
              <a:rPr lang="mr-IN" sz="1600" b="1" dirty="0" err="1">
                <a:latin typeface="Consolas" charset="0"/>
                <a:ea typeface="Consolas" charset="0"/>
                <a:cs typeface="Consolas" charset="0"/>
              </a:rPr>
              <a:t>d%n</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a:t>
            </a:r>
            <a:endParaRPr lang="en-US" sz="1600" b="1" dirty="0">
              <a:latin typeface="Consolas" charset="0"/>
              <a:ea typeface="Consolas" charset="0"/>
              <a:cs typeface="Consolas" charset="0"/>
            </a:endParaRPr>
          </a:p>
        </p:txBody>
      </p:sp>
      <p:sp>
        <p:nvSpPr>
          <p:cNvPr id="8" name="TextBox 7"/>
          <p:cNvSpPr txBox="1"/>
          <p:nvPr/>
        </p:nvSpPr>
        <p:spPr>
          <a:xfrm>
            <a:off x="4466907" y="3879272"/>
            <a:ext cx="4009277" cy="830997"/>
          </a:xfrm>
          <a:prstGeom prst="rect">
            <a:avLst/>
          </a:prstGeom>
          <a:noFill/>
        </p:spPr>
        <p:txBody>
          <a:bodyPr wrap="square" rtlCol="0">
            <a:spAutoFit/>
          </a:bodyPr>
          <a:lstStyle/>
          <a:p>
            <a:r>
              <a:rPr lang="mr-IN" sz="1600" b="1" dirty="0" err="1">
                <a:latin typeface="Consolas" charset="0"/>
                <a:ea typeface="Consolas" charset="0"/>
                <a:cs typeface="Consolas" charset="0"/>
              </a:rPr>
              <a:t>int</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x</a:t>
            </a:r>
            <a:r>
              <a:rPr lang="mr-IN" sz="1600" b="1" dirty="0">
                <a:latin typeface="Consolas" charset="0"/>
                <a:ea typeface="Consolas" charset="0"/>
                <a:cs typeface="Consolas" charset="0"/>
              </a:rPr>
              <a:t>=10,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		</a:t>
            </a:r>
            <a:endParaRPr lang="en-US" sz="1600" b="1" dirty="0">
              <a:latin typeface="Consolas" charset="0"/>
              <a:ea typeface="Consolas" charset="0"/>
              <a:cs typeface="Consolas" charset="0"/>
            </a:endParaRPr>
          </a:p>
          <a:p>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 = (</a:t>
            </a:r>
            <a:r>
              <a:rPr lang="mr-IN" sz="1600" b="1" dirty="0" err="1">
                <a:latin typeface="Consolas" charset="0"/>
                <a:ea typeface="Consolas" charset="0"/>
                <a:cs typeface="Consolas" charset="0"/>
              </a:rPr>
              <a:t>x</a:t>
            </a:r>
            <a:r>
              <a:rPr lang="mr-IN" sz="1600" b="1" dirty="0">
                <a:latin typeface="Consolas" charset="0"/>
                <a:ea typeface="Consolas" charset="0"/>
                <a:cs typeface="Consolas" charset="0"/>
              </a:rPr>
              <a:t> % 2 == 0)?1:0;		</a:t>
            </a:r>
            <a:endParaRPr lang="en-US" sz="1600" b="1" dirty="0">
              <a:latin typeface="Consolas" charset="0"/>
              <a:ea typeface="Consolas" charset="0"/>
              <a:cs typeface="Consolas" charset="0"/>
            </a:endParaRPr>
          </a:p>
          <a:p>
            <a:r>
              <a:rPr lang="mr-IN" sz="1600" b="1" dirty="0" err="1">
                <a:latin typeface="Consolas" charset="0"/>
                <a:ea typeface="Consolas" charset="0"/>
                <a:cs typeface="Consolas" charset="0"/>
              </a:rPr>
              <a:t>System.out.printf</a:t>
            </a:r>
            <a:r>
              <a:rPr lang="mr-IN" sz="1600" b="1" dirty="0">
                <a:latin typeface="Consolas" charset="0"/>
                <a:ea typeface="Consolas" charset="0"/>
                <a:cs typeface="Consolas" charset="0"/>
              </a:rPr>
              <a:t>("%</a:t>
            </a:r>
            <a:r>
              <a:rPr lang="mr-IN" sz="1600" b="1" dirty="0" err="1">
                <a:latin typeface="Consolas" charset="0"/>
                <a:ea typeface="Consolas" charset="0"/>
                <a:cs typeface="Consolas" charset="0"/>
              </a:rPr>
              <a:t>d%n</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y</a:t>
            </a:r>
            <a:r>
              <a:rPr lang="mr-IN" sz="1600" b="1" dirty="0">
                <a:latin typeface="Consolas" charset="0"/>
                <a:ea typeface="Consolas" charset="0"/>
                <a:cs typeface="Consolas" charset="0"/>
              </a:rPr>
              <a:t>);</a:t>
            </a:r>
            <a:endParaRPr lang="en-US" sz="1600" b="1" dirty="0">
              <a:latin typeface="Consolas" charset="0"/>
              <a:ea typeface="Consolas" charset="0"/>
              <a:cs typeface="Consolas" charset="0"/>
            </a:endParaRPr>
          </a:p>
        </p:txBody>
      </p:sp>
    </p:spTree>
    <p:extLst>
      <p:ext uri="{BB962C8B-B14F-4D97-AF65-F5344CB8AC3E}">
        <p14:creationId xmlns:p14="http://schemas.microsoft.com/office/powerpoint/2010/main" val="7579114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onsolas" charset="0"/>
                <a:ea typeface="Consolas" charset="0"/>
                <a:cs typeface="Consolas" charset="0"/>
              </a:rPr>
              <a:t>while</a:t>
            </a:r>
            <a:r>
              <a:rPr lang="en-US" dirty="0"/>
              <a:t> Loops</a:t>
            </a:r>
          </a:p>
        </p:txBody>
      </p:sp>
      <p:sp>
        <p:nvSpPr>
          <p:cNvPr id="3" name="Content Placeholder 2"/>
          <p:cNvSpPr>
            <a:spLocks noGrp="1"/>
          </p:cNvSpPr>
          <p:nvPr>
            <p:ph idx="1"/>
          </p:nvPr>
        </p:nvSpPr>
        <p:spPr/>
        <p:txBody>
          <a:bodyPr>
            <a:normAutofit/>
          </a:bodyPr>
          <a:lstStyle/>
          <a:p>
            <a:pPr marL="0" indent="0">
              <a:buNone/>
            </a:pPr>
            <a:r>
              <a:rPr lang="en-US" b="1" dirty="0">
                <a:latin typeface="Consolas" charset="0"/>
                <a:ea typeface="Consolas" charset="0"/>
                <a:cs typeface="Consolas" charset="0"/>
              </a:rPr>
              <a:t>while</a:t>
            </a:r>
            <a:r>
              <a:rPr lang="en-US" dirty="0"/>
              <a:t> loops are used to repeat a set of statements while some condition is </a:t>
            </a:r>
            <a:r>
              <a:rPr lang="en-US" b="1" dirty="0">
                <a:latin typeface="Consolas" charset="0"/>
                <a:ea typeface="Consolas" charset="0"/>
                <a:cs typeface="Consolas" charset="0"/>
              </a:rPr>
              <a:t>true</a:t>
            </a:r>
          </a:p>
          <a:p>
            <a:endParaRPr lang="en-US" dirty="0"/>
          </a:p>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1, </a:t>
            </a:r>
            <a:r>
              <a:rPr lang="mr-IN" b="1" dirty="0" err="1">
                <a:latin typeface="Consolas" charset="0"/>
                <a:ea typeface="Consolas" charset="0"/>
                <a:cs typeface="Consolas" charset="0"/>
              </a:rPr>
              <a:t>y</a:t>
            </a:r>
            <a:r>
              <a:rPr lang="mr-IN" b="1" dirty="0">
                <a:latin typeface="Consolas" charset="0"/>
                <a:ea typeface="Consolas" charset="0"/>
                <a:cs typeface="Consolas" charset="0"/>
              </a:rPr>
              <a:t> = 1;		</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while</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&lt;100)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x</a:t>
            </a:r>
            <a:r>
              <a:rPr lang="mr-IN" b="1" dirty="0">
                <a:latin typeface="Consolas" charset="0"/>
                <a:ea typeface="Consolas" charset="0"/>
                <a:cs typeface="Consolas" charset="0"/>
              </a:rPr>
              <a:t> *= 2;			</a:t>
            </a:r>
            <a:endParaRPr lang="en-US" b="1" dirty="0">
              <a:latin typeface="Consolas" charset="0"/>
              <a:ea typeface="Consolas" charset="0"/>
              <a:cs typeface="Consolas" charset="0"/>
            </a:endParaRPr>
          </a:p>
          <a:p>
            <a:pPr marL="457153" lvl="1" indent="0">
              <a:buNone/>
            </a:pPr>
            <a:r>
              <a:rPr lang="mr-IN" b="1" dirty="0" err="1">
                <a:latin typeface="Consolas" charset="0"/>
                <a:ea typeface="Consolas" charset="0"/>
                <a:cs typeface="Consolas" charset="0"/>
              </a:rPr>
              <a:t>y</a:t>
            </a:r>
            <a:r>
              <a:rPr lang="mr-IN" b="1" dirty="0">
                <a:latin typeface="Consolas" charset="0"/>
                <a:ea typeface="Consolas" charset="0"/>
                <a:cs typeface="Consolas" charset="0"/>
              </a:rPr>
              <a:t>++;		</a:t>
            </a:r>
            <a:endParaRPr lang="en-US" b="1" dirty="0">
              <a:latin typeface="Consolas" charset="0"/>
              <a:ea typeface="Consolas" charset="0"/>
              <a:cs typeface="Consolas" charset="0"/>
            </a:endParaRPr>
          </a:p>
          <a:p>
            <a:pPr marL="0" indent="0">
              <a:buNone/>
            </a:pPr>
            <a:r>
              <a:rPr lang="mr-IN" b="1" dirty="0">
                <a:latin typeface="Consolas" charset="0"/>
                <a:ea typeface="Consolas" charset="0"/>
                <a:cs typeface="Consolas" charset="0"/>
              </a:rPr>
              <a:t>}</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System.out.printf</a:t>
            </a:r>
            <a:r>
              <a:rPr lang="mr-IN" b="1" dirty="0">
                <a:latin typeface="Consolas" charset="0"/>
                <a:ea typeface="Consolas" charset="0"/>
                <a:cs typeface="Consolas" charset="0"/>
              </a:rPr>
              <a:t>("%</a:t>
            </a:r>
            <a:r>
              <a:rPr lang="mr-IN" b="1" dirty="0" err="1">
                <a:latin typeface="Consolas" charset="0"/>
                <a:ea typeface="Consolas" charset="0"/>
                <a:cs typeface="Consolas" charset="0"/>
              </a:rPr>
              <a:t>d</a:t>
            </a:r>
            <a:r>
              <a:rPr lang="mr-IN" b="1" dirty="0">
                <a:latin typeface="Consolas" charset="0"/>
                <a:ea typeface="Consolas" charset="0"/>
                <a:cs typeface="Consolas" charset="0"/>
              </a:rPr>
              <a:t> %</a:t>
            </a:r>
            <a:r>
              <a:rPr lang="mr-IN" b="1" dirty="0" err="1">
                <a:latin typeface="Consolas" charset="0"/>
                <a:ea typeface="Consolas" charset="0"/>
                <a:cs typeface="Consolas" charset="0"/>
              </a:rPr>
              <a:t>d</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a:t>
            </a:r>
            <a:r>
              <a:rPr lang="mr-IN" b="1" dirty="0" err="1">
                <a:latin typeface="Consolas" charset="0"/>
                <a:ea typeface="Consolas" charset="0"/>
                <a:cs typeface="Consolas" charset="0"/>
              </a:rPr>
              <a:t>y</a:t>
            </a:r>
            <a:r>
              <a:rPr lang="mr-IN" b="1" dirty="0">
                <a:latin typeface="Consolas" charset="0"/>
                <a:ea typeface="Consolas" charset="0"/>
                <a:cs typeface="Consolas" charset="0"/>
              </a:rPr>
              <a:t>);</a:t>
            </a:r>
            <a:endParaRPr lang="en-US" b="1" dirty="0">
              <a:latin typeface="Consolas" charset="0"/>
              <a:ea typeface="Consolas" charset="0"/>
              <a:cs typeface="Consolas" charset="0"/>
            </a:endParaRPr>
          </a:p>
        </p:txBody>
      </p:sp>
    </p:spTree>
    <p:extLst>
      <p:ext uri="{BB962C8B-B14F-4D97-AF65-F5344CB8AC3E}">
        <p14:creationId xmlns:p14="http://schemas.microsoft.com/office/powerpoint/2010/main" val="10037900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onsolas" charset="0"/>
                <a:ea typeface="Consolas" charset="0"/>
                <a:cs typeface="Consolas" charset="0"/>
              </a:rPr>
              <a:t>do-while</a:t>
            </a:r>
            <a:r>
              <a:rPr lang="en-US" dirty="0"/>
              <a:t> Loops</a:t>
            </a:r>
          </a:p>
        </p:txBody>
      </p:sp>
      <p:sp>
        <p:nvSpPr>
          <p:cNvPr id="3" name="Content Placeholder 2"/>
          <p:cNvSpPr>
            <a:spLocks noGrp="1"/>
          </p:cNvSpPr>
          <p:nvPr>
            <p:ph idx="1"/>
          </p:nvPr>
        </p:nvSpPr>
        <p:spPr/>
        <p:txBody>
          <a:bodyPr>
            <a:normAutofit/>
          </a:bodyPr>
          <a:lstStyle/>
          <a:p>
            <a:r>
              <a:rPr lang="en-US" dirty="0"/>
              <a:t>A </a:t>
            </a:r>
            <a:r>
              <a:rPr lang="en-US" b="1" dirty="0">
                <a:latin typeface="Consolas" charset="0"/>
                <a:ea typeface="Consolas" charset="0"/>
                <a:cs typeface="Consolas" charset="0"/>
              </a:rPr>
              <a:t>while</a:t>
            </a:r>
            <a:r>
              <a:rPr lang="en-US" dirty="0"/>
              <a:t> loop body might be executed zero times if the condition is never true</a:t>
            </a:r>
          </a:p>
          <a:p>
            <a:r>
              <a:rPr lang="en-US" dirty="0"/>
              <a:t>If you need to always execute the body at least once, use a </a:t>
            </a:r>
            <a:r>
              <a:rPr lang="en-US" b="1" dirty="0">
                <a:latin typeface="Consolas" charset="0"/>
                <a:ea typeface="Consolas" charset="0"/>
                <a:cs typeface="Consolas" charset="0"/>
              </a:rPr>
              <a:t>do-while</a:t>
            </a:r>
            <a:r>
              <a:rPr lang="en-US" dirty="0"/>
              <a:t> loop (remember the final </a:t>
            </a:r>
            <a:r>
              <a:rPr lang="en-US" b="1" dirty="0">
                <a:latin typeface="Consolas" charset="0"/>
                <a:ea typeface="Consolas" charset="0"/>
                <a:cs typeface="Consolas" charset="0"/>
              </a:rPr>
              <a:t>;</a:t>
            </a:r>
            <a:r>
              <a:rPr lang="en-US" dirty="0"/>
              <a:t>)</a:t>
            </a:r>
          </a:p>
          <a:p>
            <a:endParaRPr lang="en-US" dirty="0"/>
          </a:p>
          <a:p>
            <a:pPr marL="0"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x;		</a:t>
            </a:r>
          </a:p>
          <a:p>
            <a:pPr marL="0" indent="0">
              <a:buNone/>
            </a:pPr>
            <a:r>
              <a:rPr lang="en-US" b="1" dirty="0">
                <a:latin typeface="Consolas" charset="0"/>
                <a:ea typeface="Consolas" charset="0"/>
                <a:cs typeface="Consolas" charset="0"/>
              </a:rPr>
              <a:t>Scanner s = new Scanner(</a:t>
            </a:r>
            <a:r>
              <a:rPr lang="en-US" b="1" dirty="0" err="1">
                <a:latin typeface="Consolas" charset="0"/>
                <a:ea typeface="Consolas" charset="0"/>
                <a:cs typeface="Consolas" charset="0"/>
              </a:rPr>
              <a:t>System.in</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do {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("Enter 1 to loop: ");	</a:t>
            </a:r>
          </a:p>
          <a:p>
            <a:pPr marL="0" indent="0">
              <a:buNone/>
            </a:pPr>
            <a:r>
              <a:rPr lang="en-US" b="1" dirty="0">
                <a:latin typeface="Consolas" charset="0"/>
                <a:ea typeface="Consolas" charset="0"/>
                <a:cs typeface="Consolas" charset="0"/>
              </a:rPr>
              <a:t>	x = </a:t>
            </a:r>
            <a:r>
              <a:rPr lang="en-US" b="1" dirty="0" err="1">
                <a:latin typeface="Consolas" charset="0"/>
                <a:ea typeface="Consolas" charset="0"/>
                <a:cs typeface="Consolas" charset="0"/>
              </a:rPr>
              <a:t>s.nextInt</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while (x == 1);		</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("Freedom!%n");</a:t>
            </a:r>
          </a:p>
        </p:txBody>
      </p:sp>
    </p:spTree>
    <p:extLst>
      <p:ext uri="{BB962C8B-B14F-4D97-AF65-F5344CB8AC3E}">
        <p14:creationId xmlns:p14="http://schemas.microsoft.com/office/powerpoint/2010/main" val="19513791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onsolas" charset="0"/>
                <a:ea typeface="Consolas" charset="0"/>
                <a:cs typeface="Consolas" charset="0"/>
              </a:rPr>
              <a:t>for</a:t>
            </a:r>
            <a:r>
              <a:rPr lang="en-US" dirty="0"/>
              <a:t> Loops</a:t>
            </a:r>
          </a:p>
        </p:txBody>
      </p:sp>
      <p:sp>
        <p:nvSpPr>
          <p:cNvPr id="3" name="Content Placeholder 2"/>
          <p:cNvSpPr>
            <a:spLocks noGrp="1"/>
          </p:cNvSpPr>
          <p:nvPr>
            <p:ph idx="1"/>
          </p:nvPr>
        </p:nvSpPr>
        <p:spPr/>
        <p:txBody>
          <a:bodyPr/>
          <a:lstStyle/>
          <a:p>
            <a:pPr marL="0" indent="0">
              <a:buNone/>
            </a:pPr>
            <a:r>
              <a:rPr lang="en-US" dirty="0"/>
              <a:t>Used as a shortcut for a commonly occurring pattern</a:t>
            </a:r>
          </a:p>
          <a:p>
            <a:pPr lvl="1"/>
            <a:r>
              <a:rPr lang="en-US" dirty="0"/>
              <a:t>Initialization (once before loop)</a:t>
            </a:r>
          </a:p>
          <a:p>
            <a:pPr lvl="1"/>
            <a:r>
              <a:rPr lang="en-US" dirty="0"/>
              <a:t>Condition (before each iteration)</a:t>
            </a:r>
          </a:p>
          <a:p>
            <a:pPr lvl="1"/>
            <a:r>
              <a:rPr lang="en-US" dirty="0"/>
              <a:t>Update (at the end of each loop body)</a:t>
            </a:r>
          </a:p>
        </p:txBody>
      </p:sp>
      <p:sp>
        <p:nvSpPr>
          <p:cNvPr id="7" name="TextBox 6"/>
          <p:cNvSpPr txBox="1"/>
          <p:nvPr/>
        </p:nvSpPr>
        <p:spPr>
          <a:xfrm>
            <a:off x="457631" y="4288131"/>
            <a:ext cx="4009277" cy="1569660"/>
          </a:xfrm>
          <a:prstGeom prst="rect">
            <a:avLst/>
          </a:prstGeom>
          <a:noFill/>
        </p:spPr>
        <p:txBody>
          <a:bodyPr wrap="square" rtlCol="0">
            <a:spAutoFit/>
          </a:bodyPr>
          <a:lstStyle/>
          <a:p>
            <a:r>
              <a:rPr lang="mr-IN" sz="1600" b="1" dirty="0" err="1">
                <a:latin typeface="Consolas" charset="0"/>
                <a:ea typeface="Consolas" charset="0"/>
                <a:cs typeface="Consolas" charset="0"/>
              </a:rPr>
              <a:t>int</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i</a:t>
            </a:r>
            <a:r>
              <a:rPr lang="mr-IN" sz="1600" b="1" dirty="0">
                <a:latin typeface="Consolas" charset="0"/>
                <a:ea typeface="Consolas" charset="0"/>
                <a:cs typeface="Consolas" charset="0"/>
              </a:rPr>
              <a:t>=0;		</a:t>
            </a:r>
            <a:endParaRPr lang="en-US" sz="1600" b="1" dirty="0">
              <a:latin typeface="Consolas" charset="0"/>
              <a:ea typeface="Consolas" charset="0"/>
              <a:cs typeface="Consolas" charset="0"/>
            </a:endParaRPr>
          </a:p>
          <a:p>
            <a:r>
              <a:rPr lang="mr-IN" sz="1600" b="1" dirty="0" err="1">
                <a:latin typeface="Consolas" charset="0"/>
                <a:ea typeface="Consolas" charset="0"/>
                <a:cs typeface="Consolas" charset="0"/>
              </a:rPr>
              <a:t>while</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i</a:t>
            </a:r>
            <a:r>
              <a:rPr lang="mr-IN" sz="1600" b="1" dirty="0">
                <a:latin typeface="Consolas" charset="0"/>
                <a:ea typeface="Consolas" charset="0"/>
                <a:cs typeface="Consolas" charset="0"/>
              </a:rPr>
              <a:t>&lt;10) {			</a:t>
            </a:r>
            <a:endParaRPr lang="en-US" sz="1600" b="1" dirty="0">
              <a:latin typeface="Consolas" charset="0"/>
              <a:ea typeface="Consolas" charset="0"/>
              <a:cs typeface="Consolas" charset="0"/>
            </a:endParaRPr>
          </a:p>
          <a:p>
            <a:r>
              <a:rPr lang="en-US" sz="1600" b="1" dirty="0">
                <a:latin typeface="Consolas" charset="0"/>
                <a:ea typeface="Consolas" charset="0"/>
                <a:cs typeface="Consolas" charset="0"/>
              </a:rPr>
              <a:t>	</a:t>
            </a:r>
            <a:r>
              <a:rPr lang="mr-IN" sz="1600" b="1" dirty="0" err="1">
                <a:latin typeface="Consolas" charset="0"/>
                <a:ea typeface="Consolas" charset="0"/>
                <a:cs typeface="Consolas" charset="0"/>
              </a:rPr>
              <a:t>System.out.printf</a:t>
            </a:r>
            <a:r>
              <a:rPr lang="mr-IN" sz="1600" b="1" dirty="0">
                <a:latin typeface="Consolas" charset="0"/>
                <a:ea typeface="Consolas" charset="0"/>
                <a:cs typeface="Consolas" charset="0"/>
              </a:rPr>
              <a:t>("%</a:t>
            </a:r>
            <a:r>
              <a:rPr lang="mr-IN" sz="1600" b="1" dirty="0" err="1">
                <a:latin typeface="Consolas" charset="0"/>
                <a:ea typeface="Consolas" charset="0"/>
                <a:cs typeface="Consolas" charset="0"/>
              </a:rPr>
              <a:t>d%n</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i</a:t>
            </a:r>
            <a:r>
              <a:rPr lang="mr-IN" sz="1600" b="1" dirty="0">
                <a:latin typeface="Consolas" charset="0"/>
                <a:ea typeface="Consolas" charset="0"/>
                <a:cs typeface="Consolas" charset="0"/>
              </a:rPr>
              <a:t>);</a:t>
            </a:r>
            <a:endParaRPr lang="en-US" sz="1600" b="1" dirty="0">
              <a:latin typeface="Consolas" charset="0"/>
              <a:ea typeface="Consolas" charset="0"/>
              <a:cs typeface="Consolas" charset="0"/>
            </a:endParaRPr>
          </a:p>
          <a:p>
            <a:r>
              <a:rPr lang="en-US" sz="1600" b="1" dirty="0">
                <a:latin typeface="Consolas" charset="0"/>
                <a:ea typeface="Consolas" charset="0"/>
                <a:cs typeface="Consolas" charset="0"/>
              </a:rPr>
              <a:t>	</a:t>
            </a:r>
            <a:r>
              <a:rPr lang="mr-IN" sz="1600" b="1" dirty="0" err="1">
                <a:latin typeface="Consolas" charset="0"/>
                <a:ea typeface="Consolas" charset="0"/>
                <a:cs typeface="Consolas" charset="0"/>
              </a:rPr>
              <a:t>i</a:t>
            </a:r>
            <a:r>
              <a:rPr lang="mr-IN" sz="1600" b="1" dirty="0">
                <a:latin typeface="Consolas" charset="0"/>
                <a:ea typeface="Consolas" charset="0"/>
                <a:cs typeface="Consolas" charset="0"/>
              </a:rPr>
              <a:t>++;		</a:t>
            </a:r>
            <a:endParaRPr lang="en-US" sz="1600" b="1" dirty="0">
              <a:latin typeface="Consolas" charset="0"/>
              <a:ea typeface="Consolas" charset="0"/>
              <a:cs typeface="Consolas" charset="0"/>
            </a:endParaRPr>
          </a:p>
          <a:p>
            <a:r>
              <a:rPr lang="mr-IN" sz="1600" b="1" dirty="0">
                <a:latin typeface="Consolas" charset="0"/>
                <a:ea typeface="Consolas" charset="0"/>
                <a:cs typeface="Consolas" charset="0"/>
              </a:rPr>
              <a:t>}</a:t>
            </a:r>
            <a:endParaRPr lang="en-US" sz="1600" b="1" dirty="0">
              <a:latin typeface="Consolas" charset="0"/>
              <a:ea typeface="Consolas" charset="0"/>
              <a:cs typeface="Consolas" charset="0"/>
            </a:endParaRPr>
          </a:p>
        </p:txBody>
      </p:sp>
      <p:sp>
        <p:nvSpPr>
          <p:cNvPr id="8" name="TextBox 7"/>
          <p:cNvSpPr txBox="1"/>
          <p:nvPr/>
        </p:nvSpPr>
        <p:spPr>
          <a:xfrm>
            <a:off x="4571999" y="4288131"/>
            <a:ext cx="4009277" cy="1077218"/>
          </a:xfrm>
          <a:prstGeom prst="rect">
            <a:avLst/>
          </a:prstGeom>
          <a:noFill/>
        </p:spPr>
        <p:txBody>
          <a:bodyPr wrap="square" rtlCol="0">
            <a:spAutoFit/>
          </a:bodyPr>
          <a:lstStyle/>
          <a:p>
            <a:r>
              <a:rPr lang="mr-IN" sz="1600" b="1" dirty="0" err="1">
                <a:latin typeface="Consolas" charset="0"/>
                <a:ea typeface="Consolas" charset="0"/>
                <a:cs typeface="Consolas" charset="0"/>
              </a:rPr>
              <a:t>for</a:t>
            </a:r>
            <a:r>
              <a:rPr lang="mr-IN" sz="1600" b="1" dirty="0">
                <a:latin typeface="Consolas" charset="0"/>
                <a:ea typeface="Consolas" charset="0"/>
                <a:cs typeface="Consolas" charset="0"/>
              </a:rPr>
              <a:t> (</a:t>
            </a:r>
            <a:r>
              <a:rPr lang="mr-IN" sz="1600" b="1" dirty="0" err="1">
                <a:latin typeface="Consolas" charset="0"/>
                <a:ea typeface="Consolas" charset="0"/>
                <a:cs typeface="Consolas" charset="0"/>
              </a:rPr>
              <a:t>int</a:t>
            </a:r>
            <a:r>
              <a:rPr lang="mr-IN" sz="1600" b="1" dirty="0">
                <a:latin typeface="Consolas" charset="0"/>
                <a:ea typeface="Consolas" charset="0"/>
                <a:cs typeface="Consolas" charset="0"/>
              </a:rPr>
              <a:t> </a:t>
            </a:r>
            <a:r>
              <a:rPr lang="en-US" sz="1600" b="1" dirty="0" err="1">
                <a:latin typeface="Consolas" charset="0"/>
                <a:ea typeface="Consolas" charset="0"/>
                <a:cs typeface="Consolas" charset="0"/>
              </a:rPr>
              <a:t>i</a:t>
            </a:r>
            <a:r>
              <a:rPr lang="mr-IN" sz="1600" b="1" dirty="0">
                <a:latin typeface="Consolas" charset="0"/>
                <a:ea typeface="Consolas" charset="0"/>
                <a:cs typeface="Consolas" charset="0"/>
              </a:rPr>
              <a:t>=0; </a:t>
            </a:r>
            <a:r>
              <a:rPr lang="en-US" sz="1600" b="1" dirty="0" err="1">
                <a:latin typeface="Consolas" charset="0"/>
                <a:ea typeface="Consolas" charset="0"/>
                <a:cs typeface="Consolas" charset="0"/>
              </a:rPr>
              <a:t>i</a:t>
            </a:r>
            <a:r>
              <a:rPr lang="mr-IN" sz="1600" b="1" dirty="0">
                <a:latin typeface="Consolas" charset="0"/>
                <a:ea typeface="Consolas" charset="0"/>
                <a:cs typeface="Consolas" charset="0"/>
              </a:rPr>
              <a:t>&lt;10; </a:t>
            </a:r>
            <a:r>
              <a:rPr lang="en-US" sz="1600" b="1" dirty="0" err="1">
                <a:latin typeface="Consolas" charset="0"/>
                <a:ea typeface="Consolas" charset="0"/>
                <a:cs typeface="Consolas" charset="0"/>
              </a:rPr>
              <a:t>i</a:t>
            </a:r>
            <a:r>
              <a:rPr lang="mr-IN" sz="1600" b="1" dirty="0">
                <a:latin typeface="Consolas" charset="0"/>
                <a:ea typeface="Consolas" charset="0"/>
                <a:cs typeface="Consolas" charset="0"/>
              </a:rPr>
              <a:t>++) {	</a:t>
            </a:r>
            <a:endParaRPr lang="en-US" sz="1600" b="1" dirty="0">
              <a:latin typeface="Consolas" charset="0"/>
              <a:ea typeface="Consolas" charset="0"/>
              <a:cs typeface="Consolas" charset="0"/>
            </a:endParaRPr>
          </a:p>
          <a:p>
            <a:r>
              <a:rPr lang="en-US" sz="1600" b="1" dirty="0">
                <a:latin typeface="Consolas" charset="0"/>
                <a:ea typeface="Consolas" charset="0"/>
                <a:cs typeface="Consolas" charset="0"/>
              </a:rPr>
              <a:t>	</a:t>
            </a:r>
            <a:r>
              <a:rPr lang="mr-IN" sz="1600" b="1" dirty="0" err="1">
                <a:latin typeface="Consolas" charset="0"/>
                <a:ea typeface="Consolas" charset="0"/>
                <a:cs typeface="Consolas" charset="0"/>
              </a:rPr>
              <a:t>System.out.printf</a:t>
            </a:r>
            <a:r>
              <a:rPr lang="mr-IN" sz="1600" b="1" dirty="0">
                <a:latin typeface="Consolas" charset="0"/>
                <a:ea typeface="Consolas" charset="0"/>
                <a:cs typeface="Consolas" charset="0"/>
              </a:rPr>
              <a:t>("%</a:t>
            </a:r>
            <a:r>
              <a:rPr lang="mr-IN" sz="1600" b="1" dirty="0" err="1">
                <a:latin typeface="Consolas" charset="0"/>
                <a:ea typeface="Consolas" charset="0"/>
                <a:cs typeface="Consolas" charset="0"/>
              </a:rPr>
              <a:t>d%n</a:t>
            </a:r>
            <a:r>
              <a:rPr lang="mr-IN" sz="1600" b="1" dirty="0">
                <a:latin typeface="Consolas" charset="0"/>
                <a:ea typeface="Consolas" charset="0"/>
                <a:cs typeface="Consolas" charset="0"/>
              </a:rPr>
              <a:t>", </a:t>
            </a:r>
            <a:r>
              <a:rPr lang="en-US" sz="1600" b="1" dirty="0" err="1">
                <a:latin typeface="Consolas" charset="0"/>
                <a:ea typeface="Consolas" charset="0"/>
                <a:cs typeface="Consolas" charset="0"/>
              </a:rPr>
              <a:t>i</a:t>
            </a:r>
            <a:r>
              <a:rPr lang="mr-IN" sz="1600" b="1" dirty="0">
                <a:latin typeface="Consolas" charset="0"/>
                <a:ea typeface="Consolas" charset="0"/>
                <a:cs typeface="Consolas" charset="0"/>
              </a:rPr>
              <a:t>)</a:t>
            </a:r>
            <a:r>
              <a:rPr lang="en-US" sz="1600" b="1" dirty="0">
                <a:latin typeface="Consolas" charset="0"/>
                <a:ea typeface="Consolas" charset="0"/>
                <a:cs typeface="Consolas" charset="0"/>
              </a:rPr>
              <a:t>;</a:t>
            </a:r>
          </a:p>
          <a:p>
            <a:r>
              <a:rPr lang="mr-IN" sz="1600" b="1" dirty="0">
                <a:latin typeface="Consolas" charset="0"/>
                <a:ea typeface="Consolas" charset="0"/>
                <a:cs typeface="Consolas" charset="0"/>
              </a:rPr>
              <a:t>}</a:t>
            </a:r>
            <a:endParaRPr lang="en-US" sz="1600" b="1" dirty="0">
              <a:latin typeface="Consolas" charset="0"/>
              <a:ea typeface="Consolas" charset="0"/>
              <a:cs typeface="Consolas" charset="0"/>
            </a:endParaRPr>
          </a:p>
        </p:txBody>
      </p:sp>
    </p:spTree>
    <p:extLst>
      <p:ext uri="{BB962C8B-B14F-4D97-AF65-F5344CB8AC3E}">
        <p14:creationId xmlns:p14="http://schemas.microsoft.com/office/powerpoint/2010/main" val="3235773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Consolas" charset="0"/>
                <a:ea typeface="Consolas" charset="0"/>
                <a:cs typeface="Consolas" charset="0"/>
              </a:rPr>
              <a:t>for-each</a:t>
            </a:r>
            <a:r>
              <a:rPr lang="en-US" dirty="0"/>
              <a:t> Loop</a:t>
            </a:r>
          </a:p>
        </p:txBody>
      </p:sp>
      <p:sp>
        <p:nvSpPr>
          <p:cNvPr id="3" name="Content Placeholder 2"/>
          <p:cNvSpPr>
            <a:spLocks noGrp="1"/>
          </p:cNvSpPr>
          <p:nvPr>
            <p:ph idx="1"/>
          </p:nvPr>
        </p:nvSpPr>
        <p:spPr/>
        <p:txBody>
          <a:bodyPr>
            <a:normAutofit/>
          </a:bodyPr>
          <a:lstStyle/>
          <a:p>
            <a:r>
              <a:rPr lang="en-US" dirty="0"/>
              <a:t>Shortcut to iterate over all elements of some “</a:t>
            </a:r>
            <a:r>
              <a:rPr lang="en-US" dirty="0" err="1"/>
              <a:t>iterable</a:t>
            </a:r>
            <a:r>
              <a:rPr lang="en-US" dirty="0"/>
              <a:t> collection” (more later!)</a:t>
            </a:r>
          </a:p>
          <a:p>
            <a:r>
              <a:rPr lang="en-US" dirty="0"/>
              <a:t>Common in many languages, added as of JDK5</a:t>
            </a:r>
          </a:p>
          <a:p>
            <a:endParaRPr lang="en-US" dirty="0"/>
          </a:p>
          <a:p>
            <a:pPr marL="0" indent="0">
              <a:buNone/>
            </a:pP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phone</a:t>
            </a:r>
            <a:r>
              <a:rPr lang="mr-IN" b="1" dirty="0">
                <a:latin typeface="Consolas" charset="0"/>
                <a:ea typeface="Consolas" charset="0"/>
                <a:cs typeface="Consolas" charset="0"/>
              </a:rPr>
              <a:t> = {8, 6, 7, 5, 3, 0, 9};		</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for</a:t>
            </a:r>
            <a:r>
              <a:rPr lang="mr-IN" b="1" dirty="0">
                <a:latin typeface="Consolas" charset="0"/>
                <a:ea typeface="Consolas" charset="0"/>
                <a:cs typeface="Consolas" charset="0"/>
              </a:rPr>
              <a:t> (</a:t>
            </a:r>
            <a:r>
              <a:rPr lang="mr-IN" b="1" dirty="0" err="1">
                <a:latin typeface="Consolas" charset="0"/>
                <a:ea typeface="Consolas" charset="0"/>
                <a:cs typeface="Consolas" charset="0"/>
              </a:rPr>
              <a:t>int</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 : </a:t>
            </a:r>
            <a:r>
              <a:rPr lang="mr-IN" b="1" dirty="0" err="1">
                <a:latin typeface="Consolas" charset="0"/>
                <a:ea typeface="Consolas" charset="0"/>
                <a:cs typeface="Consolas" charset="0"/>
              </a:rPr>
              <a:t>phone</a:t>
            </a:r>
            <a:r>
              <a:rPr lang="mr-IN" b="1" dirty="0">
                <a:latin typeface="Consolas" charset="0"/>
                <a:ea typeface="Consolas" charset="0"/>
                <a:cs typeface="Consolas" charset="0"/>
              </a:rPr>
              <a:t>) {			</a:t>
            </a: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	</a:t>
            </a:r>
            <a:r>
              <a:rPr lang="mr-IN" b="1" dirty="0" err="1">
                <a:latin typeface="Consolas" charset="0"/>
                <a:ea typeface="Consolas" charset="0"/>
                <a:cs typeface="Consolas" charset="0"/>
              </a:rPr>
              <a:t>System.out.printf</a:t>
            </a:r>
            <a:r>
              <a:rPr lang="mr-IN" b="1" dirty="0">
                <a:latin typeface="Consolas" charset="0"/>
                <a:ea typeface="Consolas" charset="0"/>
                <a:cs typeface="Consolas" charset="0"/>
              </a:rPr>
              <a:t>("%</a:t>
            </a:r>
            <a:r>
              <a:rPr lang="mr-IN" b="1" dirty="0" err="1">
                <a:latin typeface="Consolas" charset="0"/>
                <a:ea typeface="Consolas" charset="0"/>
                <a:cs typeface="Consolas" charset="0"/>
              </a:rPr>
              <a:t>d</a:t>
            </a:r>
            <a:r>
              <a:rPr lang="mr-IN" b="1" dirty="0">
                <a:latin typeface="Consolas" charset="0"/>
                <a:ea typeface="Consolas" charset="0"/>
                <a:cs typeface="Consolas" charset="0"/>
              </a:rPr>
              <a:t>", </a:t>
            </a:r>
            <a:r>
              <a:rPr lang="mr-IN" b="1" dirty="0" err="1">
                <a:latin typeface="Consolas" charset="0"/>
                <a:ea typeface="Consolas" charset="0"/>
                <a:cs typeface="Consolas" charset="0"/>
              </a:rPr>
              <a:t>x</a:t>
            </a:r>
            <a:r>
              <a:rPr lang="mr-IN" b="1" dirty="0">
                <a:latin typeface="Consolas" charset="0"/>
                <a:ea typeface="Consolas" charset="0"/>
                <a:cs typeface="Consolas" charset="0"/>
              </a:rPr>
              <a:t>);</a:t>
            </a:r>
            <a:endParaRPr lang="en-US" b="1" dirty="0">
              <a:latin typeface="Consolas" charset="0"/>
              <a:ea typeface="Consolas" charset="0"/>
              <a:cs typeface="Consolas" charset="0"/>
            </a:endParaRPr>
          </a:p>
          <a:p>
            <a:pPr marL="0" indent="0">
              <a:buNone/>
            </a:pPr>
            <a:r>
              <a:rPr lang="mr-IN" b="1" dirty="0">
                <a:latin typeface="Consolas" charset="0"/>
                <a:ea typeface="Consolas" charset="0"/>
                <a:cs typeface="Consolas" charset="0"/>
              </a:rPr>
              <a:t>}</a:t>
            </a:r>
            <a:endParaRPr lang="en-US" b="1" dirty="0">
              <a:latin typeface="Consolas" charset="0"/>
              <a:ea typeface="Consolas" charset="0"/>
              <a:cs typeface="Consolas" charset="0"/>
            </a:endParaRPr>
          </a:p>
          <a:p>
            <a:pPr marL="0" indent="0">
              <a:buNone/>
            </a:pPr>
            <a:r>
              <a:rPr lang="mr-IN" b="1" dirty="0" err="1">
                <a:latin typeface="Consolas" charset="0"/>
                <a:ea typeface="Consolas" charset="0"/>
                <a:cs typeface="Consolas" charset="0"/>
              </a:rPr>
              <a:t>System.out.printf</a:t>
            </a:r>
            <a:r>
              <a:rPr lang="mr-IN" b="1" dirty="0">
                <a:latin typeface="Consolas" charset="0"/>
                <a:ea typeface="Consolas" charset="0"/>
                <a:cs typeface="Consolas" charset="0"/>
              </a:rPr>
              <a:t>(" </a:t>
            </a:r>
            <a:r>
              <a:rPr lang="mr-IN" b="1" dirty="0" err="1">
                <a:latin typeface="Consolas" charset="0"/>
                <a:ea typeface="Consolas" charset="0"/>
                <a:cs typeface="Consolas" charset="0"/>
              </a:rPr>
              <a:t>Jenny%n</a:t>
            </a:r>
            <a:r>
              <a:rPr lang="mr-IN" b="1" dirty="0">
                <a:latin typeface="Consolas" charset="0"/>
                <a:ea typeface="Consolas" charset="0"/>
                <a:cs typeface="Consolas" charset="0"/>
              </a:rPr>
              <a:t>");</a:t>
            </a:r>
            <a:endParaRPr lang="en-US" b="1" dirty="0">
              <a:latin typeface="Consolas" charset="0"/>
              <a:ea typeface="Consolas" charset="0"/>
              <a:cs typeface="Consolas" charset="0"/>
            </a:endParaRPr>
          </a:p>
        </p:txBody>
      </p:sp>
    </p:spTree>
    <p:extLst>
      <p:ext uri="{BB962C8B-B14F-4D97-AF65-F5344CB8AC3E}">
        <p14:creationId xmlns:p14="http://schemas.microsoft.com/office/powerpoint/2010/main" val="10221094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Truth Table Example</a:t>
            </a:r>
          </a:p>
        </p:txBody>
      </p:sp>
      <p:sp>
        <p:nvSpPr>
          <p:cNvPr id="3" name="Content Placeholder 2"/>
          <p:cNvSpPr>
            <a:spLocks noGrp="1"/>
          </p:cNvSpPr>
          <p:nvPr>
            <p:ph idx="1"/>
          </p:nvPr>
        </p:nvSpPr>
        <p:spPr/>
        <p:txBody>
          <a:bodyPr>
            <a:normAutofit fontScale="70000" lnSpcReduction="20000"/>
          </a:bodyPr>
          <a:lstStyle/>
          <a:p>
            <a:pPr marL="0" indent="0">
              <a:buNone/>
            </a:pPr>
            <a:r>
              <a:rPr lang="mr-IN" sz="2600" b="1" dirty="0" err="1">
                <a:latin typeface="Consolas" charset="0"/>
                <a:ea typeface="Consolas" charset="0"/>
                <a:cs typeface="Consolas" charset="0"/>
              </a:rPr>
              <a:t>boolean</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tf</a:t>
            </a:r>
            <a:r>
              <a:rPr lang="mr-IN" sz="2600" b="1" dirty="0">
                <a:latin typeface="Consolas" charset="0"/>
                <a:ea typeface="Consolas" charset="0"/>
                <a:cs typeface="Consolas" charset="0"/>
              </a:rPr>
              <a:t> = {</a:t>
            </a:r>
            <a:r>
              <a:rPr lang="mr-IN" sz="2600" b="1" dirty="0" err="1">
                <a:latin typeface="Consolas" charset="0"/>
                <a:ea typeface="Consolas" charset="0"/>
                <a:cs typeface="Consolas" charset="0"/>
              </a:rPr>
              <a:t>false</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true</a:t>
            </a:r>
            <a:r>
              <a:rPr lang="mr-IN" sz="2600" b="1" dirty="0">
                <a:latin typeface="Consolas" charset="0"/>
                <a:ea typeface="Consolas" charset="0"/>
                <a:cs typeface="Consolas" charset="0"/>
              </a:rPr>
              <a:t>};		</a:t>
            </a:r>
            <a:endParaRPr lang="en-US" sz="2600" b="1" dirty="0">
              <a:latin typeface="Consolas" charset="0"/>
              <a:ea typeface="Consolas" charset="0"/>
              <a:cs typeface="Consolas" charset="0"/>
            </a:endParaRPr>
          </a:p>
          <a:p>
            <a:pPr marL="0" indent="0">
              <a:buNone/>
            </a:pPr>
            <a:r>
              <a:rPr lang="mr-IN" sz="2600" b="1" dirty="0" err="1">
                <a:latin typeface="Consolas" charset="0"/>
                <a:ea typeface="Consolas" charset="0"/>
                <a:cs typeface="Consolas" charset="0"/>
              </a:rPr>
              <a:t>for</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boolean</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a</a:t>
            </a:r>
            <a:r>
              <a:rPr lang="mr-IN" sz="2600" b="1" dirty="0">
                <a:latin typeface="Consolas" charset="0"/>
                <a:ea typeface="Consolas" charset="0"/>
                <a:cs typeface="Consolas" charset="0"/>
              </a:rPr>
              <a:t> : </a:t>
            </a:r>
            <a:r>
              <a:rPr lang="mr-IN" sz="2600" b="1" dirty="0" err="1">
                <a:latin typeface="Consolas" charset="0"/>
                <a:ea typeface="Consolas" charset="0"/>
                <a:cs typeface="Consolas" charset="0"/>
              </a:rPr>
              <a:t>tf</a:t>
            </a:r>
            <a:r>
              <a:rPr lang="mr-IN" sz="2600" b="1" dirty="0">
                <a:latin typeface="Consolas" charset="0"/>
                <a:ea typeface="Consolas" charset="0"/>
                <a:cs typeface="Consolas" charset="0"/>
              </a:rPr>
              <a:t>) {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err="1">
                <a:latin typeface="Consolas" charset="0"/>
                <a:ea typeface="Consolas" charset="0"/>
                <a:cs typeface="Consolas" charset="0"/>
              </a:rPr>
              <a:t>for</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boolean</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b</a:t>
            </a:r>
            <a:r>
              <a:rPr lang="mr-IN" sz="2600" b="1" dirty="0">
                <a:latin typeface="Consolas" charset="0"/>
                <a:ea typeface="Consolas" charset="0"/>
                <a:cs typeface="Consolas" charset="0"/>
              </a:rPr>
              <a:t> : </a:t>
            </a:r>
            <a:r>
              <a:rPr lang="mr-IN" sz="2600" b="1" dirty="0" err="1">
                <a:latin typeface="Consolas" charset="0"/>
                <a:ea typeface="Consolas" charset="0"/>
                <a:cs typeface="Consolas" charset="0"/>
              </a:rPr>
              <a:t>tf</a:t>
            </a:r>
            <a:r>
              <a:rPr lang="mr-IN" sz="2600" b="1" dirty="0">
                <a:latin typeface="Consolas" charset="0"/>
                <a:ea typeface="Consolas" charset="0"/>
                <a:cs typeface="Consolas" charset="0"/>
              </a:rPr>
              <a:t>) {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err="1">
                <a:latin typeface="Consolas" charset="0"/>
                <a:ea typeface="Consolas" charset="0"/>
                <a:cs typeface="Consolas" charset="0"/>
              </a:rPr>
              <a:t>for</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boolean</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c</a:t>
            </a:r>
            <a:r>
              <a:rPr lang="mr-IN" sz="2600" b="1" dirty="0">
                <a:latin typeface="Consolas" charset="0"/>
                <a:ea typeface="Consolas" charset="0"/>
                <a:cs typeface="Consolas" charset="0"/>
              </a:rPr>
              <a:t> : </a:t>
            </a:r>
            <a:r>
              <a:rPr lang="mr-IN" sz="2600" b="1" dirty="0" err="1">
                <a:latin typeface="Consolas" charset="0"/>
                <a:ea typeface="Consolas" charset="0"/>
                <a:cs typeface="Consolas" charset="0"/>
              </a:rPr>
              <a:t>tf</a:t>
            </a:r>
            <a:r>
              <a:rPr lang="mr-IN" sz="2600" b="1" dirty="0">
                <a:latin typeface="Consolas" charset="0"/>
                <a:ea typeface="Consolas" charset="0"/>
                <a:cs typeface="Consolas" charset="0"/>
              </a:rPr>
              <a:t>) {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err="1">
                <a:latin typeface="Consolas" charset="0"/>
                <a:ea typeface="Consolas" charset="0"/>
                <a:cs typeface="Consolas" charset="0"/>
              </a:rPr>
              <a:t>System.out.printf</a:t>
            </a:r>
            <a:r>
              <a:rPr lang="mr-IN" sz="2600" b="1" dirty="0">
                <a:latin typeface="Consolas" charset="0"/>
                <a:ea typeface="Consolas" charset="0"/>
                <a:cs typeface="Consolas" charset="0"/>
              </a:rPr>
              <a:t>(</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a:latin typeface="Consolas" charset="0"/>
                <a:ea typeface="Consolas" charset="0"/>
                <a:cs typeface="Consolas" charset="0"/>
              </a:rPr>
              <a:t>"</a:t>
            </a:r>
            <a:r>
              <a:rPr lang="hr-HR" sz="2600" b="1" dirty="0">
                <a:latin typeface="Consolas" charset="0"/>
                <a:ea typeface="Consolas" charset="0"/>
                <a:cs typeface="Consolas" charset="0"/>
              </a:rPr>
              <a:t>%-5s | %-5s | %-5s | %-5s%n</a:t>
            </a:r>
            <a:r>
              <a:rPr lang="mr-IN" sz="2600" b="1" dirty="0">
                <a:latin typeface="Consolas" charset="0"/>
                <a:ea typeface="Consolas" charset="0"/>
                <a:cs typeface="Consolas" charset="0"/>
              </a:rPr>
              <a:t>",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err="1">
                <a:latin typeface="Consolas" charset="0"/>
                <a:ea typeface="Consolas" charset="0"/>
                <a:cs typeface="Consolas" charset="0"/>
              </a:rPr>
              <a:t>a</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b</a:t>
            </a:r>
            <a:r>
              <a:rPr lang="mr-IN" sz="2600" b="1" dirty="0">
                <a:latin typeface="Consolas" charset="0"/>
                <a:ea typeface="Consolas" charset="0"/>
                <a:cs typeface="Consolas" charset="0"/>
              </a:rPr>
              <a:t>, </a:t>
            </a:r>
            <a:r>
              <a:rPr lang="mr-IN" sz="2600" b="1" dirty="0" err="1">
                <a:latin typeface="Consolas" charset="0"/>
                <a:ea typeface="Consolas" charset="0"/>
                <a:cs typeface="Consolas" charset="0"/>
              </a:rPr>
              <a:t>c</a:t>
            </a:r>
            <a:r>
              <a:rPr lang="mr-IN" sz="2600" b="1" dirty="0">
                <a:latin typeface="Consolas" charset="0"/>
                <a:ea typeface="Consolas" charset="0"/>
                <a:cs typeface="Consolas" charset="0"/>
              </a:rPr>
              <a:t>,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a:latin typeface="Consolas" charset="0"/>
                <a:ea typeface="Consolas" charset="0"/>
                <a:cs typeface="Consolas" charset="0"/>
              </a:rPr>
              <a:t>((</a:t>
            </a:r>
            <a:r>
              <a:rPr lang="mr-IN" sz="2600" b="1" dirty="0" err="1">
                <a:latin typeface="Consolas" charset="0"/>
                <a:ea typeface="Consolas" charset="0"/>
                <a:cs typeface="Consolas" charset="0"/>
              </a:rPr>
              <a:t>a</a:t>
            </a:r>
            <a:r>
              <a:rPr lang="mr-IN" sz="2600" b="1" dirty="0">
                <a:latin typeface="Consolas" charset="0"/>
                <a:ea typeface="Consolas" charset="0"/>
                <a:cs typeface="Consolas" charset="0"/>
              </a:rPr>
              <a:t> &amp;&amp; !</a:t>
            </a:r>
            <a:r>
              <a:rPr lang="mr-IN" sz="2600" b="1" dirty="0" err="1">
                <a:latin typeface="Consolas" charset="0"/>
                <a:ea typeface="Consolas" charset="0"/>
                <a:cs typeface="Consolas" charset="0"/>
              </a:rPr>
              <a:t>b</a:t>
            </a:r>
            <a:r>
              <a:rPr lang="mr-IN" sz="2600" b="1" dirty="0">
                <a:latin typeface="Consolas" charset="0"/>
                <a:ea typeface="Consolas" charset="0"/>
                <a:cs typeface="Consolas" charset="0"/>
              </a:rPr>
              <a:t>) || (!</a:t>
            </a:r>
            <a:r>
              <a:rPr lang="mr-IN" sz="2600" b="1" dirty="0" err="1">
                <a:latin typeface="Consolas" charset="0"/>
                <a:ea typeface="Consolas" charset="0"/>
                <a:cs typeface="Consolas" charset="0"/>
              </a:rPr>
              <a:t>a</a:t>
            </a:r>
            <a:r>
              <a:rPr lang="mr-IN" sz="2600" b="1" dirty="0">
                <a:latin typeface="Consolas" charset="0"/>
                <a:ea typeface="Consolas" charset="0"/>
                <a:cs typeface="Consolas" charset="0"/>
              </a:rPr>
              <a:t> &amp;&amp; </a:t>
            </a:r>
            <a:r>
              <a:rPr lang="mr-IN" sz="2600" b="1" dirty="0" err="1">
                <a:latin typeface="Consolas" charset="0"/>
                <a:ea typeface="Consolas" charset="0"/>
                <a:cs typeface="Consolas" charset="0"/>
              </a:rPr>
              <a:t>b</a:t>
            </a:r>
            <a:r>
              <a:rPr lang="mr-IN" sz="2600" b="1" dirty="0">
                <a:latin typeface="Consolas" charset="0"/>
                <a:ea typeface="Consolas" charset="0"/>
                <a:cs typeface="Consolas" charset="0"/>
              </a:rPr>
              <a:t>)) &amp;&amp; !</a:t>
            </a:r>
            <a:r>
              <a:rPr lang="mr-IN" sz="2600" b="1" dirty="0" err="1">
                <a:latin typeface="Consolas" charset="0"/>
                <a:ea typeface="Consolas" charset="0"/>
                <a:cs typeface="Consolas" charset="0"/>
              </a:rPr>
              <a:t>c</a:t>
            </a:r>
            <a:r>
              <a:rPr lang="mr-IN" sz="2600" b="1" dirty="0">
                <a:latin typeface="Consolas" charset="0"/>
                <a:ea typeface="Consolas" charset="0"/>
                <a:cs typeface="Consolas" charset="0"/>
              </a:rPr>
              <a:t>);</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a:latin typeface="Consolas" charset="0"/>
                <a:ea typeface="Consolas" charset="0"/>
                <a:cs typeface="Consolas" charset="0"/>
              </a:rPr>
              <a:t>}			</a:t>
            </a:r>
            <a:endParaRPr lang="en-US" sz="2600" b="1" dirty="0">
              <a:latin typeface="Consolas" charset="0"/>
              <a:ea typeface="Consolas" charset="0"/>
              <a:cs typeface="Consolas" charset="0"/>
            </a:endParaRPr>
          </a:p>
          <a:p>
            <a:pPr marL="0" indent="0">
              <a:buNone/>
            </a:pPr>
            <a:r>
              <a:rPr lang="en-US" sz="2600" b="1" dirty="0">
                <a:latin typeface="Consolas" charset="0"/>
                <a:ea typeface="Consolas" charset="0"/>
                <a:cs typeface="Consolas" charset="0"/>
              </a:rPr>
              <a:t>	</a:t>
            </a:r>
            <a:r>
              <a:rPr lang="mr-IN" sz="2600" b="1" dirty="0">
                <a:latin typeface="Consolas" charset="0"/>
                <a:ea typeface="Consolas" charset="0"/>
                <a:cs typeface="Consolas" charset="0"/>
              </a:rPr>
              <a:t>}		</a:t>
            </a:r>
            <a:endParaRPr lang="en-US" sz="2600" b="1" dirty="0">
              <a:latin typeface="Consolas" charset="0"/>
              <a:ea typeface="Consolas" charset="0"/>
              <a:cs typeface="Consolas" charset="0"/>
            </a:endParaRPr>
          </a:p>
          <a:p>
            <a:pPr marL="0" indent="0">
              <a:buNone/>
            </a:pPr>
            <a:r>
              <a:rPr lang="mr-IN" sz="2600" b="1" dirty="0">
                <a:latin typeface="Consolas" charset="0"/>
                <a:ea typeface="Consolas" charset="0"/>
                <a:cs typeface="Consolas" charset="0"/>
              </a:rPr>
              <a:t>}</a:t>
            </a:r>
            <a:endParaRPr lang="en-US" sz="2600" b="1" dirty="0">
              <a:latin typeface="Consolas" charset="0"/>
              <a:ea typeface="Consolas" charset="0"/>
              <a:cs typeface="Consolas" charset="0"/>
            </a:endParaRPr>
          </a:p>
        </p:txBody>
      </p:sp>
    </p:spTree>
    <p:extLst>
      <p:ext uri="{BB962C8B-B14F-4D97-AF65-F5344CB8AC3E}">
        <p14:creationId xmlns:p14="http://schemas.microsoft.com/office/powerpoint/2010/main" val="2028004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Breaking a Loop</a:t>
            </a:r>
          </a:p>
        </p:txBody>
      </p:sp>
      <p:sp>
        <p:nvSpPr>
          <p:cNvPr id="3" name="Content Placeholder 2"/>
          <p:cNvSpPr>
            <a:spLocks noGrp="1"/>
          </p:cNvSpPr>
          <p:nvPr>
            <p:ph idx="1"/>
          </p:nvPr>
        </p:nvSpPr>
        <p:spPr/>
        <p:txBody>
          <a:bodyPr/>
          <a:lstStyle/>
          <a:p>
            <a:r>
              <a:rPr lang="en-US" dirty="0"/>
              <a:t>The </a:t>
            </a:r>
            <a:r>
              <a:rPr lang="en-US" b="1" dirty="0">
                <a:latin typeface="Consolas" charset="0"/>
                <a:ea typeface="Consolas" charset="0"/>
                <a:cs typeface="Consolas" charset="0"/>
              </a:rPr>
              <a:t>break</a:t>
            </a:r>
            <a:r>
              <a:rPr lang="en-US" dirty="0"/>
              <a:t> statement allows you to terminate a loop early</a:t>
            </a:r>
          </a:p>
          <a:p>
            <a:pPr lvl="1"/>
            <a:r>
              <a:rPr lang="en-US" dirty="0"/>
              <a:t>Immediately ends the inner-most loop in which it is found (like </a:t>
            </a:r>
            <a:r>
              <a:rPr lang="en-US" b="1" dirty="0">
                <a:latin typeface="Consolas" charset="0"/>
                <a:ea typeface="Consolas" charset="0"/>
                <a:cs typeface="Consolas" charset="0"/>
              </a:rPr>
              <a:t>return</a:t>
            </a:r>
            <a:r>
              <a:rPr lang="en-US" dirty="0"/>
              <a:t> for loops)</a:t>
            </a:r>
          </a:p>
          <a:p>
            <a:pPr lvl="1"/>
            <a:endParaRPr lang="en-US" dirty="0"/>
          </a:p>
          <a:p>
            <a:r>
              <a:rPr lang="en-US" dirty="0"/>
              <a:t>When used well, typically improves efficiency by reducing the number of unnecessary iterations (e.g. when something is found early in an array)</a:t>
            </a:r>
          </a:p>
        </p:txBody>
      </p:sp>
    </p:spTree>
    <p:extLst>
      <p:ext uri="{BB962C8B-B14F-4D97-AF65-F5344CB8AC3E}">
        <p14:creationId xmlns:p14="http://schemas.microsoft.com/office/powerpoint/2010/main" val="4930780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(try with/without </a:t>
            </a:r>
            <a:r>
              <a:rPr lang="en-US" b="1" dirty="0">
                <a:latin typeface="Consolas" charset="0"/>
                <a:ea typeface="Consolas" charset="0"/>
                <a:cs typeface="Consolas" charset="0"/>
              </a:rPr>
              <a:t>break</a:t>
            </a:r>
            <a:r>
              <a:rPr lang="en-US" dirty="0"/>
              <a:t>)</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latin typeface="Consolas" charset="0"/>
                <a:ea typeface="Consolas" charset="0"/>
                <a:cs typeface="Consolas" charset="0"/>
              </a:rPr>
              <a:t>final </a:t>
            </a:r>
            <a:r>
              <a:rPr lang="en-US" b="1" dirty="0" err="1">
                <a:latin typeface="Consolas" charset="0"/>
                <a:ea typeface="Consolas" charset="0"/>
                <a:cs typeface="Consolas" charset="0"/>
              </a:rPr>
              <a:t>int</a:t>
            </a:r>
            <a:r>
              <a:rPr lang="en-US" b="1" dirty="0">
                <a:latin typeface="Consolas" charset="0"/>
                <a:ea typeface="Consolas" charset="0"/>
                <a:cs typeface="Consolas" charset="0"/>
              </a:rPr>
              <a:t>[] haystack = {0, 1, 2, 3, 4, 5, 6, 7, 8, 9};</a:t>
            </a:r>
          </a:p>
          <a:p>
            <a:pPr marL="0" indent="0">
              <a:buNone/>
            </a:pPr>
            <a:r>
              <a:rPr lang="en-US" b="1" dirty="0">
                <a:latin typeface="Consolas" charset="0"/>
                <a:ea typeface="Consolas" charset="0"/>
                <a:cs typeface="Consolas" charset="0"/>
              </a:rPr>
              <a:t>final </a:t>
            </a:r>
            <a:r>
              <a:rPr lang="en-US" b="1" dirty="0" err="1">
                <a:latin typeface="Consolas" charset="0"/>
                <a:ea typeface="Consolas" charset="0"/>
                <a:cs typeface="Consolas" charset="0"/>
              </a:rPr>
              <a:t>int</a:t>
            </a:r>
            <a:r>
              <a:rPr lang="en-US" b="1" dirty="0">
                <a:latin typeface="Consolas" charset="0"/>
                <a:ea typeface="Consolas" charset="0"/>
                <a:cs typeface="Consolas" charset="0"/>
              </a:rPr>
              <a:t> needle = 2;</a:t>
            </a:r>
          </a:p>
          <a:p>
            <a:pPr marL="0" indent="0">
              <a:buNone/>
            </a:pPr>
            <a:endParaRPr lang="en-US" b="1" dirty="0">
              <a:latin typeface="Consolas" charset="0"/>
              <a:ea typeface="Consolas" charset="0"/>
              <a:cs typeface="Consolas" charset="0"/>
            </a:endParaRPr>
          </a:p>
          <a:p>
            <a:pPr marL="0" indent="0">
              <a:buNone/>
            </a:pPr>
            <a:r>
              <a:rPr lang="en-US" b="1" dirty="0" err="1">
                <a:latin typeface="Consolas" charset="0"/>
                <a:ea typeface="Consolas" charset="0"/>
                <a:cs typeface="Consolas" charset="0"/>
              </a:rPr>
              <a:t>boolean</a:t>
            </a:r>
            <a:r>
              <a:rPr lang="en-US" b="1" dirty="0">
                <a:latin typeface="Consolas" charset="0"/>
                <a:ea typeface="Consolas" charset="0"/>
                <a:cs typeface="Consolas" charset="0"/>
              </a:rPr>
              <a:t> found = false;</a:t>
            </a:r>
          </a:p>
          <a:p>
            <a:pPr marL="0"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i</a:t>
            </a:r>
            <a:r>
              <a:rPr lang="en-US" b="1" dirty="0">
                <a:latin typeface="Consolas" charset="0"/>
                <a:ea typeface="Consolas" charset="0"/>
                <a:cs typeface="Consolas" charset="0"/>
              </a:rPr>
              <a:t> = 0;</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for (</a:t>
            </a:r>
            <a:r>
              <a:rPr lang="en-US" b="1" dirty="0" err="1">
                <a:latin typeface="Consolas" charset="0"/>
                <a:ea typeface="Consolas" charset="0"/>
                <a:cs typeface="Consolas" charset="0"/>
              </a:rPr>
              <a:t>i</a:t>
            </a:r>
            <a:r>
              <a:rPr lang="en-US" b="1" dirty="0">
                <a:latin typeface="Consolas" charset="0"/>
                <a:ea typeface="Consolas" charset="0"/>
                <a:cs typeface="Consolas" charset="0"/>
              </a:rPr>
              <a:t>=0; </a:t>
            </a:r>
            <a:r>
              <a:rPr lang="en-US" b="1" dirty="0" err="1">
                <a:latin typeface="Consolas" charset="0"/>
                <a:ea typeface="Consolas" charset="0"/>
                <a:cs typeface="Consolas" charset="0"/>
              </a:rPr>
              <a:t>i</a:t>
            </a:r>
            <a:r>
              <a:rPr lang="en-US" b="1" dirty="0">
                <a:latin typeface="Consolas" charset="0"/>
                <a:ea typeface="Consolas" charset="0"/>
                <a:cs typeface="Consolas" charset="0"/>
              </a:rPr>
              <a:t>&lt;</a:t>
            </a:r>
            <a:r>
              <a:rPr lang="en-US" b="1" dirty="0" err="1">
                <a:latin typeface="Consolas" charset="0"/>
                <a:ea typeface="Consolas" charset="0"/>
                <a:cs typeface="Consolas" charset="0"/>
              </a:rPr>
              <a:t>haystack.length</a:t>
            </a:r>
            <a:r>
              <a:rPr lang="en-US" b="1" dirty="0">
                <a:latin typeface="Consolas" charset="0"/>
                <a:ea typeface="Consolas" charset="0"/>
                <a:cs typeface="Consolas" charset="0"/>
              </a:rPr>
              <a:t>; </a:t>
            </a:r>
            <a:r>
              <a:rPr lang="en-US" b="1" dirty="0" err="1">
                <a:latin typeface="Consolas" charset="0"/>
                <a:ea typeface="Consolas" charset="0"/>
                <a:cs typeface="Consolas" charset="0"/>
              </a:rPr>
              <a:t>i</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if (haystack[</a:t>
            </a:r>
            <a:r>
              <a:rPr lang="en-US" b="1" dirty="0" err="1">
                <a:latin typeface="Consolas" charset="0"/>
                <a:ea typeface="Consolas" charset="0"/>
                <a:cs typeface="Consolas" charset="0"/>
              </a:rPr>
              <a:t>i</a:t>
            </a:r>
            <a:r>
              <a:rPr lang="en-US" b="1" dirty="0">
                <a:latin typeface="Consolas" charset="0"/>
                <a:ea typeface="Consolas" charset="0"/>
                <a:cs typeface="Consolas" charset="0"/>
              </a:rPr>
              <a:t>]==needle) {</a:t>
            </a:r>
          </a:p>
          <a:p>
            <a:pPr marL="0" indent="0">
              <a:buNone/>
            </a:pPr>
            <a:r>
              <a:rPr lang="en-US" b="1" dirty="0">
                <a:latin typeface="Consolas" charset="0"/>
                <a:ea typeface="Consolas" charset="0"/>
                <a:cs typeface="Consolas" charset="0"/>
              </a:rPr>
              <a:t>		found = true;</a:t>
            </a:r>
          </a:p>
          <a:p>
            <a:pPr marL="0" indent="0">
              <a:buNone/>
            </a:pPr>
            <a:r>
              <a:rPr lang="en-US" b="1" dirty="0">
                <a:latin typeface="Consolas" charset="0"/>
                <a:ea typeface="Consolas" charset="0"/>
                <a:cs typeface="Consolas" charset="0"/>
              </a:rPr>
              <a:t>		break;</a:t>
            </a:r>
          </a:p>
          <a:p>
            <a:pPr marL="0" indent="0">
              <a:buNone/>
            </a:pP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a:t>
            </a:r>
          </a:p>
          <a:p>
            <a:pPr marL="0" indent="0">
              <a:buNone/>
            </a:pPr>
            <a:endParaRPr lang="en-US" b="1" dirty="0">
              <a:latin typeface="Consolas" charset="0"/>
              <a:ea typeface="Consolas" charset="0"/>
              <a:cs typeface="Consolas" charset="0"/>
            </a:endParaRP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("found: %b, loop iterations: %</a:t>
            </a:r>
            <a:r>
              <a:rPr lang="en-US" b="1" dirty="0" err="1">
                <a:latin typeface="Consolas" charset="0"/>
                <a:ea typeface="Consolas" charset="0"/>
                <a:cs typeface="Consolas" charset="0"/>
              </a:rPr>
              <a:t>d%n</a:t>
            </a:r>
            <a:r>
              <a:rPr lang="en-US" b="1" dirty="0">
                <a:latin typeface="Consolas" charset="0"/>
                <a:ea typeface="Consolas" charset="0"/>
                <a:cs typeface="Consolas" charset="0"/>
              </a:rPr>
              <a:t>", 							found, </a:t>
            </a:r>
            <a:r>
              <a:rPr lang="en-US" b="1" dirty="0" err="1">
                <a:latin typeface="Consolas" charset="0"/>
                <a:ea typeface="Consolas" charset="0"/>
                <a:cs typeface="Consolas" charset="0"/>
              </a:rPr>
              <a:t>i</a:t>
            </a: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4865429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COMP1000 Topics</a:t>
            </a:r>
          </a:p>
        </p:txBody>
      </p:sp>
      <p:sp>
        <p:nvSpPr>
          <p:cNvPr id="3" name="Content Placeholder 2"/>
          <p:cNvSpPr>
            <a:spLocks noGrp="1"/>
          </p:cNvSpPr>
          <p:nvPr>
            <p:ph idx="1"/>
          </p:nvPr>
        </p:nvSpPr>
        <p:spPr/>
        <p:txBody>
          <a:bodyPr>
            <a:normAutofit/>
          </a:bodyPr>
          <a:lstStyle/>
          <a:p>
            <a:r>
              <a:rPr lang="en-US" dirty="0">
                <a:solidFill>
                  <a:schemeClr val="bg1">
                    <a:lumMod val="50000"/>
                  </a:schemeClr>
                </a:solidFill>
              </a:rPr>
              <a:t>Computation/Programming</a:t>
            </a:r>
          </a:p>
          <a:p>
            <a:r>
              <a:rPr lang="en-US" dirty="0">
                <a:solidFill>
                  <a:schemeClr val="bg1">
                    <a:lumMod val="50000"/>
                  </a:schemeClr>
                </a:solidFill>
              </a:rPr>
              <a:t>Variables, I/O</a:t>
            </a:r>
          </a:p>
          <a:p>
            <a:r>
              <a:rPr lang="en-US" dirty="0">
                <a:solidFill>
                  <a:schemeClr val="bg1">
                    <a:lumMod val="50000"/>
                  </a:schemeClr>
                </a:solidFill>
              </a:rPr>
              <a:t>Expressions</a:t>
            </a:r>
          </a:p>
          <a:p>
            <a:r>
              <a:rPr lang="en-US" dirty="0">
                <a:solidFill>
                  <a:schemeClr val="bg1">
                    <a:lumMod val="50000"/>
                  </a:schemeClr>
                </a:solidFill>
              </a:rPr>
              <a:t>Arrays</a:t>
            </a:r>
          </a:p>
          <a:p>
            <a:r>
              <a:rPr lang="en-US" dirty="0">
                <a:solidFill>
                  <a:schemeClr val="bg1">
                    <a:lumMod val="50000"/>
                  </a:schemeClr>
                </a:solidFill>
              </a:rPr>
              <a:t>Control Flow, Conditionals, Loops</a:t>
            </a:r>
          </a:p>
          <a:p>
            <a:r>
              <a:rPr lang="en-US" b="1" dirty="0"/>
              <a:t>Methods</a:t>
            </a:r>
          </a:p>
          <a:p>
            <a:r>
              <a:rPr lang="en-US" dirty="0">
                <a:solidFill>
                  <a:schemeClr val="bg1">
                    <a:lumMod val="50000"/>
                  </a:schemeClr>
                </a:solidFill>
              </a:rPr>
              <a:t>Exceptions, File I/O</a:t>
            </a:r>
          </a:p>
          <a:p>
            <a:r>
              <a:rPr lang="en-US" dirty="0" err="1">
                <a:solidFill>
                  <a:schemeClr val="bg1">
                    <a:lumMod val="50000"/>
                  </a:schemeClr>
                </a:solidFill>
              </a:rPr>
              <a:t>Misc</a:t>
            </a:r>
            <a:endParaRPr lang="en-US" dirty="0">
              <a:solidFill>
                <a:schemeClr val="bg1">
                  <a:lumMod val="50000"/>
                </a:schemeClr>
              </a:solidFill>
            </a:endParaRPr>
          </a:p>
        </p:txBody>
      </p:sp>
    </p:spTree>
    <p:extLst>
      <p:ext uri="{BB962C8B-B14F-4D97-AF65-F5344CB8AC3E}">
        <p14:creationId xmlns:p14="http://schemas.microsoft.com/office/powerpoint/2010/main" val="20789631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Methods</a:t>
            </a:r>
          </a:p>
        </p:txBody>
      </p:sp>
      <p:sp>
        <p:nvSpPr>
          <p:cNvPr id="3" name="Content Placeholder 2"/>
          <p:cNvSpPr>
            <a:spLocks noGrp="1"/>
          </p:cNvSpPr>
          <p:nvPr>
            <p:ph idx="1"/>
          </p:nvPr>
        </p:nvSpPr>
        <p:spPr/>
        <p:txBody>
          <a:bodyPr>
            <a:normAutofit/>
          </a:bodyPr>
          <a:lstStyle/>
          <a:p>
            <a:r>
              <a:rPr lang="en-US" dirty="0"/>
              <a:t>Programs can be logically broken down into a set of tasks</a:t>
            </a:r>
          </a:p>
          <a:p>
            <a:endParaRPr lang="en-US" dirty="0"/>
          </a:p>
          <a:p>
            <a:r>
              <a:rPr lang="en-US" dirty="0"/>
              <a:t>Individual tasks can be separated out from the main program into methods</a:t>
            </a:r>
          </a:p>
          <a:p>
            <a:endParaRPr lang="en-US" dirty="0"/>
          </a:p>
          <a:p>
            <a:r>
              <a:rPr lang="en-US" dirty="0"/>
              <a:t>A method is simply a mini-program that completes a specific task</a:t>
            </a:r>
          </a:p>
          <a:p>
            <a:endParaRPr lang="en-US" dirty="0"/>
          </a:p>
          <a:p>
            <a:r>
              <a:rPr lang="en-US" dirty="0"/>
              <a:t>Great for avoiding mistakes from writing the same code in multiple places in the program</a:t>
            </a:r>
          </a:p>
          <a:p>
            <a:endParaRPr lang="en-US" dirty="0"/>
          </a:p>
        </p:txBody>
      </p:sp>
    </p:spTree>
    <p:extLst>
      <p:ext uri="{BB962C8B-B14F-4D97-AF65-F5344CB8AC3E}">
        <p14:creationId xmlns:p14="http://schemas.microsoft.com/office/powerpoint/2010/main" val="4913493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Method Pieces</a:t>
            </a:r>
          </a:p>
        </p:txBody>
      </p:sp>
      <p:sp>
        <p:nvSpPr>
          <p:cNvPr id="3" name="Content Placeholder 2"/>
          <p:cNvSpPr>
            <a:spLocks noGrp="1"/>
          </p:cNvSpPr>
          <p:nvPr>
            <p:ph idx="1"/>
          </p:nvPr>
        </p:nvSpPr>
        <p:spPr/>
        <p:txBody>
          <a:bodyPr>
            <a:normAutofit fontScale="92500" lnSpcReduction="10000"/>
          </a:bodyPr>
          <a:lstStyle/>
          <a:p>
            <a:pPr marL="0" indent="0">
              <a:buNone/>
            </a:pPr>
            <a:r>
              <a:rPr lang="en-US" sz="2600" b="1" dirty="0">
                <a:latin typeface="Consolas" charset="0"/>
                <a:ea typeface="Consolas" charset="0"/>
                <a:cs typeface="Consolas" charset="0"/>
              </a:rPr>
              <a:t>public static </a:t>
            </a:r>
            <a:r>
              <a:rPr lang="en-US" sz="2600" b="1" dirty="0" err="1">
                <a:latin typeface="Consolas" charset="0"/>
                <a:ea typeface="Consolas" charset="0"/>
                <a:cs typeface="Consolas" charset="0"/>
              </a:rPr>
              <a:t>int</a:t>
            </a:r>
            <a:r>
              <a:rPr lang="en-US" sz="2600" b="1" dirty="0">
                <a:latin typeface="Consolas" charset="0"/>
                <a:ea typeface="Consolas" charset="0"/>
                <a:cs typeface="Consolas" charset="0"/>
              </a:rPr>
              <a:t> </a:t>
            </a:r>
            <a:r>
              <a:rPr lang="en-US" sz="2600" b="1" dirty="0" err="1">
                <a:latin typeface="Consolas" charset="0"/>
                <a:ea typeface="Consolas" charset="0"/>
                <a:cs typeface="Consolas" charset="0"/>
              </a:rPr>
              <a:t>smallerOf</a:t>
            </a:r>
            <a:r>
              <a:rPr lang="en-US" sz="2600" b="1" dirty="0">
                <a:latin typeface="Consolas" charset="0"/>
                <a:ea typeface="Consolas" charset="0"/>
                <a:cs typeface="Consolas" charset="0"/>
              </a:rPr>
              <a:t>(</a:t>
            </a:r>
            <a:r>
              <a:rPr lang="en-US" sz="2600" b="1" dirty="0" err="1">
                <a:latin typeface="Consolas" charset="0"/>
                <a:ea typeface="Consolas" charset="0"/>
                <a:cs typeface="Consolas" charset="0"/>
              </a:rPr>
              <a:t>int</a:t>
            </a:r>
            <a:r>
              <a:rPr lang="en-US" sz="2600" b="1" dirty="0">
                <a:latin typeface="Consolas" charset="0"/>
                <a:ea typeface="Consolas" charset="0"/>
                <a:cs typeface="Consolas" charset="0"/>
              </a:rPr>
              <a:t> a, </a:t>
            </a:r>
            <a:r>
              <a:rPr lang="en-US" sz="2600" b="1" dirty="0" err="1">
                <a:latin typeface="Consolas" charset="0"/>
                <a:ea typeface="Consolas" charset="0"/>
                <a:cs typeface="Consolas" charset="0"/>
              </a:rPr>
              <a:t>int</a:t>
            </a:r>
            <a:r>
              <a:rPr lang="en-US" sz="2600" b="1" dirty="0">
                <a:latin typeface="Consolas" charset="0"/>
                <a:ea typeface="Consolas" charset="0"/>
                <a:cs typeface="Consolas" charset="0"/>
              </a:rPr>
              <a:t> b) {</a:t>
            </a:r>
          </a:p>
          <a:p>
            <a:pPr marL="0" indent="0">
              <a:buNone/>
            </a:pPr>
            <a:r>
              <a:rPr lang="en-US" sz="2600" b="1" dirty="0">
                <a:latin typeface="Consolas" charset="0"/>
                <a:ea typeface="Consolas" charset="0"/>
                <a:cs typeface="Consolas" charset="0"/>
              </a:rPr>
              <a:t>	return (a&lt;=b)?</a:t>
            </a:r>
            <a:r>
              <a:rPr lang="en-US" sz="2600" b="1" dirty="0" err="1">
                <a:latin typeface="Consolas" charset="0"/>
                <a:ea typeface="Consolas" charset="0"/>
                <a:cs typeface="Consolas" charset="0"/>
              </a:rPr>
              <a:t>a:b</a:t>
            </a:r>
            <a:r>
              <a:rPr lang="en-US" sz="2600" b="1" dirty="0">
                <a:latin typeface="Consolas" charset="0"/>
                <a:ea typeface="Consolas" charset="0"/>
                <a:cs typeface="Consolas" charset="0"/>
              </a:rPr>
              <a:t>;</a:t>
            </a:r>
          </a:p>
          <a:p>
            <a:pPr marL="0" indent="0">
              <a:buNone/>
            </a:pPr>
            <a:r>
              <a:rPr lang="en-US" sz="2600" b="1" dirty="0">
                <a:latin typeface="Consolas" charset="0"/>
                <a:ea typeface="Consolas" charset="0"/>
                <a:cs typeface="Consolas" charset="0"/>
              </a:rPr>
              <a:t>}</a:t>
            </a:r>
          </a:p>
          <a:p>
            <a:endParaRPr lang="en-US" dirty="0"/>
          </a:p>
          <a:p>
            <a:pPr marL="0" indent="0">
              <a:buNone/>
            </a:pPr>
            <a:r>
              <a:rPr lang="en-US" dirty="0"/>
              <a:t>Every method has</a:t>
            </a:r>
            <a:r>
              <a:rPr lang="mr-IN" dirty="0"/>
              <a:t>…</a:t>
            </a:r>
            <a:endParaRPr lang="en-US" dirty="0"/>
          </a:p>
          <a:p>
            <a:pPr lvl="1"/>
            <a:r>
              <a:rPr lang="en-US" dirty="0"/>
              <a:t>A name</a:t>
            </a:r>
          </a:p>
          <a:p>
            <a:pPr lvl="2"/>
            <a:r>
              <a:rPr lang="en-US" dirty="0"/>
              <a:t>Multiple can have the same (“overloading”) as long as something about parameter list is changed (type, number)</a:t>
            </a:r>
          </a:p>
          <a:p>
            <a:pPr lvl="1"/>
            <a:r>
              <a:rPr lang="en-US" dirty="0"/>
              <a:t>A return type (or </a:t>
            </a:r>
            <a:r>
              <a:rPr lang="en-US" b="1" dirty="0">
                <a:latin typeface="Consolas" charset="0"/>
                <a:ea typeface="Consolas" charset="0"/>
                <a:cs typeface="Consolas" charset="0"/>
              </a:rPr>
              <a:t>void</a:t>
            </a:r>
            <a:r>
              <a:rPr lang="en-US" dirty="0"/>
              <a:t>)</a:t>
            </a:r>
          </a:p>
          <a:p>
            <a:pPr lvl="1"/>
            <a:r>
              <a:rPr lang="en-US" dirty="0"/>
              <a:t>A parameter list (any number of [type name],)</a:t>
            </a:r>
          </a:p>
          <a:p>
            <a:pPr lvl="1"/>
            <a:r>
              <a:rPr lang="en-US" dirty="0"/>
              <a:t>Visibility (</a:t>
            </a:r>
            <a:r>
              <a:rPr lang="en-US" b="1" dirty="0">
                <a:latin typeface="Consolas" charset="0"/>
                <a:ea typeface="Consolas" charset="0"/>
                <a:cs typeface="Consolas" charset="0"/>
              </a:rPr>
              <a:t>public</a:t>
            </a:r>
            <a:r>
              <a:rPr lang="en-US" dirty="0"/>
              <a:t>, </a:t>
            </a:r>
            <a:r>
              <a:rPr lang="en-US" b="1" dirty="0">
                <a:latin typeface="Consolas" charset="0"/>
                <a:ea typeface="Consolas" charset="0"/>
                <a:cs typeface="Consolas" charset="0"/>
              </a:rPr>
              <a:t>private</a:t>
            </a:r>
            <a:r>
              <a:rPr lang="en-US" dirty="0"/>
              <a:t>, </a:t>
            </a:r>
            <a:r>
              <a:rPr lang="en-US" b="1" dirty="0">
                <a:latin typeface="Consolas" charset="0"/>
                <a:ea typeface="Consolas" charset="0"/>
                <a:cs typeface="Consolas" charset="0"/>
              </a:rPr>
              <a:t>protected</a:t>
            </a:r>
            <a:r>
              <a:rPr lang="en-US" dirty="0"/>
              <a:t>)</a:t>
            </a:r>
          </a:p>
          <a:p>
            <a:pPr lvl="2"/>
            <a:r>
              <a:rPr lang="en-US" dirty="0"/>
              <a:t>None = package protected (more later)</a:t>
            </a:r>
          </a:p>
          <a:p>
            <a:pPr lvl="1"/>
            <a:r>
              <a:rPr lang="en-US" dirty="0"/>
              <a:t>Membership (</a:t>
            </a:r>
            <a:r>
              <a:rPr lang="en-US" b="1" dirty="0">
                <a:latin typeface="Consolas" charset="0"/>
                <a:ea typeface="Consolas" charset="0"/>
                <a:cs typeface="Consolas" charset="0"/>
              </a:rPr>
              <a:t>static</a:t>
            </a:r>
            <a:r>
              <a:rPr lang="en-US" dirty="0"/>
              <a:t> vs. member)</a:t>
            </a:r>
          </a:p>
          <a:p>
            <a:pPr lvl="2"/>
            <a:r>
              <a:rPr lang="en-US" dirty="0"/>
              <a:t>Owned by the class (static) or each object</a:t>
            </a:r>
          </a:p>
          <a:p>
            <a:pPr lvl="1"/>
            <a:endParaRPr lang="en-US" dirty="0"/>
          </a:p>
        </p:txBody>
      </p:sp>
    </p:spTree>
    <p:extLst>
      <p:ext uri="{BB962C8B-B14F-4D97-AF65-F5344CB8AC3E}">
        <p14:creationId xmlns:p14="http://schemas.microsoft.com/office/powerpoint/2010/main" val="184414170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Invocation (“Calling”)</a:t>
            </a:r>
          </a:p>
        </p:txBody>
      </p:sp>
      <p:sp>
        <p:nvSpPr>
          <p:cNvPr id="3" name="Content Placeholder 2"/>
          <p:cNvSpPr>
            <a:spLocks noGrp="1"/>
          </p:cNvSpPr>
          <p:nvPr>
            <p:ph idx="1"/>
          </p:nvPr>
        </p:nvSpPr>
        <p:spPr/>
        <p:txBody>
          <a:bodyPr>
            <a:normAutofit/>
          </a:bodyPr>
          <a:lstStyle/>
          <a:p>
            <a:r>
              <a:rPr lang="en-US" dirty="0"/>
              <a:t>Static: </a:t>
            </a:r>
          </a:p>
          <a:p>
            <a:pPr lvl="1"/>
            <a:r>
              <a:rPr lang="en-US" b="1" dirty="0" err="1">
                <a:latin typeface="Consolas" charset="0"/>
                <a:ea typeface="Consolas" charset="0"/>
                <a:cs typeface="Consolas" charset="0"/>
              </a:rPr>
              <a:t>ClassName.methodName</a:t>
            </a:r>
            <a:r>
              <a:rPr lang="en-US" b="1" dirty="0">
                <a:latin typeface="Consolas" charset="0"/>
                <a:ea typeface="Consolas" charset="0"/>
                <a:cs typeface="Consolas" charset="0"/>
              </a:rPr>
              <a:t>([arg1, arg2, </a:t>
            </a:r>
            <a:r>
              <a:rPr lang="mr-IN" b="1" dirty="0">
                <a:latin typeface="Consolas" charset="0"/>
                <a:ea typeface="Consolas" charset="0"/>
                <a:cs typeface="Consolas" charset="0"/>
              </a:rPr>
              <a:t>…</a:t>
            </a:r>
            <a:r>
              <a:rPr lang="en-US" b="1" dirty="0">
                <a:latin typeface="Consolas" charset="0"/>
                <a:ea typeface="Consolas" charset="0"/>
                <a:cs typeface="Consolas" charset="0"/>
              </a:rPr>
              <a:t>])</a:t>
            </a:r>
          </a:p>
          <a:p>
            <a:pPr lvl="1"/>
            <a:r>
              <a:rPr lang="en-US" b="1" dirty="0" err="1">
                <a:latin typeface="Consolas" charset="0"/>
                <a:ea typeface="Consolas" charset="0"/>
                <a:cs typeface="Consolas" charset="0"/>
              </a:rPr>
              <a:t>methodName</a:t>
            </a:r>
            <a:r>
              <a:rPr lang="en-US" b="1" dirty="0">
                <a:latin typeface="Consolas" charset="0"/>
                <a:ea typeface="Consolas" charset="0"/>
                <a:cs typeface="Consolas" charset="0"/>
              </a:rPr>
              <a:t>()</a:t>
            </a:r>
            <a:r>
              <a:rPr lang="en-US" dirty="0"/>
              <a:t> if in same class (laziness!)</a:t>
            </a:r>
          </a:p>
          <a:p>
            <a:r>
              <a:rPr lang="en-US" dirty="0"/>
              <a:t>Member:</a:t>
            </a:r>
          </a:p>
          <a:p>
            <a:pPr lvl="1"/>
            <a:r>
              <a:rPr lang="en-US" b="1" dirty="0" err="1">
                <a:latin typeface="Consolas" charset="0"/>
                <a:ea typeface="Consolas" charset="0"/>
                <a:cs typeface="Consolas" charset="0"/>
              </a:rPr>
              <a:t>objName.methodName</a:t>
            </a:r>
            <a:r>
              <a:rPr lang="en-US" b="1" dirty="0">
                <a:latin typeface="Consolas" charset="0"/>
                <a:ea typeface="Consolas" charset="0"/>
                <a:cs typeface="Consolas" charset="0"/>
              </a:rPr>
              <a:t>([arg1, arg2, </a:t>
            </a:r>
            <a:r>
              <a:rPr lang="mr-IN" b="1" dirty="0">
                <a:latin typeface="Consolas" charset="0"/>
                <a:ea typeface="Consolas" charset="0"/>
                <a:cs typeface="Consolas" charset="0"/>
              </a:rPr>
              <a:t>…</a:t>
            </a:r>
            <a:r>
              <a:rPr lang="en-US" b="1" dirty="0">
                <a:latin typeface="Consolas" charset="0"/>
                <a:ea typeface="Consolas" charset="0"/>
                <a:cs typeface="Consolas" charset="0"/>
              </a:rPr>
              <a:t>])</a:t>
            </a:r>
          </a:p>
          <a:p>
            <a:pPr lvl="1"/>
            <a:endParaRPr lang="en-US" dirty="0"/>
          </a:p>
          <a:p>
            <a:r>
              <a:rPr lang="en-US" dirty="0"/>
              <a:t>Execution stops, hops to method, goes back to line when hit end of method or first use of </a:t>
            </a:r>
            <a:r>
              <a:rPr lang="en-US" b="1" dirty="0">
                <a:latin typeface="Consolas" charset="0"/>
                <a:ea typeface="Consolas" charset="0"/>
                <a:cs typeface="Consolas" charset="0"/>
              </a:rPr>
              <a:t>return</a:t>
            </a:r>
            <a:r>
              <a:rPr lang="en-US" dirty="0"/>
              <a:t> (there might be multiple)</a:t>
            </a:r>
          </a:p>
          <a:p>
            <a:pPr lvl="1"/>
            <a:r>
              <a:rPr lang="en-US" dirty="0"/>
              <a:t>Even </a:t>
            </a:r>
            <a:r>
              <a:rPr lang="en-US" b="1" dirty="0">
                <a:latin typeface="Consolas" charset="0"/>
                <a:ea typeface="Consolas" charset="0"/>
                <a:cs typeface="Consolas" charset="0"/>
              </a:rPr>
              <a:t>void</a:t>
            </a:r>
            <a:r>
              <a:rPr lang="en-US" dirty="0"/>
              <a:t> methods can use </a:t>
            </a:r>
            <a:r>
              <a:rPr lang="en-US" b="1" dirty="0">
                <a:latin typeface="Consolas" charset="0"/>
                <a:ea typeface="Consolas" charset="0"/>
                <a:cs typeface="Consolas" charset="0"/>
              </a:rPr>
              <a:t>return;</a:t>
            </a:r>
          </a:p>
        </p:txBody>
      </p:sp>
    </p:spTree>
    <p:extLst>
      <p:ext uri="{BB962C8B-B14F-4D97-AF65-F5344CB8AC3E}">
        <p14:creationId xmlns:p14="http://schemas.microsoft.com/office/powerpoint/2010/main" val="61136763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idx="1"/>
          </p:nvPr>
        </p:nvSpPr>
        <p:spPr/>
        <p:txBody>
          <a:bodyPr>
            <a:noAutofit/>
          </a:bodyPr>
          <a:lstStyle/>
          <a:p>
            <a:pPr marL="0" indent="0">
              <a:buNone/>
            </a:pPr>
            <a:r>
              <a:rPr lang="en-US" b="1" dirty="0">
                <a:latin typeface="Consolas" charset="0"/>
                <a:ea typeface="Consolas" charset="0"/>
                <a:cs typeface="Consolas" charset="0"/>
              </a:rPr>
              <a:t>public class Bar {	</a:t>
            </a:r>
          </a:p>
          <a:p>
            <a:pPr marL="0" indent="0">
              <a:buNone/>
            </a:pPr>
            <a:r>
              <a:rPr lang="en-US" b="1" dirty="0">
                <a:latin typeface="Consolas" charset="0"/>
                <a:ea typeface="Consolas" charset="0"/>
                <a:cs typeface="Consolas" charset="0"/>
              </a:rPr>
              <a:t>	public static </a:t>
            </a: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smallerOf</a:t>
            </a:r>
            <a:r>
              <a:rPr lang="en-US" b="1" dirty="0">
                <a:latin typeface="Consolas" charset="0"/>
                <a:ea typeface="Consolas" charset="0"/>
                <a:cs typeface="Consolas" charset="0"/>
              </a:rPr>
              <a:t>(</a:t>
            </a:r>
            <a:r>
              <a:rPr lang="en-US" b="1" dirty="0" err="1">
                <a:latin typeface="Consolas" charset="0"/>
                <a:ea typeface="Consolas" charset="0"/>
                <a:cs typeface="Consolas" charset="0"/>
              </a:rPr>
              <a:t>int</a:t>
            </a:r>
            <a:r>
              <a:rPr lang="en-US" b="1" dirty="0">
                <a:latin typeface="Consolas" charset="0"/>
                <a:ea typeface="Consolas" charset="0"/>
                <a:cs typeface="Consolas" charset="0"/>
              </a:rPr>
              <a:t> a, </a:t>
            </a:r>
            <a:r>
              <a:rPr lang="en-US" b="1" dirty="0" err="1">
                <a:latin typeface="Consolas" charset="0"/>
                <a:ea typeface="Consolas" charset="0"/>
                <a:cs typeface="Consolas" charset="0"/>
              </a:rPr>
              <a:t>int</a:t>
            </a:r>
            <a:r>
              <a:rPr lang="en-US" b="1" dirty="0">
                <a:latin typeface="Consolas" charset="0"/>
                <a:ea typeface="Consolas" charset="0"/>
                <a:cs typeface="Consolas" charset="0"/>
              </a:rPr>
              <a:t> b) {</a:t>
            </a:r>
          </a:p>
          <a:p>
            <a:pPr marL="0" indent="0">
              <a:buNone/>
            </a:pPr>
            <a:r>
              <a:rPr lang="en-US" b="1" dirty="0">
                <a:latin typeface="Consolas" charset="0"/>
                <a:ea typeface="Consolas" charset="0"/>
                <a:cs typeface="Consolas" charset="0"/>
              </a:rPr>
              <a:t>		return (a&lt;=b)?</a:t>
            </a:r>
            <a:r>
              <a:rPr lang="en-US" b="1" dirty="0" err="1">
                <a:latin typeface="Consolas" charset="0"/>
                <a:ea typeface="Consolas" charset="0"/>
                <a:cs typeface="Consolas" charset="0"/>
              </a:rPr>
              <a:t>a:b</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		</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	public static void main(String[] </a:t>
            </a:r>
            <a:r>
              <a:rPr lang="en-US" b="1" dirty="0" err="1">
                <a:latin typeface="Consolas" charset="0"/>
                <a:ea typeface="Consolas" charset="0"/>
                <a:cs typeface="Consolas" charset="0"/>
              </a:rPr>
              <a:t>args</a:t>
            </a:r>
            <a:r>
              <a:rPr lang="en-US" b="1" dirty="0">
                <a:latin typeface="Consolas" charset="0"/>
                <a:ea typeface="Consolas" charset="0"/>
                <a:cs typeface="Consolas" charset="0"/>
              </a:rPr>
              <a:t>) {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int</a:t>
            </a:r>
            <a:r>
              <a:rPr lang="en-US" b="1" dirty="0">
                <a:latin typeface="Consolas" charset="0"/>
                <a:ea typeface="Consolas" charset="0"/>
                <a:cs typeface="Consolas" charset="0"/>
              </a:rPr>
              <a:t> a=1, b=2;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 %d %</a:t>
            </a:r>
            <a:r>
              <a:rPr lang="en-US" b="1" dirty="0" err="1">
                <a:latin typeface="Consolas" charset="0"/>
                <a:ea typeface="Consolas" charset="0"/>
                <a:cs typeface="Consolas" charset="0"/>
              </a:rPr>
              <a:t>d%n</a:t>
            </a:r>
            <a:r>
              <a:rPr lang="en-US" b="1" dirty="0">
                <a:latin typeface="Consolas" charset="0"/>
                <a:ea typeface="Consolas" charset="0"/>
                <a:cs typeface="Consolas" charset="0"/>
              </a:rPr>
              <a:t>", a, a, </a:t>
            </a:r>
            <a:r>
              <a:rPr lang="en-US" b="1" dirty="0" err="1">
                <a:latin typeface="Consolas" charset="0"/>
                <a:ea typeface="Consolas" charset="0"/>
                <a:cs typeface="Consolas" charset="0"/>
              </a:rPr>
              <a:t>Bar.smallerOf</a:t>
            </a:r>
            <a:r>
              <a:rPr lang="en-US" b="1" dirty="0">
                <a:latin typeface="Consolas" charset="0"/>
                <a:ea typeface="Consolas" charset="0"/>
                <a:cs typeface="Consolas" charset="0"/>
              </a:rPr>
              <a:t>(a, a));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 %d %</a:t>
            </a:r>
            <a:r>
              <a:rPr lang="en-US" b="1" dirty="0" err="1">
                <a:latin typeface="Consolas" charset="0"/>
                <a:ea typeface="Consolas" charset="0"/>
                <a:cs typeface="Consolas" charset="0"/>
              </a:rPr>
              <a:t>d%n</a:t>
            </a:r>
            <a:r>
              <a:rPr lang="en-US" b="1" dirty="0">
                <a:latin typeface="Consolas" charset="0"/>
                <a:ea typeface="Consolas" charset="0"/>
                <a:cs typeface="Consolas" charset="0"/>
              </a:rPr>
              <a:t>", b, b, </a:t>
            </a:r>
            <a:r>
              <a:rPr lang="en-US" b="1" dirty="0" err="1">
                <a:latin typeface="Consolas" charset="0"/>
                <a:ea typeface="Consolas" charset="0"/>
                <a:cs typeface="Consolas" charset="0"/>
              </a:rPr>
              <a:t>smallerOf</a:t>
            </a:r>
            <a:r>
              <a:rPr lang="en-US" b="1" dirty="0">
                <a:latin typeface="Consolas" charset="0"/>
                <a:ea typeface="Consolas" charset="0"/>
                <a:cs typeface="Consolas" charset="0"/>
              </a:rPr>
              <a:t>(b, b));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 %d %</a:t>
            </a:r>
            <a:r>
              <a:rPr lang="en-US" b="1" dirty="0" err="1">
                <a:latin typeface="Consolas" charset="0"/>
                <a:ea typeface="Consolas" charset="0"/>
                <a:cs typeface="Consolas" charset="0"/>
              </a:rPr>
              <a:t>d%n</a:t>
            </a:r>
            <a:r>
              <a:rPr lang="en-US" b="1" dirty="0">
                <a:latin typeface="Consolas" charset="0"/>
                <a:ea typeface="Consolas" charset="0"/>
                <a:cs typeface="Consolas" charset="0"/>
              </a:rPr>
              <a:t>", a, b, </a:t>
            </a:r>
            <a:r>
              <a:rPr lang="en-US" b="1" dirty="0" err="1">
                <a:latin typeface="Consolas" charset="0"/>
                <a:ea typeface="Consolas" charset="0"/>
                <a:cs typeface="Consolas" charset="0"/>
              </a:rPr>
              <a:t>smallerOf</a:t>
            </a:r>
            <a:r>
              <a:rPr lang="en-US" b="1" dirty="0">
                <a:latin typeface="Consolas" charset="0"/>
                <a:ea typeface="Consolas" charset="0"/>
                <a:cs typeface="Consolas" charset="0"/>
              </a:rPr>
              <a:t>(a, b));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 %d %</a:t>
            </a:r>
            <a:r>
              <a:rPr lang="en-US" b="1" dirty="0" err="1">
                <a:latin typeface="Consolas" charset="0"/>
                <a:ea typeface="Consolas" charset="0"/>
                <a:cs typeface="Consolas" charset="0"/>
              </a:rPr>
              <a:t>d%n</a:t>
            </a:r>
            <a:r>
              <a:rPr lang="en-US" b="1" dirty="0">
                <a:latin typeface="Consolas" charset="0"/>
                <a:ea typeface="Consolas" charset="0"/>
                <a:cs typeface="Consolas" charset="0"/>
              </a:rPr>
              <a:t>", b, a, </a:t>
            </a:r>
            <a:r>
              <a:rPr lang="en-US" b="1" dirty="0" err="1">
                <a:latin typeface="Consolas" charset="0"/>
                <a:ea typeface="Consolas" charset="0"/>
                <a:cs typeface="Consolas" charset="0"/>
              </a:rPr>
              <a:t>smallerOf</a:t>
            </a:r>
            <a:r>
              <a:rPr lang="en-US" b="1" dirty="0">
                <a:latin typeface="Consolas" charset="0"/>
                <a:ea typeface="Consolas" charset="0"/>
                <a:cs typeface="Consolas" charset="0"/>
              </a:rPr>
              <a:t>(b, a));	</a:t>
            </a:r>
          </a:p>
          <a:p>
            <a:pPr marL="0" indent="0">
              <a:buNone/>
            </a:pPr>
            <a:r>
              <a:rPr lang="en-US" b="1" dirty="0">
                <a:latin typeface="Consolas" charset="0"/>
                <a:ea typeface="Consolas" charset="0"/>
                <a:cs typeface="Consolas" charset="0"/>
              </a:rPr>
              <a:t>	}	</a:t>
            </a:r>
          </a:p>
          <a:p>
            <a:pPr marL="0" indent="0">
              <a:buNone/>
            </a:pP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9494090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Parameter Handling</a:t>
            </a:r>
          </a:p>
        </p:txBody>
      </p:sp>
      <p:sp>
        <p:nvSpPr>
          <p:cNvPr id="3" name="Content Placeholder 2"/>
          <p:cNvSpPr>
            <a:spLocks noGrp="1"/>
          </p:cNvSpPr>
          <p:nvPr>
            <p:ph idx="1"/>
          </p:nvPr>
        </p:nvSpPr>
        <p:spPr/>
        <p:txBody>
          <a:bodyPr>
            <a:normAutofit/>
          </a:bodyPr>
          <a:lstStyle/>
          <a:p>
            <a:r>
              <a:rPr lang="en-US" dirty="0"/>
              <a:t>When invoking a method, argument values are </a:t>
            </a:r>
            <a:r>
              <a:rPr lang="en-US" i="1" dirty="0"/>
              <a:t>copied</a:t>
            </a:r>
            <a:r>
              <a:rPr lang="en-US" dirty="0"/>
              <a:t> to parameters</a:t>
            </a:r>
          </a:p>
          <a:p>
            <a:endParaRPr lang="en-US" dirty="0"/>
          </a:p>
          <a:p>
            <a:r>
              <a:rPr lang="en-US" dirty="0"/>
              <a:t>Straightforward for primitive variables</a:t>
            </a:r>
          </a:p>
          <a:p>
            <a:pPr lvl="1"/>
            <a:r>
              <a:rPr lang="en-US" dirty="0"/>
              <a:t>Means variables unchanged in invoking context</a:t>
            </a:r>
          </a:p>
          <a:p>
            <a:pPr lvl="1"/>
            <a:endParaRPr lang="en-US" dirty="0"/>
          </a:p>
          <a:p>
            <a:r>
              <a:rPr lang="en-US" dirty="0"/>
              <a:t>Since object variables’ value is a reference (think memory address), “copying” means that method can in fact </a:t>
            </a:r>
            <a:r>
              <a:rPr lang="en-US" i="1" dirty="0"/>
              <a:t>change</a:t>
            </a:r>
            <a:r>
              <a:rPr lang="en-US" dirty="0"/>
              <a:t> the variable permanently</a:t>
            </a:r>
          </a:p>
          <a:p>
            <a:pPr lvl="1"/>
            <a:r>
              <a:rPr lang="en-US" dirty="0"/>
              <a:t>Includes arrays (which are actually objects)</a:t>
            </a:r>
          </a:p>
          <a:p>
            <a:endParaRPr lang="en-US" dirty="0"/>
          </a:p>
        </p:txBody>
      </p:sp>
    </p:spTree>
    <p:extLst>
      <p:ext uri="{BB962C8B-B14F-4D97-AF65-F5344CB8AC3E}">
        <p14:creationId xmlns:p14="http://schemas.microsoft.com/office/powerpoint/2010/main" val="16976207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 (1)</a:t>
            </a:r>
          </a:p>
        </p:txBody>
      </p:sp>
      <p:sp>
        <p:nvSpPr>
          <p:cNvPr id="3" name="Content Placeholder 2"/>
          <p:cNvSpPr>
            <a:spLocks noGrp="1"/>
          </p:cNvSpPr>
          <p:nvPr>
            <p:ph idx="1"/>
          </p:nvPr>
        </p:nvSpPr>
        <p:spPr/>
        <p:txBody>
          <a:bodyPr>
            <a:normAutofit fontScale="92500" lnSpcReduction="20000"/>
          </a:bodyPr>
          <a:lstStyle/>
          <a:p>
            <a:pPr marL="0" indent="0">
              <a:buNone/>
            </a:pPr>
            <a:r>
              <a:rPr lang="en-US" sz="2500" b="1" dirty="0">
                <a:latin typeface="Consolas" charset="0"/>
                <a:ea typeface="Consolas" charset="0"/>
                <a:cs typeface="Consolas" charset="0"/>
              </a:rPr>
              <a:t>public static void change(</a:t>
            </a:r>
            <a:r>
              <a:rPr lang="en-US" sz="2500" b="1" dirty="0" err="1">
                <a:latin typeface="Consolas" charset="0"/>
                <a:ea typeface="Consolas" charset="0"/>
                <a:cs typeface="Consolas" charset="0"/>
              </a:rPr>
              <a:t>int</a:t>
            </a:r>
            <a:r>
              <a:rPr lang="en-US" sz="2500" b="1" dirty="0">
                <a:latin typeface="Consolas" charset="0"/>
                <a:ea typeface="Consolas" charset="0"/>
                <a:cs typeface="Consolas" charset="0"/>
              </a:rPr>
              <a:t> a) {		</a:t>
            </a:r>
          </a:p>
          <a:p>
            <a:pPr marL="0" indent="0">
              <a:buNone/>
            </a:pPr>
            <a:r>
              <a:rPr lang="en-US" sz="2500" b="1" dirty="0">
                <a:latin typeface="Consolas" charset="0"/>
                <a:ea typeface="Consolas" charset="0"/>
                <a:cs typeface="Consolas" charset="0"/>
              </a:rPr>
              <a:t>	a--;	</a:t>
            </a:r>
          </a:p>
          <a:p>
            <a:pPr marL="0" indent="0">
              <a:buNone/>
            </a:pPr>
            <a:r>
              <a:rPr lang="en-US" sz="2500" b="1" dirty="0">
                <a:latin typeface="Consolas" charset="0"/>
                <a:ea typeface="Consolas" charset="0"/>
                <a:cs typeface="Consolas" charset="0"/>
              </a:rPr>
              <a:t>}</a:t>
            </a:r>
          </a:p>
          <a:p>
            <a:pPr marL="0" indent="0">
              <a:buNone/>
            </a:pPr>
            <a:endParaRPr lang="en-US" sz="2500" b="1" dirty="0">
              <a:latin typeface="Consolas" charset="0"/>
              <a:ea typeface="Consolas" charset="0"/>
              <a:cs typeface="Consolas" charset="0"/>
            </a:endParaRPr>
          </a:p>
          <a:p>
            <a:pPr marL="0" indent="0">
              <a:buNone/>
            </a:pPr>
            <a:r>
              <a:rPr lang="en-US" sz="2500" b="1" dirty="0">
                <a:latin typeface="Consolas" charset="0"/>
                <a:ea typeface="Consolas" charset="0"/>
                <a:cs typeface="Consolas" charset="0"/>
              </a:rPr>
              <a:t>public static void main(String[] </a:t>
            </a:r>
            <a:r>
              <a:rPr lang="en-US" sz="2500" b="1" dirty="0" err="1">
                <a:latin typeface="Consolas" charset="0"/>
                <a:ea typeface="Consolas" charset="0"/>
                <a:cs typeface="Consolas" charset="0"/>
              </a:rPr>
              <a:t>args</a:t>
            </a:r>
            <a:r>
              <a:rPr lang="en-US" sz="2500" b="1" dirty="0">
                <a:latin typeface="Consolas" charset="0"/>
                <a:ea typeface="Consolas" charset="0"/>
                <a:cs typeface="Consolas" charset="0"/>
              </a:rPr>
              <a:t>) {</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int</a:t>
            </a:r>
            <a:r>
              <a:rPr lang="en-US" sz="2500" b="1" dirty="0">
                <a:latin typeface="Consolas" charset="0"/>
                <a:ea typeface="Consolas" charset="0"/>
                <a:cs typeface="Consolas" charset="0"/>
              </a:rPr>
              <a:t> x = 10;</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System.out.printf</a:t>
            </a:r>
            <a:r>
              <a:rPr lang="en-US" sz="2500" b="1" dirty="0">
                <a:latin typeface="Consolas" charset="0"/>
                <a:ea typeface="Consolas" charset="0"/>
                <a:cs typeface="Consolas" charset="0"/>
              </a:rPr>
              <a:t>("before: %d", x);</a:t>
            </a:r>
          </a:p>
          <a:p>
            <a:pPr marL="0" indent="0">
              <a:buNone/>
            </a:pPr>
            <a:r>
              <a:rPr lang="en-US" sz="2500" b="1" dirty="0">
                <a:latin typeface="Consolas" charset="0"/>
                <a:ea typeface="Consolas" charset="0"/>
                <a:cs typeface="Consolas" charset="0"/>
              </a:rPr>
              <a:t>	change(x);</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System.out.printf</a:t>
            </a:r>
            <a:r>
              <a:rPr lang="en-US" sz="2500" b="1" dirty="0">
                <a:latin typeface="Consolas" charset="0"/>
                <a:ea typeface="Consolas" charset="0"/>
                <a:cs typeface="Consolas" charset="0"/>
              </a:rPr>
              <a:t>(", after: %</a:t>
            </a:r>
            <a:r>
              <a:rPr lang="en-US" sz="2500" b="1" dirty="0" err="1">
                <a:latin typeface="Consolas" charset="0"/>
                <a:ea typeface="Consolas" charset="0"/>
                <a:cs typeface="Consolas" charset="0"/>
              </a:rPr>
              <a:t>d%n</a:t>
            </a:r>
            <a:r>
              <a:rPr lang="en-US" sz="2500" b="1" dirty="0">
                <a:latin typeface="Consolas" charset="0"/>
                <a:ea typeface="Consolas" charset="0"/>
                <a:cs typeface="Consolas" charset="0"/>
              </a:rPr>
              <a:t>", x);	</a:t>
            </a:r>
          </a:p>
          <a:p>
            <a:pPr marL="0" indent="0">
              <a:buNone/>
            </a:pPr>
            <a:r>
              <a:rPr lang="en-US" sz="2500" b="1" dirty="0">
                <a:latin typeface="Consolas" charset="0"/>
                <a:ea typeface="Consolas" charset="0"/>
                <a:cs typeface="Consolas" charset="0"/>
              </a:rPr>
              <a:t>}</a:t>
            </a:r>
          </a:p>
        </p:txBody>
      </p:sp>
    </p:spTree>
    <p:extLst>
      <p:ext uri="{BB962C8B-B14F-4D97-AF65-F5344CB8AC3E}">
        <p14:creationId xmlns:p14="http://schemas.microsoft.com/office/powerpoint/2010/main" val="18764567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 (2)</a:t>
            </a:r>
          </a:p>
        </p:txBody>
      </p:sp>
      <p:sp>
        <p:nvSpPr>
          <p:cNvPr id="3" name="Content Placeholder 2"/>
          <p:cNvSpPr>
            <a:spLocks noGrp="1"/>
          </p:cNvSpPr>
          <p:nvPr>
            <p:ph idx="1"/>
          </p:nvPr>
        </p:nvSpPr>
        <p:spPr/>
        <p:txBody>
          <a:bodyPr>
            <a:normAutofit fontScale="85000" lnSpcReduction="10000"/>
          </a:bodyPr>
          <a:lstStyle/>
          <a:p>
            <a:pPr marL="0" indent="0">
              <a:buNone/>
            </a:pPr>
            <a:r>
              <a:rPr lang="en-US" sz="2500" b="1" dirty="0">
                <a:latin typeface="Consolas" charset="0"/>
                <a:ea typeface="Consolas" charset="0"/>
                <a:cs typeface="Consolas" charset="0"/>
              </a:rPr>
              <a:t>public static void change(</a:t>
            </a:r>
            <a:r>
              <a:rPr lang="en-US" sz="2500" b="1" dirty="0" err="1">
                <a:latin typeface="Consolas" charset="0"/>
                <a:ea typeface="Consolas" charset="0"/>
                <a:cs typeface="Consolas" charset="0"/>
              </a:rPr>
              <a:t>int</a:t>
            </a:r>
            <a:r>
              <a:rPr lang="en-US" sz="2500" b="1" dirty="0">
                <a:latin typeface="Consolas" charset="0"/>
                <a:ea typeface="Consolas" charset="0"/>
                <a:cs typeface="Consolas" charset="0"/>
              </a:rPr>
              <a:t>[] a) {</a:t>
            </a:r>
          </a:p>
          <a:p>
            <a:pPr marL="0" indent="0">
              <a:buNone/>
            </a:pPr>
            <a:r>
              <a:rPr lang="en-US" sz="2500" b="1" dirty="0">
                <a:latin typeface="Consolas" charset="0"/>
                <a:ea typeface="Consolas" charset="0"/>
                <a:cs typeface="Consolas" charset="0"/>
              </a:rPr>
              <a:t>	a[0]--;</a:t>
            </a:r>
          </a:p>
          <a:p>
            <a:pPr marL="0" indent="0">
              <a:buNone/>
            </a:pPr>
            <a:r>
              <a:rPr lang="en-US" sz="2500" b="1" dirty="0">
                <a:latin typeface="Consolas" charset="0"/>
                <a:ea typeface="Consolas" charset="0"/>
                <a:cs typeface="Consolas" charset="0"/>
              </a:rPr>
              <a:t>}		</a:t>
            </a:r>
          </a:p>
          <a:p>
            <a:pPr marL="0" indent="0">
              <a:buNone/>
            </a:pPr>
            <a:endParaRPr lang="en-US" sz="2500" b="1" dirty="0">
              <a:latin typeface="Consolas" charset="0"/>
              <a:ea typeface="Consolas" charset="0"/>
              <a:cs typeface="Consolas" charset="0"/>
            </a:endParaRPr>
          </a:p>
          <a:p>
            <a:pPr marL="0" indent="0">
              <a:buNone/>
            </a:pPr>
            <a:r>
              <a:rPr lang="en-US" sz="2500" b="1" dirty="0">
                <a:latin typeface="Consolas" charset="0"/>
                <a:ea typeface="Consolas" charset="0"/>
                <a:cs typeface="Consolas" charset="0"/>
              </a:rPr>
              <a:t>public static void main(String[] </a:t>
            </a:r>
            <a:r>
              <a:rPr lang="en-US" sz="2500" b="1" dirty="0" err="1">
                <a:latin typeface="Consolas" charset="0"/>
                <a:ea typeface="Consolas" charset="0"/>
                <a:cs typeface="Consolas" charset="0"/>
              </a:rPr>
              <a:t>args</a:t>
            </a:r>
            <a:r>
              <a:rPr lang="en-US" sz="2500" b="1" dirty="0">
                <a:latin typeface="Consolas" charset="0"/>
                <a:ea typeface="Consolas" charset="0"/>
                <a:cs typeface="Consolas" charset="0"/>
              </a:rPr>
              <a:t>) {</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int</a:t>
            </a:r>
            <a:r>
              <a:rPr lang="en-US" sz="2500" b="1" dirty="0">
                <a:latin typeface="Consolas" charset="0"/>
                <a:ea typeface="Consolas" charset="0"/>
                <a:cs typeface="Consolas" charset="0"/>
              </a:rPr>
              <a:t>[] x = {10};</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System.out.printf</a:t>
            </a:r>
            <a:r>
              <a:rPr lang="en-US" sz="2500" b="1" dirty="0">
                <a:latin typeface="Consolas" charset="0"/>
                <a:ea typeface="Consolas" charset="0"/>
                <a:cs typeface="Consolas" charset="0"/>
              </a:rPr>
              <a:t>("before: %d", x[0]);</a:t>
            </a:r>
          </a:p>
          <a:p>
            <a:pPr marL="0" indent="0">
              <a:buNone/>
            </a:pPr>
            <a:r>
              <a:rPr lang="en-US" sz="2500" b="1" dirty="0">
                <a:latin typeface="Consolas" charset="0"/>
                <a:ea typeface="Consolas" charset="0"/>
                <a:cs typeface="Consolas" charset="0"/>
              </a:rPr>
              <a:t>	change(x);</a:t>
            </a:r>
          </a:p>
          <a:p>
            <a:pPr marL="0" indent="0">
              <a:buNone/>
            </a:pPr>
            <a:r>
              <a:rPr lang="en-US" sz="2500" b="1" dirty="0">
                <a:latin typeface="Consolas" charset="0"/>
                <a:ea typeface="Consolas" charset="0"/>
                <a:cs typeface="Consolas" charset="0"/>
              </a:rPr>
              <a:t>	</a:t>
            </a:r>
            <a:r>
              <a:rPr lang="en-US" sz="2500" b="1" dirty="0" err="1">
                <a:latin typeface="Consolas" charset="0"/>
                <a:ea typeface="Consolas" charset="0"/>
                <a:cs typeface="Consolas" charset="0"/>
              </a:rPr>
              <a:t>System.out.printf</a:t>
            </a:r>
            <a:r>
              <a:rPr lang="en-US" sz="2500" b="1" dirty="0">
                <a:latin typeface="Consolas" charset="0"/>
                <a:ea typeface="Consolas" charset="0"/>
                <a:cs typeface="Consolas" charset="0"/>
              </a:rPr>
              <a:t>(", after: %</a:t>
            </a:r>
            <a:r>
              <a:rPr lang="en-US" sz="2500" b="1" dirty="0" err="1">
                <a:latin typeface="Consolas" charset="0"/>
                <a:ea typeface="Consolas" charset="0"/>
                <a:cs typeface="Consolas" charset="0"/>
              </a:rPr>
              <a:t>d%n</a:t>
            </a:r>
            <a:r>
              <a:rPr lang="en-US" sz="2500" b="1" dirty="0">
                <a:latin typeface="Consolas" charset="0"/>
                <a:ea typeface="Consolas" charset="0"/>
                <a:cs typeface="Consolas" charset="0"/>
              </a:rPr>
              <a:t>", x[0]);	</a:t>
            </a:r>
          </a:p>
          <a:p>
            <a:pPr marL="0" indent="0">
              <a:buNone/>
            </a:pPr>
            <a:r>
              <a:rPr lang="en-US" sz="2500" b="1" dirty="0">
                <a:latin typeface="Consolas" charset="0"/>
                <a:ea typeface="Consolas" charset="0"/>
                <a:cs typeface="Consolas" charset="0"/>
              </a:rPr>
              <a:t>}</a:t>
            </a:r>
          </a:p>
        </p:txBody>
      </p:sp>
    </p:spTree>
    <p:extLst>
      <p:ext uri="{BB962C8B-B14F-4D97-AF65-F5344CB8AC3E}">
        <p14:creationId xmlns:p14="http://schemas.microsoft.com/office/powerpoint/2010/main" val="9951631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 Constants</a:t>
            </a:r>
          </a:p>
        </p:txBody>
      </p:sp>
      <p:sp>
        <p:nvSpPr>
          <p:cNvPr id="3" name="Content Placeholder 2"/>
          <p:cNvSpPr>
            <a:spLocks noGrp="1"/>
          </p:cNvSpPr>
          <p:nvPr>
            <p:ph idx="1"/>
          </p:nvPr>
        </p:nvSpPr>
        <p:spPr/>
        <p:txBody>
          <a:bodyPr>
            <a:normAutofit/>
          </a:bodyPr>
          <a:lstStyle/>
          <a:p>
            <a:r>
              <a:rPr lang="en-US" dirty="0"/>
              <a:t>Every variable has a “scope”</a:t>
            </a:r>
          </a:p>
          <a:p>
            <a:pPr lvl="1"/>
            <a:r>
              <a:rPr lang="en-US" dirty="0"/>
              <a:t>Where it can be accessed</a:t>
            </a:r>
          </a:p>
          <a:p>
            <a:pPr lvl="1"/>
            <a:endParaRPr lang="en-US" dirty="0"/>
          </a:p>
          <a:p>
            <a:r>
              <a:rPr lang="en-US" dirty="0"/>
              <a:t>Defined by where it is declared</a:t>
            </a:r>
          </a:p>
          <a:p>
            <a:pPr lvl="1"/>
            <a:r>
              <a:rPr lang="en-US" dirty="0"/>
              <a:t>From that point to the } of the closest { before</a:t>
            </a:r>
          </a:p>
          <a:p>
            <a:pPr lvl="1"/>
            <a:endParaRPr lang="en-US" dirty="0"/>
          </a:p>
          <a:p>
            <a:r>
              <a:rPr lang="en-US" dirty="0"/>
              <a:t>To have a value accessible in multiple methods within the class, use a variable with class-level scope (declared outside any method)</a:t>
            </a:r>
          </a:p>
          <a:p>
            <a:pPr lvl="1"/>
            <a:r>
              <a:rPr lang="en-US" dirty="0"/>
              <a:t>In most cases it is a dangerous practice to have a variable with class-level scope that is mutable</a:t>
            </a:r>
          </a:p>
        </p:txBody>
      </p:sp>
    </p:spTree>
    <p:extLst>
      <p:ext uri="{BB962C8B-B14F-4D97-AF65-F5344CB8AC3E}">
        <p14:creationId xmlns:p14="http://schemas.microsoft.com/office/powerpoint/2010/main" val="43533187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idx="1"/>
          </p:nvPr>
        </p:nvSpPr>
        <p:spPr/>
        <p:txBody>
          <a:bodyPr>
            <a:normAutofit fontScale="77500" lnSpcReduction="20000"/>
          </a:bodyPr>
          <a:lstStyle/>
          <a:p>
            <a:pPr marL="0" indent="0">
              <a:buNone/>
            </a:pPr>
            <a:r>
              <a:rPr lang="en-US" b="1" dirty="0">
                <a:latin typeface="Consolas" charset="0"/>
                <a:ea typeface="Consolas" charset="0"/>
                <a:cs typeface="Consolas" charset="0"/>
              </a:rPr>
              <a:t>public static final double DOLLARS_PER_EURO = 1.05;	</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public static double </a:t>
            </a:r>
            <a:r>
              <a:rPr lang="en-US" b="1" dirty="0" err="1">
                <a:latin typeface="Consolas" charset="0"/>
                <a:ea typeface="Consolas" charset="0"/>
                <a:cs typeface="Consolas" charset="0"/>
              </a:rPr>
              <a:t>dollarsToEuros</a:t>
            </a:r>
            <a:r>
              <a:rPr lang="en-US" b="1" dirty="0">
                <a:latin typeface="Consolas" charset="0"/>
                <a:ea typeface="Consolas" charset="0"/>
                <a:cs typeface="Consolas" charset="0"/>
              </a:rPr>
              <a:t>(double dollars) {		</a:t>
            </a:r>
          </a:p>
          <a:p>
            <a:pPr marL="0" indent="0">
              <a:buNone/>
            </a:pPr>
            <a:r>
              <a:rPr lang="en-US" b="1" dirty="0">
                <a:latin typeface="Consolas" charset="0"/>
                <a:ea typeface="Consolas" charset="0"/>
                <a:cs typeface="Consolas" charset="0"/>
              </a:rPr>
              <a:t>}		return dollars / DOLLARS_PER_EURO;</a:t>
            </a:r>
          </a:p>
          <a:p>
            <a:pPr marL="0" indent="0">
              <a:buNone/>
            </a:pPr>
            <a:endParaRPr lang="en-US" b="1" dirty="0">
              <a:latin typeface="Consolas" charset="0"/>
              <a:ea typeface="Consolas" charset="0"/>
              <a:cs typeface="Consolas" charset="0"/>
            </a:endParaRP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public static double </a:t>
            </a:r>
            <a:r>
              <a:rPr lang="en-US" b="1" dirty="0" err="1">
                <a:latin typeface="Consolas" charset="0"/>
                <a:ea typeface="Consolas" charset="0"/>
                <a:cs typeface="Consolas" charset="0"/>
              </a:rPr>
              <a:t>eurosToDollars</a:t>
            </a:r>
            <a:r>
              <a:rPr lang="en-US" b="1" dirty="0">
                <a:latin typeface="Consolas" charset="0"/>
                <a:ea typeface="Consolas" charset="0"/>
                <a:cs typeface="Consolas" charset="0"/>
              </a:rPr>
              <a:t>(double euros) {</a:t>
            </a:r>
          </a:p>
          <a:p>
            <a:pPr marL="0" indent="0">
              <a:buNone/>
            </a:pPr>
            <a:r>
              <a:rPr lang="en-US" b="1" dirty="0">
                <a:latin typeface="Consolas" charset="0"/>
                <a:ea typeface="Consolas" charset="0"/>
                <a:cs typeface="Consolas" charset="0"/>
              </a:rPr>
              <a:t>	return euros * DOLLARS_PER_EURO;	</a:t>
            </a:r>
          </a:p>
          <a:p>
            <a:pPr marL="0" indent="0">
              <a:buNone/>
            </a:pPr>
            <a:r>
              <a:rPr lang="en-US" b="1" dirty="0">
                <a:latin typeface="Consolas" charset="0"/>
                <a:ea typeface="Consolas" charset="0"/>
                <a:cs typeface="Consolas" charset="0"/>
              </a:rPr>
              <a:t>}	</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public static void main(String[] </a:t>
            </a:r>
            <a:r>
              <a:rPr lang="en-US" b="1" dirty="0" err="1">
                <a:latin typeface="Consolas" charset="0"/>
                <a:ea typeface="Consolas" charset="0"/>
                <a:cs typeface="Consolas" charset="0"/>
              </a:rPr>
              <a:t>args</a:t>
            </a:r>
            <a:r>
              <a:rPr lang="en-US" b="1" dirty="0">
                <a:latin typeface="Consolas" charset="0"/>
                <a:ea typeface="Consolas" charset="0"/>
                <a:cs typeface="Consolas" charset="0"/>
              </a:rPr>
              <a:t>) {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("1 dollar is %.2f </a:t>
            </a:r>
            <a:r>
              <a:rPr lang="en-US" b="1" dirty="0" err="1">
                <a:latin typeface="Consolas" charset="0"/>
                <a:ea typeface="Consolas" charset="0"/>
                <a:cs typeface="Consolas" charset="0"/>
              </a:rPr>
              <a:t>euros%n</a:t>
            </a:r>
            <a:r>
              <a:rPr lang="en-US" b="1" dirty="0">
                <a:latin typeface="Consolas" charset="0"/>
                <a:ea typeface="Consolas" charset="0"/>
                <a:cs typeface="Consolas" charset="0"/>
              </a:rPr>
              <a:t>", </a:t>
            </a:r>
            <a:r>
              <a:rPr lang="en-US" b="1" dirty="0" err="1">
                <a:latin typeface="Consolas" charset="0"/>
                <a:ea typeface="Consolas" charset="0"/>
                <a:cs typeface="Consolas" charset="0"/>
              </a:rPr>
              <a:t>dollarsToEuros</a:t>
            </a:r>
            <a:r>
              <a:rPr lang="en-US" b="1" dirty="0">
                <a:latin typeface="Consolas" charset="0"/>
                <a:ea typeface="Consolas" charset="0"/>
                <a:cs typeface="Consolas" charset="0"/>
              </a:rPr>
              <a:t>(1));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("1 euro is %.2f </a:t>
            </a:r>
            <a:r>
              <a:rPr lang="en-US" b="1" dirty="0" err="1">
                <a:latin typeface="Consolas" charset="0"/>
                <a:ea typeface="Consolas" charset="0"/>
                <a:cs typeface="Consolas" charset="0"/>
              </a:rPr>
              <a:t>dollars%n</a:t>
            </a:r>
            <a:r>
              <a:rPr lang="en-US" b="1" dirty="0">
                <a:latin typeface="Consolas" charset="0"/>
                <a:ea typeface="Consolas" charset="0"/>
                <a:cs typeface="Consolas" charset="0"/>
              </a:rPr>
              <a:t>", </a:t>
            </a:r>
            <a:r>
              <a:rPr lang="en-US" b="1" dirty="0" err="1">
                <a:latin typeface="Consolas" charset="0"/>
                <a:ea typeface="Consolas" charset="0"/>
                <a:cs typeface="Consolas" charset="0"/>
              </a:rPr>
              <a:t>eurosToDollars</a:t>
            </a:r>
            <a:r>
              <a:rPr lang="en-US" b="1" dirty="0">
                <a:latin typeface="Consolas" charset="0"/>
                <a:ea typeface="Consolas" charset="0"/>
                <a:cs typeface="Consolas" charset="0"/>
              </a:rPr>
              <a:t>(1));	</a:t>
            </a:r>
          </a:p>
          <a:p>
            <a:pPr marL="0" indent="0">
              <a:buNone/>
            </a:pP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15685356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 Note on </a:t>
            </a:r>
            <a:r>
              <a:rPr lang="en-US" b="1" dirty="0">
                <a:latin typeface="Consolas" charset="0"/>
                <a:ea typeface="Consolas" charset="0"/>
                <a:cs typeface="Consolas" charset="0"/>
              </a:rPr>
              <a:t>main</a:t>
            </a:r>
          </a:p>
        </p:txBody>
      </p:sp>
      <p:sp>
        <p:nvSpPr>
          <p:cNvPr id="3" name="Content Placeholder 2"/>
          <p:cNvSpPr>
            <a:spLocks noGrp="1"/>
          </p:cNvSpPr>
          <p:nvPr>
            <p:ph idx="1"/>
          </p:nvPr>
        </p:nvSpPr>
        <p:spPr/>
        <p:txBody>
          <a:bodyPr>
            <a:normAutofit/>
          </a:bodyPr>
          <a:lstStyle/>
          <a:p>
            <a:r>
              <a:rPr lang="en-US" dirty="0"/>
              <a:t>The </a:t>
            </a:r>
            <a:r>
              <a:rPr lang="en-US" b="1" dirty="0">
                <a:latin typeface="Consolas" charset="0"/>
                <a:ea typeface="Consolas" charset="0"/>
                <a:cs typeface="Consolas" charset="0"/>
              </a:rPr>
              <a:t>main</a:t>
            </a:r>
            <a:r>
              <a:rPr lang="en-US" dirty="0"/>
              <a:t> method is just like any other</a:t>
            </a:r>
          </a:p>
          <a:p>
            <a:endParaRPr lang="en-US" dirty="0"/>
          </a:p>
          <a:p>
            <a:r>
              <a:rPr lang="en-US" dirty="0"/>
              <a:t>The parameter is an array of strings, which are any command-line arguments supplied to the program when it is run by the JVM</a:t>
            </a:r>
          </a:p>
          <a:p>
            <a:pPr lvl="1"/>
            <a:r>
              <a:rPr lang="en-US" dirty="0"/>
              <a:t>Click the “Run” menu -&gt; “Run Configurations”</a:t>
            </a:r>
          </a:p>
          <a:p>
            <a:pPr lvl="1"/>
            <a:r>
              <a:rPr lang="en-US" dirty="0"/>
              <a:t>Find your application on the left list under “Java Application”</a:t>
            </a:r>
          </a:p>
          <a:p>
            <a:pPr lvl="1"/>
            <a:r>
              <a:rPr lang="en-US" dirty="0"/>
              <a:t>Click the “Arguments” tab on the right</a:t>
            </a:r>
          </a:p>
          <a:p>
            <a:pPr lvl="1"/>
            <a:r>
              <a:rPr lang="en-US" dirty="0"/>
              <a:t>Type some values, separated by spaces, into the “Program arguments” box</a:t>
            </a:r>
          </a:p>
          <a:p>
            <a:pPr lvl="1"/>
            <a:endParaRPr lang="en-US" dirty="0"/>
          </a:p>
        </p:txBody>
      </p:sp>
    </p:spTree>
    <p:extLst>
      <p:ext uri="{BB962C8B-B14F-4D97-AF65-F5344CB8AC3E}">
        <p14:creationId xmlns:p14="http://schemas.microsoft.com/office/powerpoint/2010/main" val="207736156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idx="1"/>
          </p:nvPr>
        </p:nvSpPr>
        <p:spPr/>
        <p:txBody>
          <a:bodyPr>
            <a:noAutofit/>
          </a:bodyPr>
          <a:lstStyle/>
          <a:p>
            <a:pPr marL="0" indent="0">
              <a:buNone/>
            </a:pPr>
            <a:r>
              <a:rPr lang="en-US" sz="1800" b="1" dirty="0">
                <a:latin typeface="Consolas" charset="0"/>
                <a:ea typeface="Consolas" charset="0"/>
                <a:cs typeface="Consolas" charset="0"/>
              </a:rPr>
              <a:t>public class </a:t>
            </a:r>
            <a:r>
              <a:rPr lang="en-US" sz="1800" b="1" dirty="0" err="1">
                <a:latin typeface="Consolas" charset="0"/>
                <a:ea typeface="Consolas" charset="0"/>
                <a:cs typeface="Consolas" charset="0"/>
              </a:rPr>
              <a:t>ClassExamples</a:t>
            </a:r>
            <a:r>
              <a:rPr lang="en-US" sz="1800" b="1" dirty="0">
                <a:latin typeface="Consolas" charset="0"/>
                <a:ea typeface="Consolas" charset="0"/>
                <a:cs typeface="Consolas" charset="0"/>
              </a:rPr>
              <a:t> {</a:t>
            </a:r>
          </a:p>
          <a:p>
            <a:pPr marL="0" indent="0">
              <a:buNone/>
            </a:pPr>
            <a:r>
              <a:rPr lang="en-US" sz="1800" b="1" dirty="0">
                <a:latin typeface="Consolas" charset="0"/>
                <a:ea typeface="Consolas" charset="0"/>
                <a:cs typeface="Consolas" charset="0"/>
              </a:rPr>
              <a:t>	public static void main(String[] </a:t>
            </a:r>
            <a:r>
              <a:rPr lang="en-US" sz="1800" b="1" dirty="0" err="1">
                <a:latin typeface="Consolas" charset="0"/>
                <a:ea typeface="Consolas" charset="0"/>
                <a:cs typeface="Consolas" charset="0"/>
              </a:rPr>
              <a:t>args</a:t>
            </a:r>
            <a:r>
              <a:rPr lang="en-US" sz="1800" b="1" dirty="0">
                <a:latin typeface="Consolas" charset="0"/>
                <a:ea typeface="Consolas" charset="0"/>
                <a:cs typeface="Consolas" charset="0"/>
              </a:rPr>
              <a:t>) {</a:t>
            </a:r>
          </a:p>
          <a:p>
            <a:pPr marL="0" indent="0">
              <a:buNone/>
            </a:pPr>
            <a:r>
              <a:rPr lang="en-US" sz="1800" b="1" dirty="0">
                <a:latin typeface="Consolas" charset="0"/>
                <a:ea typeface="Consolas" charset="0"/>
                <a:cs typeface="Consolas" charset="0"/>
              </a:rPr>
              <a:t>		</a:t>
            </a:r>
            <a:r>
              <a:rPr lang="en-US" sz="1800" b="1" dirty="0" err="1">
                <a:latin typeface="Consolas" charset="0"/>
                <a:ea typeface="Consolas" charset="0"/>
                <a:cs typeface="Consolas" charset="0"/>
              </a:rPr>
              <a:t>System.out.printf</a:t>
            </a:r>
            <a:r>
              <a:rPr lang="en-US" sz="1800" b="1" dirty="0">
                <a:latin typeface="Consolas" charset="0"/>
                <a:ea typeface="Consolas" charset="0"/>
                <a:cs typeface="Consolas" charset="0"/>
              </a:rPr>
              <a:t>("%d:", </a:t>
            </a:r>
            <a:r>
              <a:rPr lang="en-US" sz="1800" b="1" dirty="0" err="1">
                <a:latin typeface="Consolas" charset="0"/>
                <a:ea typeface="Consolas" charset="0"/>
                <a:cs typeface="Consolas" charset="0"/>
              </a:rPr>
              <a:t>args.length</a:t>
            </a:r>
            <a:r>
              <a:rPr lang="en-US" sz="1800" b="1" dirty="0">
                <a:latin typeface="Consolas" charset="0"/>
                <a:ea typeface="Consolas" charset="0"/>
                <a:cs typeface="Consolas" charset="0"/>
              </a:rPr>
              <a:t>);</a:t>
            </a:r>
          </a:p>
          <a:p>
            <a:pPr marL="0" indent="0">
              <a:buNone/>
            </a:pPr>
            <a:r>
              <a:rPr lang="en-US" sz="1800" b="1" dirty="0">
                <a:latin typeface="Consolas" charset="0"/>
                <a:ea typeface="Consolas" charset="0"/>
                <a:cs typeface="Consolas" charset="0"/>
              </a:rPr>
              <a:t>		for (String </a:t>
            </a:r>
            <a:r>
              <a:rPr lang="en-US" sz="1800" b="1" dirty="0" err="1">
                <a:latin typeface="Consolas" charset="0"/>
                <a:ea typeface="Consolas" charset="0"/>
                <a:cs typeface="Consolas" charset="0"/>
              </a:rPr>
              <a:t>arg</a:t>
            </a:r>
            <a:r>
              <a:rPr lang="en-US" sz="1800" b="1" dirty="0">
                <a:latin typeface="Consolas" charset="0"/>
                <a:ea typeface="Consolas" charset="0"/>
                <a:cs typeface="Consolas" charset="0"/>
              </a:rPr>
              <a:t> : </a:t>
            </a:r>
            <a:r>
              <a:rPr lang="en-US" sz="1800" b="1" dirty="0" err="1">
                <a:latin typeface="Consolas" charset="0"/>
                <a:ea typeface="Consolas" charset="0"/>
                <a:cs typeface="Consolas" charset="0"/>
              </a:rPr>
              <a:t>args</a:t>
            </a:r>
            <a:r>
              <a:rPr lang="en-US" sz="1800" b="1" dirty="0">
                <a:latin typeface="Consolas" charset="0"/>
                <a:ea typeface="Consolas" charset="0"/>
                <a:cs typeface="Consolas" charset="0"/>
              </a:rPr>
              <a:t>) {</a:t>
            </a:r>
          </a:p>
          <a:p>
            <a:pPr marL="0" indent="0">
              <a:buNone/>
            </a:pPr>
            <a:r>
              <a:rPr lang="en-US" sz="1800" b="1" dirty="0">
                <a:latin typeface="Consolas" charset="0"/>
                <a:ea typeface="Consolas" charset="0"/>
                <a:cs typeface="Consolas" charset="0"/>
              </a:rPr>
              <a:t>			 </a:t>
            </a:r>
            <a:r>
              <a:rPr lang="en-US" sz="1800" b="1" dirty="0" err="1">
                <a:latin typeface="Consolas" charset="0"/>
                <a:ea typeface="Consolas" charset="0"/>
                <a:cs typeface="Consolas" charset="0"/>
              </a:rPr>
              <a:t>System.out.printf</a:t>
            </a:r>
            <a:r>
              <a:rPr lang="en-US" sz="1800" b="1" dirty="0">
                <a:latin typeface="Consolas" charset="0"/>
                <a:ea typeface="Consolas" charset="0"/>
                <a:cs typeface="Consolas" charset="0"/>
              </a:rPr>
              <a:t>(" %s", </a:t>
            </a:r>
            <a:r>
              <a:rPr lang="en-US" sz="1800" b="1" dirty="0" err="1">
                <a:latin typeface="Consolas" charset="0"/>
                <a:ea typeface="Consolas" charset="0"/>
                <a:cs typeface="Consolas" charset="0"/>
              </a:rPr>
              <a:t>arg</a:t>
            </a:r>
            <a:r>
              <a:rPr lang="en-US" sz="1800" b="1" dirty="0">
                <a:latin typeface="Consolas" charset="0"/>
                <a:ea typeface="Consolas" charset="0"/>
                <a:cs typeface="Consolas" charset="0"/>
              </a:rPr>
              <a:t>);</a:t>
            </a:r>
          </a:p>
          <a:p>
            <a:pPr marL="0" indent="0">
              <a:buNone/>
            </a:pPr>
            <a:r>
              <a:rPr lang="en-US" sz="1800" b="1" dirty="0">
                <a:latin typeface="Consolas" charset="0"/>
                <a:ea typeface="Consolas" charset="0"/>
                <a:cs typeface="Consolas" charset="0"/>
              </a:rPr>
              <a:t>		} 		</a:t>
            </a:r>
          </a:p>
          <a:p>
            <a:pPr marL="0" indent="0">
              <a:buNone/>
            </a:pPr>
            <a:r>
              <a:rPr lang="en-US" sz="1800" b="1" dirty="0">
                <a:latin typeface="Consolas" charset="0"/>
                <a:ea typeface="Consolas" charset="0"/>
                <a:cs typeface="Consolas" charset="0"/>
              </a:rPr>
              <a:t>	}</a:t>
            </a:r>
          </a:p>
          <a:p>
            <a:pPr marL="0" indent="0">
              <a:buNone/>
            </a:pPr>
            <a:r>
              <a:rPr lang="en-US" sz="1800" b="1" dirty="0">
                <a:latin typeface="Consolas" charset="0"/>
                <a:ea typeface="Consolas" charset="0"/>
                <a:cs typeface="Consolas" charset="0"/>
              </a:rPr>
              <a:t>}</a:t>
            </a:r>
          </a:p>
          <a:p>
            <a:pPr marL="0" indent="0">
              <a:buNone/>
            </a:pPr>
            <a:endParaRPr lang="en-US" sz="1800" b="1" dirty="0">
              <a:latin typeface="Consolas" charset="0"/>
              <a:ea typeface="Consolas" charset="0"/>
              <a:cs typeface="Consolas" charset="0"/>
            </a:endParaRPr>
          </a:p>
        </p:txBody>
      </p:sp>
      <p:pic>
        <p:nvPicPr>
          <p:cNvPr id="7" name="Content Placeholder 3"/>
          <p:cNvPicPr>
            <a:picLocks noChangeAspect="1"/>
          </p:cNvPicPr>
          <p:nvPr/>
        </p:nvPicPr>
        <p:blipFill>
          <a:blip r:embed="rId2"/>
          <a:stretch>
            <a:fillRect/>
          </a:stretch>
        </p:blipFill>
        <p:spPr>
          <a:xfrm>
            <a:off x="5800239" y="3702295"/>
            <a:ext cx="2886129" cy="2384340"/>
          </a:xfrm>
          <a:prstGeom prst="rect">
            <a:avLst/>
          </a:prstGeom>
        </p:spPr>
      </p:pic>
    </p:spTree>
    <p:extLst>
      <p:ext uri="{BB962C8B-B14F-4D97-AF65-F5344CB8AC3E}">
        <p14:creationId xmlns:p14="http://schemas.microsoft.com/office/powerpoint/2010/main" val="13253494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Checkup</a:t>
            </a:r>
          </a:p>
        </p:txBody>
      </p:sp>
      <p:sp>
        <p:nvSpPr>
          <p:cNvPr id="3" name="Content Placeholder 2"/>
          <p:cNvSpPr>
            <a:spLocks noGrp="1"/>
          </p:cNvSpPr>
          <p:nvPr>
            <p:ph idx="1"/>
          </p:nvPr>
        </p:nvSpPr>
        <p:spPr/>
        <p:txBody>
          <a:bodyPr/>
          <a:lstStyle/>
          <a:p>
            <a:pPr marL="0" indent="0">
              <a:buNone/>
            </a:pPr>
            <a:r>
              <a:rPr lang="en-US" sz="2800" dirty="0"/>
              <a:t>Write a method that searches a supplied array (of integers) for a supplied integer value. If found, return the index of the value; else, -1 (why?).</a:t>
            </a:r>
          </a:p>
        </p:txBody>
      </p:sp>
    </p:spTree>
    <p:extLst>
      <p:ext uri="{BB962C8B-B14F-4D97-AF65-F5344CB8AC3E}">
        <p14:creationId xmlns:p14="http://schemas.microsoft.com/office/powerpoint/2010/main" val="20974750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Answer</a:t>
            </a:r>
          </a:p>
        </p:txBody>
      </p:sp>
      <p:sp>
        <p:nvSpPr>
          <p:cNvPr id="3" name="Content Placeholder 2"/>
          <p:cNvSpPr>
            <a:spLocks noGrp="1"/>
          </p:cNvSpPr>
          <p:nvPr>
            <p:ph idx="1"/>
          </p:nvPr>
        </p:nvSpPr>
        <p:spPr/>
        <p:txBody>
          <a:bodyPr>
            <a:normAutofit/>
          </a:bodyPr>
          <a:lstStyle/>
          <a:p>
            <a:pPr marL="0" indent="0">
              <a:buNone/>
            </a:pPr>
            <a:r>
              <a:rPr lang="en-US" sz="1899" b="1" dirty="0">
                <a:latin typeface="Consolas" charset="0"/>
                <a:ea typeface="Consolas" charset="0"/>
                <a:cs typeface="Consolas" charset="0"/>
              </a:rPr>
              <a:t>public static </a:t>
            </a:r>
            <a:r>
              <a:rPr lang="en-US" sz="1899" b="1" dirty="0" err="1">
                <a:latin typeface="Consolas" charset="0"/>
                <a:ea typeface="Consolas" charset="0"/>
                <a:cs typeface="Consolas" charset="0"/>
              </a:rPr>
              <a:t>int</a:t>
            </a:r>
            <a:r>
              <a:rPr lang="en-US" sz="1899" b="1" dirty="0">
                <a:latin typeface="Consolas" charset="0"/>
                <a:ea typeface="Consolas" charset="0"/>
                <a:cs typeface="Consolas" charset="0"/>
              </a:rPr>
              <a:t> </a:t>
            </a:r>
            <a:r>
              <a:rPr lang="en-US" sz="1899" b="1" dirty="0" err="1">
                <a:latin typeface="Consolas" charset="0"/>
                <a:ea typeface="Consolas" charset="0"/>
                <a:cs typeface="Consolas" charset="0"/>
              </a:rPr>
              <a:t>searchArray</a:t>
            </a:r>
            <a:r>
              <a:rPr lang="en-US" sz="1899" b="1" dirty="0">
                <a:latin typeface="Consolas" charset="0"/>
                <a:ea typeface="Consolas" charset="0"/>
                <a:cs typeface="Consolas" charset="0"/>
              </a:rPr>
              <a:t>(</a:t>
            </a:r>
            <a:r>
              <a:rPr lang="en-US" sz="1899" b="1" dirty="0" err="1">
                <a:latin typeface="Consolas" charset="0"/>
                <a:ea typeface="Consolas" charset="0"/>
                <a:cs typeface="Consolas" charset="0"/>
              </a:rPr>
              <a:t>int</a:t>
            </a:r>
            <a:r>
              <a:rPr lang="en-US" sz="1899" b="1" dirty="0">
                <a:latin typeface="Consolas" charset="0"/>
                <a:ea typeface="Consolas" charset="0"/>
                <a:cs typeface="Consolas" charset="0"/>
              </a:rPr>
              <a:t>[] haystack, </a:t>
            </a:r>
            <a:r>
              <a:rPr lang="en-US" sz="1899" b="1" dirty="0" err="1">
                <a:latin typeface="Consolas" charset="0"/>
                <a:ea typeface="Consolas" charset="0"/>
                <a:cs typeface="Consolas" charset="0"/>
              </a:rPr>
              <a:t>int</a:t>
            </a:r>
            <a:r>
              <a:rPr lang="en-US" sz="1899" b="1" dirty="0">
                <a:latin typeface="Consolas" charset="0"/>
                <a:ea typeface="Consolas" charset="0"/>
                <a:cs typeface="Consolas" charset="0"/>
              </a:rPr>
              <a:t> needle) {</a:t>
            </a:r>
          </a:p>
          <a:p>
            <a:pPr marL="0" indent="0">
              <a:buNone/>
            </a:pPr>
            <a:r>
              <a:rPr lang="en-US" sz="1899" b="1" dirty="0">
                <a:latin typeface="Consolas" charset="0"/>
                <a:ea typeface="Consolas" charset="0"/>
                <a:cs typeface="Consolas" charset="0"/>
              </a:rPr>
              <a:t>	for (</a:t>
            </a:r>
            <a:r>
              <a:rPr lang="en-US" sz="1899" b="1" dirty="0" err="1">
                <a:latin typeface="Consolas" charset="0"/>
                <a:ea typeface="Consolas" charset="0"/>
                <a:cs typeface="Consolas" charset="0"/>
              </a:rPr>
              <a:t>int</a:t>
            </a:r>
            <a:r>
              <a:rPr lang="en-US" sz="1899" b="1" dirty="0">
                <a:latin typeface="Consolas" charset="0"/>
                <a:ea typeface="Consolas" charset="0"/>
                <a:cs typeface="Consolas" charset="0"/>
              </a:rPr>
              <a:t> </a:t>
            </a:r>
            <a:r>
              <a:rPr lang="en-US" sz="1899" b="1" dirty="0" err="1">
                <a:latin typeface="Consolas" charset="0"/>
                <a:ea typeface="Consolas" charset="0"/>
                <a:cs typeface="Consolas" charset="0"/>
              </a:rPr>
              <a:t>i</a:t>
            </a:r>
            <a:r>
              <a:rPr lang="en-US" sz="1899" b="1" dirty="0">
                <a:latin typeface="Consolas" charset="0"/>
                <a:ea typeface="Consolas" charset="0"/>
                <a:cs typeface="Consolas" charset="0"/>
              </a:rPr>
              <a:t>=0; </a:t>
            </a:r>
            <a:r>
              <a:rPr lang="en-US" sz="1899" b="1" dirty="0" err="1">
                <a:latin typeface="Consolas" charset="0"/>
                <a:ea typeface="Consolas" charset="0"/>
                <a:cs typeface="Consolas" charset="0"/>
              </a:rPr>
              <a:t>i</a:t>
            </a:r>
            <a:r>
              <a:rPr lang="en-US" sz="1899" b="1" dirty="0">
                <a:latin typeface="Consolas" charset="0"/>
                <a:ea typeface="Consolas" charset="0"/>
                <a:cs typeface="Consolas" charset="0"/>
              </a:rPr>
              <a:t>&lt;</a:t>
            </a:r>
            <a:r>
              <a:rPr lang="en-US" sz="1899" b="1" dirty="0" err="1">
                <a:latin typeface="Consolas" charset="0"/>
                <a:ea typeface="Consolas" charset="0"/>
                <a:cs typeface="Consolas" charset="0"/>
              </a:rPr>
              <a:t>haystack.length</a:t>
            </a:r>
            <a:r>
              <a:rPr lang="en-US" sz="1899" b="1" dirty="0">
                <a:latin typeface="Consolas" charset="0"/>
                <a:ea typeface="Consolas" charset="0"/>
                <a:cs typeface="Consolas" charset="0"/>
              </a:rPr>
              <a:t>; </a:t>
            </a:r>
            <a:r>
              <a:rPr lang="en-US" sz="1899" b="1" dirty="0" err="1">
                <a:latin typeface="Consolas" charset="0"/>
                <a:ea typeface="Consolas" charset="0"/>
                <a:cs typeface="Consolas" charset="0"/>
              </a:rPr>
              <a:t>i</a:t>
            </a:r>
            <a:r>
              <a:rPr lang="en-US" sz="1899" b="1" dirty="0">
                <a:latin typeface="Consolas" charset="0"/>
                <a:ea typeface="Consolas" charset="0"/>
                <a:cs typeface="Consolas" charset="0"/>
              </a:rPr>
              <a:t>++) {</a:t>
            </a:r>
          </a:p>
          <a:p>
            <a:pPr marL="0" indent="0">
              <a:buNone/>
            </a:pPr>
            <a:r>
              <a:rPr lang="en-US" sz="1899" b="1" dirty="0">
                <a:latin typeface="Consolas" charset="0"/>
                <a:ea typeface="Consolas" charset="0"/>
                <a:cs typeface="Consolas" charset="0"/>
              </a:rPr>
              <a:t>		if (haystack[</a:t>
            </a:r>
            <a:r>
              <a:rPr lang="en-US" sz="1899" b="1" dirty="0" err="1">
                <a:latin typeface="Consolas" charset="0"/>
                <a:ea typeface="Consolas" charset="0"/>
                <a:cs typeface="Consolas" charset="0"/>
              </a:rPr>
              <a:t>i</a:t>
            </a:r>
            <a:r>
              <a:rPr lang="en-US" sz="1899" b="1" dirty="0">
                <a:latin typeface="Consolas" charset="0"/>
                <a:ea typeface="Consolas" charset="0"/>
                <a:cs typeface="Consolas" charset="0"/>
              </a:rPr>
              <a:t>] == needle) {</a:t>
            </a:r>
          </a:p>
          <a:p>
            <a:pPr marL="0" indent="0">
              <a:buNone/>
            </a:pPr>
            <a:r>
              <a:rPr lang="en-US" sz="1899" b="1" dirty="0">
                <a:latin typeface="Consolas" charset="0"/>
                <a:ea typeface="Consolas" charset="0"/>
                <a:cs typeface="Consolas" charset="0"/>
              </a:rPr>
              <a:t>			return </a:t>
            </a:r>
            <a:r>
              <a:rPr lang="en-US" sz="1899" b="1" dirty="0" err="1">
                <a:latin typeface="Consolas" charset="0"/>
                <a:ea typeface="Consolas" charset="0"/>
                <a:cs typeface="Consolas" charset="0"/>
              </a:rPr>
              <a:t>i</a:t>
            </a:r>
            <a:r>
              <a:rPr lang="en-US" sz="1899" b="1" dirty="0">
                <a:latin typeface="Consolas" charset="0"/>
                <a:ea typeface="Consolas" charset="0"/>
                <a:cs typeface="Consolas" charset="0"/>
              </a:rPr>
              <a:t>;</a:t>
            </a:r>
          </a:p>
          <a:p>
            <a:pPr marL="0" indent="0">
              <a:buNone/>
            </a:pPr>
            <a:r>
              <a:rPr lang="en-US" sz="1899" b="1" dirty="0">
                <a:latin typeface="Consolas" charset="0"/>
                <a:ea typeface="Consolas" charset="0"/>
                <a:cs typeface="Consolas" charset="0"/>
              </a:rPr>
              <a:t>		}</a:t>
            </a:r>
          </a:p>
          <a:p>
            <a:pPr marL="0" indent="0">
              <a:buNone/>
            </a:pPr>
            <a:r>
              <a:rPr lang="en-US" sz="1899" b="1" dirty="0">
                <a:latin typeface="Consolas" charset="0"/>
                <a:ea typeface="Consolas" charset="0"/>
                <a:cs typeface="Consolas" charset="0"/>
              </a:rPr>
              <a:t>	}</a:t>
            </a:r>
          </a:p>
          <a:p>
            <a:pPr marL="0" indent="0">
              <a:buNone/>
            </a:pPr>
            <a:r>
              <a:rPr lang="en-US" sz="1899" b="1" dirty="0">
                <a:latin typeface="Consolas" charset="0"/>
                <a:ea typeface="Consolas" charset="0"/>
                <a:cs typeface="Consolas" charset="0"/>
              </a:rPr>
              <a:t>	return -1;</a:t>
            </a:r>
          </a:p>
          <a:p>
            <a:pPr marL="0" indent="0">
              <a:buNone/>
            </a:pPr>
            <a:r>
              <a:rPr lang="en-US" sz="1899" b="1" dirty="0">
                <a:latin typeface="Consolas" charset="0"/>
                <a:ea typeface="Consolas" charset="0"/>
                <a:cs typeface="Consolas" charset="0"/>
              </a:rPr>
              <a:t>}</a:t>
            </a:r>
          </a:p>
        </p:txBody>
      </p:sp>
    </p:spTree>
    <p:extLst>
      <p:ext uri="{BB962C8B-B14F-4D97-AF65-F5344CB8AC3E}">
        <p14:creationId xmlns:p14="http://schemas.microsoft.com/office/powerpoint/2010/main" val="72178039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Exceptions</a:t>
            </a:r>
          </a:p>
        </p:txBody>
      </p:sp>
      <p:sp>
        <p:nvSpPr>
          <p:cNvPr id="3" name="Content Placeholder 2"/>
          <p:cNvSpPr>
            <a:spLocks noGrp="1"/>
          </p:cNvSpPr>
          <p:nvPr>
            <p:ph idx="1"/>
          </p:nvPr>
        </p:nvSpPr>
        <p:spPr/>
        <p:txBody>
          <a:bodyPr>
            <a:normAutofit/>
          </a:bodyPr>
          <a:lstStyle/>
          <a:p>
            <a:pPr marL="0" indent="0">
              <a:buNone/>
            </a:pPr>
            <a:r>
              <a:rPr lang="en-US" dirty="0"/>
              <a:t>Programmatic mechanism to handle errors that occur during execution of the program (runtime)</a:t>
            </a:r>
          </a:p>
          <a:p>
            <a:endParaRPr lang="en-US" dirty="0"/>
          </a:p>
          <a:p>
            <a:pPr marL="0" indent="0">
              <a:buNone/>
            </a:pPr>
            <a:r>
              <a:rPr lang="en-US" dirty="0"/>
              <a:t>Verbs</a:t>
            </a:r>
            <a:r>
              <a:rPr lang="mr-IN" dirty="0"/>
              <a:t>…</a:t>
            </a:r>
            <a:endParaRPr lang="en-US" dirty="0"/>
          </a:p>
          <a:p>
            <a:pPr marL="457153" lvl="1" indent="0">
              <a:buNone/>
            </a:pPr>
            <a:r>
              <a:rPr lang="en-US" b="1" dirty="0"/>
              <a:t>Throw</a:t>
            </a:r>
            <a:r>
              <a:rPr lang="en-US" dirty="0"/>
              <a:t>: when an error occurs, code </a:t>
            </a:r>
            <a:r>
              <a:rPr lang="en-US" i="1" dirty="0"/>
              <a:t>throws</a:t>
            </a:r>
            <a:r>
              <a:rPr lang="en-US" dirty="0"/>
              <a:t> a new instance of an Exception class</a:t>
            </a:r>
          </a:p>
          <a:p>
            <a:pPr marL="457153" lvl="1" indent="0">
              <a:buNone/>
            </a:pPr>
            <a:r>
              <a:rPr lang="en-US" b="1" dirty="0"/>
              <a:t>Catch</a:t>
            </a:r>
            <a:r>
              <a:rPr lang="en-US" dirty="0"/>
              <a:t>: code that knows how to handle a particular type </a:t>
            </a:r>
            <a:r>
              <a:rPr lang="en-US" i="1" dirty="0"/>
              <a:t>catches</a:t>
            </a:r>
            <a:r>
              <a:rPr lang="en-US" dirty="0"/>
              <a:t> an exception to handle it</a:t>
            </a:r>
          </a:p>
        </p:txBody>
      </p:sp>
    </p:spTree>
    <p:extLst>
      <p:ext uri="{BB962C8B-B14F-4D97-AF65-F5344CB8AC3E}">
        <p14:creationId xmlns:p14="http://schemas.microsoft.com/office/powerpoint/2010/main" val="17550062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Exception Mechanics</a:t>
            </a:r>
          </a:p>
        </p:txBody>
      </p:sp>
      <p:sp>
        <p:nvSpPr>
          <p:cNvPr id="3" name="Content Placeholder 2"/>
          <p:cNvSpPr>
            <a:spLocks noGrp="1"/>
          </p:cNvSpPr>
          <p:nvPr>
            <p:ph idx="1"/>
          </p:nvPr>
        </p:nvSpPr>
        <p:spPr/>
        <p:txBody>
          <a:bodyPr/>
          <a:lstStyle/>
          <a:p>
            <a:r>
              <a:rPr lang="en-US" dirty="0"/>
              <a:t>When an exception is thrown, execution sequentially pops out of each scope until either code catches it, or the program ends</a:t>
            </a:r>
          </a:p>
          <a:p>
            <a:endParaRPr lang="en-US" dirty="0"/>
          </a:p>
          <a:p>
            <a:r>
              <a:rPr lang="en-US" dirty="0"/>
              <a:t>Programmers use </a:t>
            </a:r>
            <a:r>
              <a:rPr lang="en-US" b="1" dirty="0">
                <a:latin typeface="Consolas" charset="0"/>
                <a:ea typeface="Consolas" charset="0"/>
                <a:cs typeface="Consolas" charset="0"/>
              </a:rPr>
              <a:t>try</a:t>
            </a:r>
            <a:r>
              <a:rPr lang="en-US" dirty="0"/>
              <a:t>-</a:t>
            </a:r>
            <a:r>
              <a:rPr lang="en-US" b="1" dirty="0">
                <a:latin typeface="Consolas" charset="0"/>
                <a:ea typeface="Consolas" charset="0"/>
                <a:cs typeface="Consolas" charset="0"/>
              </a:rPr>
              <a:t>catch</a:t>
            </a:r>
            <a:r>
              <a:rPr lang="en-US" dirty="0"/>
              <a:t> blocks to handle potential runtime errors within a section of code</a:t>
            </a:r>
          </a:p>
        </p:txBody>
      </p:sp>
    </p:spTree>
    <p:extLst>
      <p:ext uri="{BB962C8B-B14F-4D97-AF65-F5344CB8AC3E}">
        <p14:creationId xmlns:p14="http://schemas.microsoft.com/office/powerpoint/2010/main" val="18959350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try-catch</a:t>
            </a:r>
          </a:p>
        </p:txBody>
      </p:sp>
      <p:sp>
        <p:nvSpPr>
          <p:cNvPr id="3" name="Content Placeholder 2"/>
          <p:cNvSpPr>
            <a:spLocks noGrp="1"/>
          </p:cNvSpPr>
          <p:nvPr>
            <p:ph idx="1"/>
          </p:nvPr>
        </p:nvSpPr>
        <p:spPr/>
        <p:txBody>
          <a:bodyPr>
            <a:normAutofit/>
          </a:bodyPr>
          <a:lstStyle/>
          <a:p>
            <a:pPr marL="0" indent="0">
              <a:buNone/>
            </a:pPr>
            <a:r>
              <a:rPr lang="en-US" sz="2400" b="1" dirty="0">
                <a:latin typeface="Consolas" charset="0"/>
                <a:ea typeface="Consolas" charset="0"/>
                <a:cs typeface="Consolas" charset="0"/>
              </a:rPr>
              <a:t>try {</a:t>
            </a:r>
          </a:p>
          <a:p>
            <a:pPr marL="0" indent="0">
              <a:buNone/>
            </a:pPr>
            <a:r>
              <a:rPr lang="en-US" sz="2400" b="1" dirty="0">
                <a:latin typeface="Consolas" charset="0"/>
                <a:ea typeface="Consolas" charset="0"/>
                <a:cs typeface="Consolas" charset="0"/>
              </a:rPr>
              <a:t>	STATEMENTS THAT MIGHT THROW EXCEPTIONS</a:t>
            </a:r>
          </a:p>
          <a:p>
            <a:pPr marL="0" indent="0">
              <a:buNone/>
            </a:pPr>
            <a:r>
              <a:rPr lang="en-US" sz="2400" b="1" dirty="0">
                <a:latin typeface="Consolas" charset="0"/>
                <a:ea typeface="Consolas" charset="0"/>
                <a:cs typeface="Consolas" charset="0"/>
              </a:rPr>
              <a:t>} catch (EXCEPTION_TYPE1 EXCEPTION_VARIABLE1) {</a:t>
            </a:r>
          </a:p>
          <a:p>
            <a:pPr marL="0" indent="0">
              <a:buNone/>
            </a:pPr>
            <a:r>
              <a:rPr lang="en-US" sz="2400" b="1" dirty="0">
                <a:latin typeface="Consolas" charset="0"/>
                <a:ea typeface="Consolas" charset="0"/>
                <a:cs typeface="Consolas" charset="0"/>
              </a:rPr>
              <a:t>	STATEMENTS THAT HANDLE EXCEPTION_TYPE1</a:t>
            </a:r>
          </a:p>
          <a:p>
            <a:pPr marL="0" indent="0">
              <a:buNone/>
            </a:pPr>
            <a:r>
              <a:rPr lang="en-US" sz="2400" b="1" dirty="0">
                <a:latin typeface="Consolas" charset="0"/>
                <a:ea typeface="Consolas" charset="0"/>
                <a:cs typeface="Consolas" charset="0"/>
              </a:rPr>
              <a:t>} catch (EXCEPTION_TYPE2 EXCEPTION_VARIABLE2) {</a:t>
            </a:r>
          </a:p>
          <a:p>
            <a:pPr marL="0" indent="0">
              <a:buNone/>
            </a:pPr>
            <a:r>
              <a:rPr lang="en-US" sz="2400" b="1" dirty="0">
                <a:latin typeface="Consolas" charset="0"/>
                <a:ea typeface="Consolas" charset="0"/>
                <a:cs typeface="Consolas" charset="0"/>
              </a:rPr>
              <a:t>	STATEMENTS THAT HANDLE EXCEPTION_TYPE2</a:t>
            </a:r>
          </a:p>
          <a:p>
            <a:pPr marL="0" indent="0">
              <a:buNone/>
            </a:pPr>
            <a:r>
              <a:rPr lang="en-US" sz="2400" b="1" dirty="0">
                <a:latin typeface="Consolas" charset="0"/>
                <a:ea typeface="Consolas" charset="0"/>
                <a:cs typeface="Consolas" charset="0"/>
              </a:rPr>
              <a:t>}</a:t>
            </a:r>
          </a:p>
          <a:p>
            <a:pPr marL="0" indent="0">
              <a:buNone/>
            </a:pPr>
            <a:r>
              <a:rPr lang="en-US" sz="2400" b="1" dirty="0">
                <a:latin typeface="Consolas" charset="0"/>
                <a:ea typeface="Consolas" charset="0"/>
                <a:cs typeface="Consolas" charset="0"/>
              </a:rPr>
              <a:t>…</a:t>
            </a:r>
          </a:p>
          <a:p>
            <a:pPr marL="0" indent="0">
              <a:buNone/>
            </a:pPr>
            <a:endParaRPr lang="en-US" sz="2400" b="1" dirty="0">
              <a:latin typeface="Consolas" charset="0"/>
              <a:ea typeface="Consolas" charset="0"/>
              <a:cs typeface="Consolas" charset="0"/>
            </a:endParaRPr>
          </a:p>
        </p:txBody>
      </p:sp>
    </p:spTree>
    <p:extLst>
      <p:ext uri="{BB962C8B-B14F-4D97-AF65-F5344CB8AC3E}">
        <p14:creationId xmlns:p14="http://schemas.microsoft.com/office/powerpoint/2010/main" val="14867661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idx="1"/>
          </p:nvPr>
        </p:nvSpPr>
        <p:spPr/>
        <p:txBody>
          <a:bodyPr>
            <a:normAutofit fontScale="85000" lnSpcReduction="20000"/>
          </a:bodyPr>
          <a:lstStyle/>
          <a:p>
            <a:pPr marL="0" indent="0">
              <a:buNone/>
            </a:pPr>
            <a:r>
              <a:rPr lang="en-US" b="1" dirty="0">
                <a:latin typeface="Consolas" charset="0"/>
                <a:ea typeface="Consolas" charset="0"/>
                <a:cs typeface="Consolas" charset="0"/>
              </a:rPr>
              <a:t>Scanner input = new Scanner(</a:t>
            </a:r>
            <a:r>
              <a:rPr lang="en-US" b="1" dirty="0" err="1">
                <a:latin typeface="Consolas" charset="0"/>
                <a:ea typeface="Consolas" charset="0"/>
                <a:cs typeface="Consolas" charset="0"/>
              </a:rPr>
              <a:t>System.in</a:t>
            </a:r>
            <a:r>
              <a:rPr lang="en-US" b="1" dirty="0">
                <a:latin typeface="Consolas" charset="0"/>
                <a:ea typeface="Consolas" charset="0"/>
                <a:cs typeface="Consolas" charset="0"/>
              </a:rPr>
              <a:t>);		</a:t>
            </a:r>
          </a:p>
          <a:p>
            <a:pPr marL="0" indent="0">
              <a:buNone/>
            </a:pP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inputValue</a:t>
            </a:r>
            <a:r>
              <a:rPr lang="en-US" b="1" dirty="0">
                <a:latin typeface="Consolas" charset="0"/>
                <a:ea typeface="Consolas" charset="0"/>
                <a:cs typeface="Consolas" charset="0"/>
              </a:rPr>
              <a:t> = 0;		</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try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("Enter an integer: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inputValue</a:t>
            </a:r>
            <a:r>
              <a:rPr lang="en-US" b="1" dirty="0">
                <a:latin typeface="Consolas" charset="0"/>
                <a:ea typeface="Consolas" charset="0"/>
                <a:cs typeface="Consolas" charset="0"/>
              </a:rPr>
              <a:t> = </a:t>
            </a:r>
            <a:r>
              <a:rPr lang="en-US" b="1" dirty="0" err="1">
                <a:latin typeface="Consolas" charset="0"/>
                <a:ea typeface="Consolas" charset="0"/>
                <a:cs typeface="Consolas" charset="0"/>
              </a:rPr>
              <a:t>input.nextInt</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catch (</a:t>
            </a:r>
            <a:r>
              <a:rPr lang="en-US" b="1" dirty="0" err="1">
                <a:latin typeface="Consolas" charset="0"/>
                <a:ea typeface="Consolas" charset="0"/>
                <a:cs typeface="Consolas" charset="0"/>
              </a:rPr>
              <a:t>InputMismatchException</a:t>
            </a:r>
            <a:r>
              <a:rPr lang="en-US" b="1" dirty="0">
                <a:latin typeface="Consolas" charset="0"/>
                <a:ea typeface="Consolas" charset="0"/>
                <a:cs typeface="Consolas" charset="0"/>
              </a:rPr>
              <a:t> ex)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("Error! Integer required!%n");</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System.exit</a:t>
            </a:r>
            <a:r>
              <a:rPr lang="en-US" b="1" dirty="0">
                <a:latin typeface="Consolas" charset="0"/>
                <a:ea typeface="Consolas" charset="0"/>
                <a:cs typeface="Consolas" charset="0"/>
              </a:rPr>
              <a:t>(0);</a:t>
            </a:r>
          </a:p>
          <a:p>
            <a:pPr marL="0" indent="0">
              <a:buNone/>
            </a:pPr>
            <a:r>
              <a:rPr lang="en-US" b="1" dirty="0">
                <a:latin typeface="Consolas" charset="0"/>
                <a:ea typeface="Consolas" charset="0"/>
                <a:cs typeface="Consolas" charset="0"/>
              </a:rPr>
              <a:t>}</a:t>
            </a:r>
          </a:p>
          <a:p>
            <a:pPr marL="0" indent="0">
              <a:buNone/>
            </a:pPr>
            <a:r>
              <a:rPr lang="en-US" b="1" dirty="0">
                <a:latin typeface="Consolas" charset="0"/>
                <a:ea typeface="Consolas" charset="0"/>
                <a:cs typeface="Consolas" charset="0"/>
              </a:rPr>
              <a:t>	</a:t>
            </a:r>
          </a:p>
          <a:p>
            <a:pPr marL="0" indent="0">
              <a:buNone/>
            </a:pP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("%d^2=%</a:t>
            </a:r>
            <a:r>
              <a:rPr lang="en-US" b="1" dirty="0" err="1">
                <a:latin typeface="Consolas" charset="0"/>
                <a:ea typeface="Consolas" charset="0"/>
                <a:cs typeface="Consolas" charset="0"/>
              </a:rPr>
              <a:t>d%n</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inputValue</a:t>
            </a:r>
            <a:r>
              <a:rPr lang="en-US" b="1" dirty="0">
                <a:latin typeface="Consolas" charset="0"/>
                <a:ea typeface="Consolas" charset="0"/>
                <a:cs typeface="Consolas" charset="0"/>
              </a:rPr>
              <a:t>, </a:t>
            </a:r>
            <a:r>
              <a:rPr lang="en-US" b="1" dirty="0" err="1">
                <a:latin typeface="Consolas" charset="0"/>
                <a:ea typeface="Consolas" charset="0"/>
                <a:cs typeface="Consolas" charset="0"/>
              </a:rPr>
              <a:t>inputValue</a:t>
            </a:r>
            <a:r>
              <a:rPr lang="en-US" b="1" dirty="0">
                <a:latin typeface="Consolas" charset="0"/>
                <a:ea typeface="Consolas" charset="0"/>
                <a:cs typeface="Consolas" charset="0"/>
              </a:rPr>
              <a:t>*</a:t>
            </a:r>
            <a:r>
              <a:rPr lang="en-US" b="1" dirty="0" err="1">
                <a:latin typeface="Consolas" charset="0"/>
                <a:ea typeface="Consolas" charset="0"/>
                <a:cs typeface="Consolas" charset="0"/>
              </a:rPr>
              <a:t>inputValue</a:t>
            </a: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17738622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Passing the Buck</a:t>
            </a:r>
          </a:p>
        </p:txBody>
      </p:sp>
      <p:sp>
        <p:nvSpPr>
          <p:cNvPr id="3" name="Content Placeholder 2"/>
          <p:cNvSpPr>
            <a:spLocks noGrp="1"/>
          </p:cNvSpPr>
          <p:nvPr>
            <p:ph idx="1"/>
          </p:nvPr>
        </p:nvSpPr>
        <p:spPr/>
        <p:txBody>
          <a:bodyPr/>
          <a:lstStyle/>
          <a:p>
            <a:pPr marL="0" indent="0">
              <a:buNone/>
            </a:pPr>
            <a:r>
              <a:rPr lang="en-US" dirty="0"/>
              <a:t>If a method programmer opts not to catch exception(s), these should be listed in the method signature via the throws keyword</a:t>
            </a:r>
          </a:p>
          <a:p>
            <a:endParaRPr lang="en-US" dirty="0"/>
          </a:p>
          <a:p>
            <a:pPr marL="0" indent="0">
              <a:buNone/>
            </a:pPr>
            <a:r>
              <a:rPr lang="en-US" b="1" dirty="0">
                <a:latin typeface="Consolas" charset="0"/>
                <a:ea typeface="Consolas" charset="0"/>
                <a:cs typeface="Consolas" charset="0"/>
              </a:rPr>
              <a:t>public static </a:t>
            </a:r>
            <a:r>
              <a:rPr lang="en-US" b="1" dirty="0" err="1">
                <a:latin typeface="Consolas" charset="0"/>
                <a:ea typeface="Consolas" charset="0"/>
                <a:cs typeface="Consolas" charset="0"/>
              </a:rPr>
              <a:t>int</a:t>
            </a:r>
            <a:r>
              <a:rPr lang="en-US" b="1" dirty="0">
                <a:latin typeface="Consolas" charset="0"/>
                <a:ea typeface="Consolas" charset="0"/>
                <a:cs typeface="Consolas" charset="0"/>
              </a:rPr>
              <a:t> </a:t>
            </a:r>
            <a:r>
              <a:rPr lang="en-US" b="1" dirty="0" err="1">
                <a:latin typeface="Consolas" charset="0"/>
                <a:ea typeface="Consolas" charset="0"/>
                <a:cs typeface="Consolas" charset="0"/>
              </a:rPr>
              <a:t>readInt</a:t>
            </a:r>
            <a:r>
              <a:rPr lang="en-US" b="1" dirty="0">
                <a:latin typeface="Consolas" charset="0"/>
                <a:ea typeface="Consolas" charset="0"/>
                <a:cs typeface="Consolas" charset="0"/>
              </a:rPr>
              <a:t>(Scanner s) throws </a:t>
            </a:r>
            <a:r>
              <a:rPr lang="en-US" b="1" dirty="0" err="1">
                <a:latin typeface="Consolas" charset="0"/>
                <a:ea typeface="Consolas" charset="0"/>
                <a:cs typeface="Consolas" charset="0"/>
              </a:rPr>
              <a:t>InputMismatchException</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a:t>
            </a:r>
            <a:r>
              <a:rPr lang="en-US" b="1" dirty="0">
                <a:latin typeface="Consolas" charset="0"/>
                <a:ea typeface="Consolas" charset="0"/>
                <a:cs typeface="Consolas" charset="0"/>
              </a:rPr>
              <a:t>("Enter an integer: ");</a:t>
            </a:r>
          </a:p>
          <a:p>
            <a:pPr marL="0" indent="0">
              <a:buNone/>
            </a:pPr>
            <a:r>
              <a:rPr lang="en-US" b="1" dirty="0">
                <a:latin typeface="Consolas" charset="0"/>
                <a:ea typeface="Consolas" charset="0"/>
                <a:cs typeface="Consolas" charset="0"/>
              </a:rPr>
              <a:t>	return </a:t>
            </a:r>
            <a:r>
              <a:rPr lang="en-US" b="1" dirty="0" err="1">
                <a:latin typeface="Consolas" charset="0"/>
                <a:ea typeface="Consolas" charset="0"/>
                <a:cs typeface="Consolas" charset="0"/>
              </a:rPr>
              <a:t>s.nextInt</a:t>
            </a:r>
            <a:r>
              <a:rPr lang="en-US" b="1" dirty="0">
                <a:latin typeface="Consolas" charset="0"/>
                <a:ea typeface="Consolas" charset="0"/>
                <a:cs typeface="Consolas" charset="0"/>
              </a:rPr>
              <a:t>();</a:t>
            </a:r>
          </a:p>
          <a:p>
            <a:pPr marL="0" indent="0">
              <a:buNone/>
            </a:pP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99057327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idx="1"/>
          </p:nvPr>
        </p:nvSpPr>
        <p:spPr/>
        <p:txBody>
          <a:bodyPr>
            <a:noAutofit/>
          </a:bodyPr>
          <a:lstStyle/>
          <a:p>
            <a:pPr marL="0" indent="0">
              <a:buNone/>
            </a:pPr>
            <a:r>
              <a:rPr lang="en-US" b="1" dirty="0">
                <a:latin typeface="Consolas" charset="0"/>
                <a:ea typeface="Consolas" charset="0"/>
                <a:cs typeface="Consolas" charset="0"/>
              </a:rPr>
              <a:t>public static void </a:t>
            </a:r>
            <a:r>
              <a:rPr lang="en-US" b="1" dirty="0" err="1">
                <a:latin typeface="Consolas" charset="0"/>
                <a:ea typeface="Consolas" charset="0"/>
                <a:cs typeface="Consolas" charset="0"/>
              </a:rPr>
              <a:t>doSomethingBad</a:t>
            </a:r>
            <a:r>
              <a:rPr lang="en-US" b="1" dirty="0">
                <a:latin typeface="Consolas" charset="0"/>
                <a:ea typeface="Consolas" charset="0"/>
                <a:cs typeface="Consolas" charset="0"/>
              </a:rPr>
              <a:t>() throws </a:t>
            </a:r>
            <a:r>
              <a:rPr lang="en-US" b="1" dirty="0" err="1">
                <a:latin typeface="Consolas" charset="0"/>
                <a:ea typeface="Consolas" charset="0"/>
                <a:cs typeface="Consolas" charset="0"/>
              </a:rPr>
              <a:t>IOException</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throw new </a:t>
            </a:r>
            <a:r>
              <a:rPr lang="en-US" b="1" dirty="0" err="1">
                <a:latin typeface="Consolas" charset="0"/>
                <a:ea typeface="Consolas" charset="0"/>
                <a:cs typeface="Consolas" charset="0"/>
              </a:rPr>
              <a:t>IOException</a:t>
            </a:r>
            <a:r>
              <a:rPr lang="en-US" b="1" dirty="0">
                <a:latin typeface="Consolas" charset="0"/>
                <a:ea typeface="Consolas" charset="0"/>
                <a:cs typeface="Consolas" charset="0"/>
              </a:rPr>
              <a:t>("Oops");</a:t>
            </a:r>
          </a:p>
          <a:p>
            <a:pPr marL="0" indent="0">
              <a:buNone/>
            </a:pPr>
            <a:r>
              <a:rPr lang="en-US" b="1" dirty="0">
                <a:latin typeface="Consolas" charset="0"/>
                <a:ea typeface="Consolas" charset="0"/>
                <a:cs typeface="Consolas" charset="0"/>
              </a:rPr>
              <a:t>}</a:t>
            </a:r>
          </a:p>
          <a:p>
            <a:pPr marL="0" indent="0">
              <a:buNone/>
            </a:pPr>
            <a:endParaRPr lang="en-US" b="1" dirty="0">
              <a:latin typeface="Consolas" charset="0"/>
              <a:ea typeface="Consolas" charset="0"/>
              <a:cs typeface="Consolas" charset="0"/>
            </a:endParaRPr>
          </a:p>
          <a:p>
            <a:pPr marL="0" indent="0">
              <a:buNone/>
            </a:pPr>
            <a:r>
              <a:rPr lang="en-US" b="1" dirty="0">
                <a:latin typeface="Consolas" charset="0"/>
                <a:ea typeface="Consolas" charset="0"/>
                <a:cs typeface="Consolas" charset="0"/>
              </a:rPr>
              <a:t>public static void main(String[] </a:t>
            </a:r>
            <a:r>
              <a:rPr lang="en-US" b="1" dirty="0" err="1">
                <a:latin typeface="Consolas" charset="0"/>
                <a:ea typeface="Consolas" charset="0"/>
                <a:cs typeface="Consolas" charset="0"/>
              </a:rPr>
              <a:t>args</a:t>
            </a: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	try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doSomethingBad</a:t>
            </a:r>
            <a:r>
              <a:rPr lang="en-US" b="1" dirty="0">
                <a:latin typeface="Consolas" charset="0"/>
                <a:ea typeface="Consolas" charset="0"/>
                <a:cs typeface="Consolas" charset="0"/>
              </a:rPr>
              <a:t>();</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("Yay :)%n");</a:t>
            </a:r>
          </a:p>
          <a:p>
            <a:pPr marL="0" indent="0">
              <a:buNone/>
            </a:pPr>
            <a:r>
              <a:rPr lang="en-US" b="1" dirty="0">
                <a:latin typeface="Consolas" charset="0"/>
                <a:ea typeface="Consolas" charset="0"/>
                <a:cs typeface="Consolas" charset="0"/>
              </a:rPr>
              <a:t>	} catch (</a:t>
            </a:r>
            <a:r>
              <a:rPr lang="en-US" b="1" dirty="0" err="1">
                <a:latin typeface="Consolas" charset="0"/>
                <a:ea typeface="Consolas" charset="0"/>
                <a:cs typeface="Consolas" charset="0"/>
              </a:rPr>
              <a:t>IOException</a:t>
            </a:r>
            <a:r>
              <a:rPr lang="en-US" b="1" dirty="0">
                <a:latin typeface="Consolas" charset="0"/>
                <a:ea typeface="Consolas" charset="0"/>
                <a:cs typeface="Consolas" charset="0"/>
              </a:rPr>
              <a:t> e) {</a:t>
            </a:r>
          </a:p>
          <a:p>
            <a:pPr marL="0" indent="0">
              <a:buNone/>
            </a:pPr>
            <a:r>
              <a:rPr lang="en-US" b="1" dirty="0">
                <a:latin typeface="Consolas" charset="0"/>
                <a:ea typeface="Consolas" charset="0"/>
                <a:cs typeface="Consolas" charset="0"/>
              </a:rPr>
              <a:t>		</a:t>
            </a:r>
            <a:r>
              <a:rPr lang="en-US" b="1" dirty="0" err="1">
                <a:latin typeface="Consolas" charset="0"/>
                <a:ea typeface="Consolas" charset="0"/>
                <a:cs typeface="Consolas" charset="0"/>
              </a:rPr>
              <a:t>System.out.printf</a:t>
            </a:r>
            <a:r>
              <a:rPr lang="en-US" b="1" dirty="0">
                <a:latin typeface="Consolas" charset="0"/>
                <a:ea typeface="Consolas" charset="0"/>
                <a:cs typeface="Consolas" charset="0"/>
              </a:rPr>
              <a:t>("%s :(%n", </a:t>
            </a:r>
            <a:r>
              <a:rPr lang="en-US" b="1" dirty="0" err="1">
                <a:latin typeface="Consolas" charset="0"/>
                <a:ea typeface="Consolas" charset="0"/>
                <a:cs typeface="Consolas" charset="0"/>
              </a:rPr>
              <a:t>e.getMessage</a:t>
            </a:r>
            <a:r>
              <a:rPr lang="en-US" b="1" dirty="0">
                <a:latin typeface="Consolas" charset="0"/>
                <a:ea typeface="Consolas" charset="0"/>
                <a:cs typeface="Consolas" charset="0"/>
              </a:rPr>
              <a:t>());</a:t>
            </a:r>
          </a:p>
          <a:p>
            <a:pPr marL="0" indent="0">
              <a:buNone/>
            </a:pPr>
            <a:r>
              <a:rPr lang="en-US" b="1" dirty="0">
                <a:latin typeface="Consolas" charset="0"/>
                <a:ea typeface="Consolas" charset="0"/>
                <a:cs typeface="Consolas" charset="0"/>
              </a:rPr>
              <a:t>	}</a:t>
            </a:r>
          </a:p>
          <a:p>
            <a:pPr marL="0" indent="0">
              <a:buNone/>
            </a:pPr>
            <a:r>
              <a:rPr lang="en-US" b="1" dirty="0">
                <a:latin typeface="Consolas" charset="0"/>
                <a:ea typeface="Consolas" charset="0"/>
                <a:cs typeface="Consolas" charset="0"/>
              </a:rPr>
              <a:t>}</a:t>
            </a:r>
          </a:p>
        </p:txBody>
      </p:sp>
    </p:spTree>
    <p:extLst>
      <p:ext uri="{BB962C8B-B14F-4D97-AF65-F5344CB8AC3E}">
        <p14:creationId xmlns:p14="http://schemas.microsoft.com/office/powerpoint/2010/main" val="7295712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I/O</a:t>
            </a:r>
          </a:p>
        </p:txBody>
      </p:sp>
      <p:sp>
        <p:nvSpPr>
          <p:cNvPr id="3" name="Content Placeholder 2"/>
          <p:cNvSpPr>
            <a:spLocks noGrp="1"/>
          </p:cNvSpPr>
          <p:nvPr>
            <p:ph idx="1"/>
          </p:nvPr>
        </p:nvSpPr>
        <p:spPr/>
        <p:txBody>
          <a:bodyPr>
            <a:normAutofit/>
          </a:bodyPr>
          <a:lstStyle/>
          <a:p>
            <a:r>
              <a:rPr lang="en-US" dirty="0"/>
              <a:t>I/O stands for </a:t>
            </a:r>
            <a:r>
              <a:rPr lang="en-US" dirty="0" err="1"/>
              <a:t>Input/Output</a:t>
            </a:r>
            <a:endParaRPr lang="en-US" dirty="0"/>
          </a:p>
          <a:p>
            <a:endParaRPr lang="en-US" dirty="0"/>
          </a:p>
          <a:p>
            <a:r>
              <a:rPr lang="en-US" dirty="0"/>
              <a:t>So far, we've used a Scanner object based on </a:t>
            </a:r>
            <a:r>
              <a:rPr lang="en-US" b="1" dirty="0" err="1">
                <a:latin typeface="Consolas" charset="0"/>
                <a:ea typeface="Consolas" charset="0"/>
                <a:cs typeface="Consolas" charset="0"/>
              </a:rPr>
              <a:t>System.in</a:t>
            </a:r>
            <a:r>
              <a:rPr lang="en-US" dirty="0"/>
              <a:t> for all terminal input (usually user's keyboard) and </a:t>
            </a:r>
            <a:r>
              <a:rPr lang="en-US" b="1" dirty="0" err="1">
                <a:latin typeface="Consolas" charset="0"/>
                <a:ea typeface="Consolas" charset="0"/>
                <a:cs typeface="Consolas" charset="0"/>
              </a:rPr>
              <a:t>System.out</a:t>
            </a:r>
            <a:r>
              <a:rPr lang="en-US" dirty="0"/>
              <a:t> for all terminal output</a:t>
            </a:r>
          </a:p>
          <a:p>
            <a:endParaRPr lang="en-US" dirty="0"/>
          </a:p>
          <a:p>
            <a:r>
              <a:rPr lang="en-US" b="1" dirty="0" err="1">
                <a:latin typeface="Consolas" charset="0"/>
                <a:ea typeface="Consolas" charset="0"/>
                <a:cs typeface="Consolas" charset="0"/>
              </a:rPr>
              <a:t>System.in</a:t>
            </a:r>
            <a:r>
              <a:rPr lang="en-US" dirty="0"/>
              <a:t> and </a:t>
            </a:r>
            <a:r>
              <a:rPr lang="en-US" b="1" dirty="0" err="1">
                <a:latin typeface="Consolas" charset="0"/>
                <a:ea typeface="Consolas" charset="0"/>
                <a:cs typeface="Consolas" charset="0"/>
              </a:rPr>
              <a:t>System.out</a:t>
            </a:r>
            <a:r>
              <a:rPr lang="en-US" dirty="0"/>
              <a:t> are predefined I/O objects that are available automatically in every Java program</a:t>
            </a:r>
          </a:p>
        </p:txBody>
      </p:sp>
    </p:spTree>
    <p:extLst>
      <p:ext uri="{BB962C8B-B14F-4D97-AF65-F5344CB8AC3E}">
        <p14:creationId xmlns:p14="http://schemas.microsoft.com/office/powerpoint/2010/main" val="11315077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Files</a:t>
            </a:r>
          </a:p>
        </p:txBody>
      </p:sp>
      <p:sp>
        <p:nvSpPr>
          <p:cNvPr id="3" name="Content Placeholder 2"/>
          <p:cNvSpPr>
            <a:spLocks noGrp="1"/>
          </p:cNvSpPr>
          <p:nvPr>
            <p:ph idx="1"/>
          </p:nvPr>
        </p:nvSpPr>
        <p:spPr/>
        <p:txBody>
          <a:bodyPr>
            <a:normAutofit/>
          </a:bodyPr>
          <a:lstStyle/>
          <a:p>
            <a:r>
              <a:rPr lang="en-US" dirty="0"/>
              <a:t>Files are useful to store large data sets for a program and/or to save the need to type in all the input data values individually</a:t>
            </a:r>
          </a:p>
          <a:p>
            <a:endParaRPr lang="en-US" dirty="0"/>
          </a:p>
          <a:p>
            <a:r>
              <a:rPr lang="en-US" dirty="0"/>
              <a:t>Accessed via File objects</a:t>
            </a:r>
          </a:p>
          <a:p>
            <a:pPr marL="457153" lvl="1" indent="0">
              <a:buNone/>
            </a:pPr>
            <a:r>
              <a:rPr lang="en-US" b="1" dirty="0">
                <a:latin typeface="Consolas" charset="0"/>
                <a:ea typeface="Consolas" charset="0"/>
                <a:cs typeface="Consolas" charset="0"/>
              </a:rPr>
              <a:t>File f = new File("path");</a:t>
            </a:r>
          </a:p>
          <a:p>
            <a:pPr lvl="1"/>
            <a:r>
              <a:rPr lang="en-US" dirty="0"/>
              <a:t>Paths default to current directory, unless absolute (prefixed with </a:t>
            </a:r>
            <a:r>
              <a:rPr lang="en-US" b="1" dirty="0">
                <a:latin typeface="Consolas" charset="0"/>
                <a:ea typeface="Consolas" charset="0"/>
                <a:cs typeface="Consolas" charset="0"/>
              </a:rPr>
              <a:t>c:/</a:t>
            </a:r>
            <a:r>
              <a:rPr lang="en-US" dirty="0"/>
              <a:t> or </a:t>
            </a:r>
            <a:r>
              <a:rPr lang="en-US" b="1" dirty="0">
                <a:latin typeface="Consolas" charset="0"/>
                <a:ea typeface="Consolas" charset="0"/>
                <a:cs typeface="Consolas" charset="0"/>
              </a:rPr>
              <a:t>/</a:t>
            </a:r>
            <a:r>
              <a:rPr lang="en-US" dirty="0"/>
              <a:t>) are given</a:t>
            </a:r>
          </a:p>
          <a:p>
            <a:pPr lvl="1"/>
            <a:endParaRPr lang="en-US" dirty="0"/>
          </a:p>
          <a:p>
            <a:r>
              <a:rPr lang="en-US" dirty="0"/>
              <a:t>For basic cases, we use </a:t>
            </a:r>
            <a:r>
              <a:rPr lang="en-US" b="1" dirty="0">
                <a:latin typeface="Consolas" charset="0"/>
                <a:ea typeface="Consolas" charset="0"/>
                <a:cs typeface="Consolas" charset="0"/>
              </a:rPr>
              <a:t>Scanner</a:t>
            </a:r>
            <a:r>
              <a:rPr lang="en-US" dirty="0"/>
              <a:t> objects for file input and </a:t>
            </a:r>
            <a:r>
              <a:rPr lang="en-US" b="1" dirty="0" err="1">
                <a:latin typeface="Consolas" charset="0"/>
                <a:ea typeface="Consolas" charset="0"/>
                <a:cs typeface="Consolas" charset="0"/>
              </a:rPr>
              <a:t>PrintWriter</a:t>
            </a:r>
            <a:r>
              <a:rPr lang="en-US" dirty="0"/>
              <a:t> objects for output</a:t>
            </a:r>
          </a:p>
        </p:txBody>
      </p:sp>
    </p:spTree>
    <p:extLst>
      <p:ext uri="{BB962C8B-B14F-4D97-AF65-F5344CB8AC3E}">
        <p14:creationId xmlns:p14="http://schemas.microsoft.com/office/powerpoint/2010/main" val="48321452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Issues with Files</a:t>
            </a:r>
          </a:p>
        </p:txBody>
      </p:sp>
      <p:sp>
        <p:nvSpPr>
          <p:cNvPr id="3" name="Content Placeholder 2"/>
          <p:cNvSpPr>
            <a:spLocks noGrp="1"/>
          </p:cNvSpPr>
          <p:nvPr>
            <p:ph idx="1"/>
          </p:nvPr>
        </p:nvSpPr>
        <p:spPr/>
        <p:txBody>
          <a:bodyPr>
            <a:normAutofit/>
          </a:bodyPr>
          <a:lstStyle/>
          <a:p>
            <a:r>
              <a:rPr lang="en-US" dirty="0"/>
              <a:t>When opening files, Java forces you to handle the situation of a file not being found via </a:t>
            </a:r>
            <a:r>
              <a:rPr lang="en-US" dirty="0" err="1"/>
              <a:t>FileNotFoundException</a:t>
            </a:r>
            <a:endParaRPr lang="en-US" dirty="0"/>
          </a:p>
          <a:p>
            <a:endParaRPr lang="en-US" dirty="0"/>
          </a:p>
          <a:p>
            <a:r>
              <a:rPr lang="en-US" dirty="0"/>
              <a:t>When you are done, you should close the file </a:t>
            </a:r>
            <a:r>
              <a:rPr lang="mr-IN" dirty="0"/>
              <a:t>–</a:t>
            </a:r>
            <a:r>
              <a:rPr lang="en-US" dirty="0"/>
              <a:t> make sure this happens no matter what!</a:t>
            </a:r>
          </a:p>
          <a:p>
            <a:endParaRPr lang="en-US" dirty="0"/>
          </a:p>
          <a:p>
            <a:r>
              <a:rPr lang="en-US" dirty="0"/>
              <a:t>To handle both these issues, we use the </a:t>
            </a:r>
            <a:r>
              <a:rPr lang="en-US" b="1" dirty="0">
                <a:latin typeface="Consolas" charset="0"/>
                <a:ea typeface="Consolas" charset="0"/>
                <a:cs typeface="Consolas" charset="0"/>
              </a:rPr>
              <a:t>try-with-resource</a:t>
            </a:r>
            <a:r>
              <a:rPr lang="en-US" dirty="0"/>
              <a:t> block in this class</a:t>
            </a:r>
          </a:p>
        </p:txBody>
      </p:sp>
    </p:spTree>
    <p:extLst>
      <p:ext uri="{BB962C8B-B14F-4D97-AF65-F5344CB8AC3E}">
        <p14:creationId xmlns:p14="http://schemas.microsoft.com/office/powerpoint/2010/main" val="69015104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File Input</a:t>
            </a:r>
          </a:p>
        </p:txBody>
      </p:sp>
      <p:sp>
        <p:nvSpPr>
          <p:cNvPr id="3" name="Content Placeholder 2"/>
          <p:cNvSpPr>
            <a:spLocks noGrp="1"/>
          </p:cNvSpPr>
          <p:nvPr>
            <p:ph idx="1"/>
          </p:nvPr>
        </p:nvSpPr>
        <p:spPr/>
        <p:txBody>
          <a:bodyPr>
            <a:noAutofit/>
          </a:bodyPr>
          <a:lstStyle/>
          <a:p>
            <a:pPr marL="0" indent="0">
              <a:buNone/>
            </a:pPr>
            <a:r>
              <a:rPr lang="en-US" sz="2000" b="1" dirty="0">
                <a:latin typeface="Consolas" charset="0"/>
                <a:ea typeface="Consolas" charset="0"/>
                <a:cs typeface="Consolas" charset="0"/>
              </a:rPr>
              <a:t>try (Scanner fin = new Scanner(new File("</a:t>
            </a:r>
            <a:r>
              <a:rPr lang="en-US" sz="2000" b="1" dirty="0" err="1">
                <a:latin typeface="Consolas" charset="0"/>
                <a:ea typeface="Consolas" charset="0"/>
                <a:cs typeface="Consolas" charset="0"/>
              </a:rPr>
              <a:t>test.txt</a:t>
            </a:r>
            <a:r>
              <a:rPr lang="en-US" sz="2000" b="1" dirty="0">
                <a:latin typeface="Consolas" charset="0"/>
                <a:ea typeface="Consolas" charset="0"/>
                <a:cs typeface="Consolas" charset="0"/>
              </a:rPr>
              <a:t>"))) {</a:t>
            </a:r>
          </a:p>
          <a:p>
            <a:pPr marL="0" indent="0">
              <a:buNone/>
            </a:pPr>
            <a:r>
              <a:rPr lang="en-US" sz="2000" b="1" dirty="0">
                <a:latin typeface="Consolas" charset="0"/>
                <a:ea typeface="Consolas" charset="0"/>
                <a:cs typeface="Consolas" charset="0"/>
              </a:rPr>
              <a:t>	while (</a:t>
            </a:r>
            <a:r>
              <a:rPr lang="en-US" sz="2000" b="1" dirty="0" err="1">
                <a:latin typeface="Consolas" charset="0"/>
                <a:ea typeface="Consolas" charset="0"/>
                <a:cs typeface="Consolas" charset="0"/>
              </a:rPr>
              <a:t>fin.hasNextLine</a:t>
            </a:r>
            <a:r>
              <a:rPr lang="en-US" sz="2000" b="1" dirty="0">
                <a:latin typeface="Consolas" charset="0"/>
                <a:ea typeface="Consolas" charset="0"/>
                <a:cs typeface="Consolas" charset="0"/>
              </a:rPr>
              <a:t>()) {</a:t>
            </a:r>
          </a:p>
          <a:p>
            <a:pPr marL="0" indent="0">
              <a:buNone/>
            </a:pPr>
            <a:r>
              <a:rPr lang="en-US" sz="2000" b="1" dirty="0">
                <a:latin typeface="Consolas" charset="0"/>
                <a:ea typeface="Consolas" charset="0"/>
                <a:cs typeface="Consolas" charset="0"/>
              </a:rPr>
              <a:t>		String </a:t>
            </a:r>
            <a:r>
              <a:rPr lang="en-US" sz="2000" b="1" dirty="0" err="1">
                <a:latin typeface="Consolas" charset="0"/>
                <a:ea typeface="Consolas" charset="0"/>
                <a:cs typeface="Consolas" charset="0"/>
              </a:rPr>
              <a:t>nextLine</a:t>
            </a:r>
            <a:r>
              <a:rPr lang="en-US" sz="2000" b="1" dirty="0">
                <a:latin typeface="Consolas" charset="0"/>
                <a:ea typeface="Consolas" charset="0"/>
                <a:cs typeface="Consolas" charset="0"/>
              </a:rPr>
              <a:t> = </a:t>
            </a:r>
            <a:r>
              <a:rPr lang="en-US" sz="2000" b="1" dirty="0" err="1">
                <a:latin typeface="Consolas" charset="0"/>
                <a:ea typeface="Consolas" charset="0"/>
                <a:cs typeface="Consolas" charset="0"/>
              </a:rPr>
              <a:t>fin.nextLine</a:t>
            </a:r>
            <a:r>
              <a:rPr lang="en-US" sz="2000" b="1" dirty="0">
                <a:latin typeface="Consolas" charset="0"/>
                <a:ea typeface="Consolas" charset="0"/>
                <a:cs typeface="Consolas" charset="0"/>
              </a:rPr>
              <a:t>();</a:t>
            </a:r>
          </a:p>
          <a:p>
            <a:pPr marL="0" indent="0">
              <a:buNone/>
            </a:pPr>
            <a:r>
              <a:rPr lang="en-US" sz="2000" b="1" dirty="0">
                <a:latin typeface="Consolas" charset="0"/>
                <a:ea typeface="Consolas" charset="0"/>
                <a:cs typeface="Consolas" charset="0"/>
              </a:rPr>
              <a:t>		</a:t>
            </a:r>
            <a:r>
              <a:rPr lang="en-US" sz="2000" b="1" dirty="0" err="1">
                <a:latin typeface="Consolas" charset="0"/>
                <a:ea typeface="Consolas" charset="0"/>
                <a:cs typeface="Consolas" charset="0"/>
              </a:rPr>
              <a:t>System.out.printf</a:t>
            </a:r>
            <a:r>
              <a:rPr lang="en-US" sz="2000" b="1" dirty="0">
                <a:latin typeface="Consolas" charset="0"/>
                <a:ea typeface="Consolas" charset="0"/>
                <a:cs typeface="Consolas" charset="0"/>
              </a:rPr>
              <a:t>(</a:t>
            </a:r>
            <a:r>
              <a:rPr lang="en-US" sz="2000" b="1" dirty="0" err="1">
                <a:latin typeface="Consolas" charset="0"/>
                <a:ea typeface="Consolas" charset="0"/>
                <a:cs typeface="Consolas" charset="0"/>
              </a:rPr>
              <a:t>nextLine</a:t>
            </a:r>
            <a:r>
              <a:rPr lang="en-US" sz="2000" b="1" dirty="0">
                <a:latin typeface="Consolas" charset="0"/>
                <a:ea typeface="Consolas" charset="0"/>
                <a:cs typeface="Consolas" charset="0"/>
              </a:rPr>
              <a:t>+"%n");</a:t>
            </a:r>
          </a:p>
          <a:p>
            <a:pPr marL="0" indent="0">
              <a:buNone/>
            </a:pPr>
            <a:r>
              <a:rPr lang="en-US" sz="2000" b="1" dirty="0">
                <a:latin typeface="Consolas" charset="0"/>
                <a:ea typeface="Consolas" charset="0"/>
                <a:cs typeface="Consolas" charset="0"/>
              </a:rPr>
              <a:t>	}</a:t>
            </a:r>
          </a:p>
          <a:p>
            <a:pPr marL="0" indent="0">
              <a:buNone/>
            </a:pPr>
            <a:r>
              <a:rPr lang="en-US" sz="2000" b="1" dirty="0">
                <a:latin typeface="Consolas" charset="0"/>
                <a:ea typeface="Consolas" charset="0"/>
                <a:cs typeface="Consolas" charset="0"/>
              </a:rPr>
              <a:t>} catch (</a:t>
            </a:r>
            <a:r>
              <a:rPr lang="en-US" sz="2000" b="1" dirty="0" err="1">
                <a:latin typeface="Consolas" charset="0"/>
                <a:ea typeface="Consolas" charset="0"/>
                <a:cs typeface="Consolas" charset="0"/>
              </a:rPr>
              <a:t>FileNotFoundException</a:t>
            </a:r>
            <a:r>
              <a:rPr lang="en-US" sz="2000" b="1" dirty="0">
                <a:latin typeface="Consolas" charset="0"/>
                <a:ea typeface="Consolas" charset="0"/>
                <a:cs typeface="Consolas" charset="0"/>
              </a:rPr>
              <a:t> ex) {</a:t>
            </a:r>
          </a:p>
          <a:p>
            <a:pPr marL="0" indent="0">
              <a:buNone/>
            </a:pPr>
            <a:r>
              <a:rPr lang="en-US" sz="2000" b="1" dirty="0">
                <a:latin typeface="Consolas" charset="0"/>
                <a:ea typeface="Consolas" charset="0"/>
                <a:cs typeface="Consolas" charset="0"/>
              </a:rPr>
              <a:t>		</a:t>
            </a:r>
            <a:r>
              <a:rPr lang="en-US" sz="2000" b="1" dirty="0" err="1">
                <a:latin typeface="Consolas" charset="0"/>
                <a:ea typeface="Consolas" charset="0"/>
                <a:cs typeface="Consolas" charset="0"/>
              </a:rPr>
              <a:t>System.out.printf</a:t>
            </a:r>
            <a:r>
              <a:rPr lang="en-US" sz="2000" b="1" dirty="0">
                <a:latin typeface="Consolas" charset="0"/>
                <a:ea typeface="Consolas" charset="0"/>
                <a:cs typeface="Consolas" charset="0"/>
              </a:rPr>
              <a:t>("File not found!%n");</a:t>
            </a:r>
          </a:p>
          <a:p>
            <a:pPr marL="0" indent="0">
              <a:buNone/>
            </a:pPr>
            <a:r>
              <a:rPr lang="en-US" sz="2000" b="1" dirty="0">
                <a:latin typeface="Consolas" charset="0"/>
                <a:ea typeface="Consolas" charset="0"/>
                <a:cs typeface="Consolas" charset="0"/>
              </a:rPr>
              <a:t>		</a:t>
            </a:r>
            <a:r>
              <a:rPr lang="en-US" sz="2000" b="1" dirty="0" err="1">
                <a:latin typeface="Consolas" charset="0"/>
                <a:ea typeface="Consolas" charset="0"/>
                <a:cs typeface="Consolas" charset="0"/>
              </a:rPr>
              <a:t>System.exit</a:t>
            </a:r>
            <a:r>
              <a:rPr lang="en-US" sz="2000" b="1" dirty="0">
                <a:latin typeface="Consolas" charset="0"/>
                <a:ea typeface="Consolas" charset="0"/>
                <a:cs typeface="Consolas" charset="0"/>
              </a:rPr>
              <a:t>(0);</a:t>
            </a:r>
          </a:p>
          <a:p>
            <a:pPr marL="0" indent="0">
              <a:buNone/>
            </a:pPr>
            <a:r>
              <a:rPr lang="en-US" sz="2000" b="1" dirty="0">
                <a:latin typeface="Consolas" charset="0"/>
                <a:ea typeface="Consolas" charset="0"/>
                <a:cs typeface="Consolas" charset="0"/>
              </a:rPr>
              <a:t>}</a:t>
            </a:r>
          </a:p>
          <a:p>
            <a:pPr marL="0" indent="0">
              <a:buNone/>
            </a:pPr>
            <a:endParaRPr lang="en-US" sz="2000" b="1" dirty="0">
              <a:latin typeface="Consolas" charset="0"/>
              <a:ea typeface="Consolas" charset="0"/>
              <a:cs typeface="Consolas" charset="0"/>
            </a:endParaRPr>
          </a:p>
        </p:txBody>
      </p:sp>
    </p:spTree>
    <p:extLst>
      <p:ext uri="{BB962C8B-B14F-4D97-AF65-F5344CB8AC3E}">
        <p14:creationId xmlns:p14="http://schemas.microsoft.com/office/powerpoint/2010/main" val="133059133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File Output</a:t>
            </a:r>
          </a:p>
        </p:txBody>
      </p:sp>
      <p:sp>
        <p:nvSpPr>
          <p:cNvPr id="3" name="Content Placeholder 2"/>
          <p:cNvSpPr>
            <a:spLocks noGrp="1"/>
          </p:cNvSpPr>
          <p:nvPr>
            <p:ph idx="1"/>
          </p:nvPr>
        </p:nvSpPr>
        <p:spPr/>
        <p:txBody>
          <a:bodyPr>
            <a:normAutofit/>
          </a:bodyPr>
          <a:lstStyle/>
          <a:p>
            <a:pPr marL="0" indent="0">
              <a:buNone/>
            </a:pPr>
            <a:r>
              <a:rPr lang="en-US" sz="1700" b="1" dirty="0">
                <a:latin typeface="Consolas" charset="0"/>
                <a:ea typeface="Consolas" charset="0"/>
                <a:cs typeface="Consolas" charset="0"/>
              </a:rPr>
              <a:t>try (</a:t>
            </a:r>
            <a:r>
              <a:rPr lang="en-US" sz="1700" b="1" dirty="0" err="1">
                <a:latin typeface="Consolas" charset="0"/>
                <a:ea typeface="Consolas" charset="0"/>
                <a:cs typeface="Consolas" charset="0"/>
              </a:rPr>
              <a:t>PrintWriter</a:t>
            </a: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fout</a:t>
            </a:r>
            <a:r>
              <a:rPr lang="en-US" sz="1700" b="1" dirty="0">
                <a:latin typeface="Consolas" charset="0"/>
                <a:ea typeface="Consolas" charset="0"/>
                <a:cs typeface="Consolas" charset="0"/>
              </a:rPr>
              <a:t> = new </a:t>
            </a:r>
            <a:r>
              <a:rPr lang="en-US" sz="1700" b="1" dirty="0" err="1">
                <a:latin typeface="Consolas" charset="0"/>
                <a:ea typeface="Consolas" charset="0"/>
                <a:cs typeface="Consolas" charset="0"/>
              </a:rPr>
              <a:t>PrintWriter</a:t>
            </a:r>
            <a:r>
              <a:rPr lang="en-US" sz="1700" b="1" dirty="0">
                <a:latin typeface="Consolas" charset="0"/>
                <a:ea typeface="Consolas" charset="0"/>
                <a:cs typeface="Consolas" charset="0"/>
              </a:rPr>
              <a:t>(new File("</a:t>
            </a:r>
            <a:r>
              <a:rPr lang="en-US" sz="1700" b="1" dirty="0" err="1">
                <a:latin typeface="Consolas" charset="0"/>
                <a:ea typeface="Consolas" charset="0"/>
                <a:cs typeface="Consolas" charset="0"/>
              </a:rPr>
              <a:t>numbers.txt</a:t>
            </a:r>
            <a:r>
              <a:rPr lang="en-US" sz="1700" b="1" dirty="0">
                <a:latin typeface="Consolas" charset="0"/>
                <a:ea typeface="Consolas" charset="0"/>
                <a:cs typeface="Consolas" charset="0"/>
              </a:rPr>
              <a:t>"))) {</a:t>
            </a:r>
          </a:p>
          <a:p>
            <a:pPr marL="0" indent="0">
              <a:buNone/>
            </a:pPr>
            <a:r>
              <a:rPr lang="en-US" sz="1700" b="1" dirty="0">
                <a:latin typeface="Consolas" charset="0"/>
                <a:ea typeface="Consolas" charset="0"/>
                <a:cs typeface="Consolas" charset="0"/>
              </a:rPr>
              <a:t>	for (</a:t>
            </a:r>
            <a:r>
              <a:rPr lang="en-US" sz="1700" b="1" dirty="0" err="1">
                <a:latin typeface="Consolas" charset="0"/>
                <a:ea typeface="Consolas" charset="0"/>
                <a:cs typeface="Consolas" charset="0"/>
              </a:rPr>
              <a:t>int</a:t>
            </a: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i</a:t>
            </a:r>
            <a:r>
              <a:rPr lang="en-US" sz="1700" b="1" dirty="0">
                <a:latin typeface="Consolas" charset="0"/>
                <a:ea typeface="Consolas" charset="0"/>
                <a:cs typeface="Consolas" charset="0"/>
              </a:rPr>
              <a:t>=1; </a:t>
            </a:r>
            <a:r>
              <a:rPr lang="en-US" sz="1700" b="1" dirty="0" err="1">
                <a:latin typeface="Consolas" charset="0"/>
                <a:ea typeface="Consolas" charset="0"/>
                <a:cs typeface="Consolas" charset="0"/>
              </a:rPr>
              <a:t>i</a:t>
            </a:r>
            <a:r>
              <a:rPr lang="en-US" sz="1700" b="1" dirty="0">
                <a:latin typeface="Consolas" charset="0"/>
                <a:ea typeface="Consolas" charset="0"/>
                <a:cs typeface="Consolas" charset="0"/>
              </a:rPr>
              <a:t>&lt;=100; </a:t>
            </a:r>
            <a:r>
              <a:rPr lang="en-US" sz="1700" b="1" dirty="0" err="1">
                <a:latin typeface="Consolas" charset="0"/>
                <a:ea typeface="Consolas" charset="0"/>
                <a:cs typeface="Consolas" charset="0"/>
              </a:rPr>
              <a:t>i</a:t>
            </a:r>
            <a:r>
              <a:rPr lang="en-US" sz="1700" b="1" dirty="0">
                <a:latin typeface="Consolas" charset="0"/>
                <a:ea typeface="Consolas" charset="0"/>
                <a:cs typeface="Consolas" charset="0"/>
              </a:rPr>
              <a:t>++) {</a:t>
            </a:r>
          </a:p>
          <a:p>
            <a:pPr marL="0" indent="0">
              <a:buNone/>
            </a:pP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fout.printf</a:t>
            </a:r>
            <a:r>
              <a:rPr lang="en-US" sz="1700" b="1" dirty="0">
                <a:latin typeface="Consolas" charset="0"/>
                <a:ea typeface="Consolas" charset="0"/>
                <a:cs typeface="Consolas" charset="0"/>
              </a:rPr>
              <a:t>("%</a:t>
            </a:r>
            <a:r>
              <a:rPr lang="en-US" sz="1700" b="1" dirty="0" err="1">
                <a:latin typeface="Consolas" charset="0"/>
                <a:ea typeface="Consolas" charset="0"/>
                <a:cs typeface="Consolas" charset="0"/>
              </a:rPr>
              <a:t>d%n</a:t>
            </a: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i</a:t>
            </a:r>
            <a:r>
              <a:rPr lang="en-US" sz="1700" b="1" dirty="0">
                <a:latin typeface="Consolas" charset="0"/>
                <a:ea typeface="Consolas" charset="0"/>
                <a:cs typeface="Consolas" charset="0"/>
              </a:rPr>
              <a:t>);</a:t>
            </a:r>
          </a:p>
          <a:p>
            <a:pPr marL="0" indent="0">
              <a:buNone/>
            </a:pPr>
            <a:r>
              <a:rPr lang="en-US" sz="1700" b="1" dirty="0">
                <a:latin typeface="Consolas" charset="0"/>
                <a:ea typeface="Consolas" charset="0"/>
                <a:cs typeface="Consolas" charset="0"/>
              </a:rPr>
              <a:t>	}</a:t>
            </a:r>
          </a:p>
          <a:p>
            <a:pPr marL="0" indent="0">
              <a:buNone/>
            </a:pPr>
            <a:r>
              <a:rPr lang="en-US" sz="1700" b="1" dirty="0">
                <a:latin typeface="Consolas" charset="0"/>
                <a:ea typeface="Consolas" charset="0"/>
                <a:cs typeface="Consolas" charset="0"/>
              </a:rPr>
              <a:t>} catch (</a:t>
            </a:r>
            <a:r>
              <a:rPr lang="en-US" sz="1700" b="1" dirty="0" err="1">
                <a:latin typeface="Consolas" charset="0"/>
                <a:ea typeface="Consolas" charset="0"/>
                <a:cs typeface="Consolas" charset="0"/>
              </a:rPr>
              <a:t>FileNotFoundException</a:t>
            </a:r>
            <a:r>
              <a:rPr lang="en-US" sz="1700" b="1" dirty="0">
                <a:latin typeface="Consolas" charset="0"/>
                <a:ea typeface="Consolas" charset="0"/>
                <a:cs typeface="Consolas" charset="0"/>
              </a:rPr>
              <a:t> ex) {</a:t>
            </a:r>
          </a:p>
          <a:p>
            <a:pPr marL="0" indent="0">
              <a:buNone/>
            </a:pP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System.out.printf</a:t>
            </a:r>
            <a:r>
              <a:rPr lang="en-US" sz="1700" b="1" dirty="0">
                <a:latin typeface="Consolas" charset="0"/>
                <a:ea typeface="Consolas" charset="0"/>
                <a:cs typeface="Consolas" charset="0"/>
              </a:rPr>
              <a:t>("File not found!%n");</a:t>
            </a:r>
          </a:p>
          <a:p>
            <a:pPr marL="0" indent="0">
              <a:buNone/>
            </a:pPr>
            <a:r>
              <a:rPr lang="en-US" sz="1700" b="1" dirty="0">
                <a:latin typeface="Consolas" charset="0"/>
                <a:ea typeface="Consolas" charset="0"/>
                <a:cs typeface="Consolas" charset="0"/>
              </a:rPr>
              <a:t>	</a:t>
            </a:r>
            <a:r>
              <a:rPr lang="en-US" sz="1700" b="1" dirty="0" err="1">
                <a:latin typeface="Consolas" charset="0"/>
                <a:ea typeface="Consolas" charset="0"/>
                <a:cs typeface="Consolas" charset="0"/>
              </a:rPr>
              <a:t>System.exit</a:t>
            </a:r>
            <a:r>
              <a:rPr lang="en-US" sz="1700" b="1" dirty="0">
                <a:latin typeface="Consolas" charset="0"/>
                <a:ea typeface="Consolas" charset="0"/>
                <a:cs typeface="Consolas" charset="0"/>
              </a:rPr>
              <a:t>(0);</a:t>
            </a:r>
          </a:p>
          <a:p>
            <a:pPr marL="0" indent="0">
              <a:buNone/>
            </a:pPr>
            <a:r>
              <a:rPr lang="en-US" sz="1700" b="1" dirty="0">
                <a:latin typeface="Consolas" charset="0"/>
                <a:ea typeface="Consolas" charset="0"/>
                <a:cs typeface="Consolas" charset="0"/>
              </a:rPr>
              <a:t>}</a:t>
            </a:r>
          </a:p>
          <a:p>
            <a:pPr marL="0" indent="0">
              <a:buNone/>
            </a:pPr>
            <a:endParaRPr lang="en-US" sz="1700" b="1" dirty="0">
              <a:latin typeface="Consolas" charset="0"/>
              <a:ea typeface="Consolas" charset="0"/>
              <a:cs typeface="Consolas" charset="0"/>
            </a:endParaRPr>
          </a:p>
        </p:txBody>
      </p:sp>
    </p:spTree>
    <p:extLst>
      <p:ext uri="{BB962C8B-B14F-4D97-AF65-F5344CB8AC3E}">
        <p14:creationId xmlns:p14="http://schemas.microsoft.com/office/powerpoint/2010/main" val="1945518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File </a:t>
            </a:r>
            <a:r>
              <a:rPr lang="en-US" dirty="0" err="1"/>
              <a:t>Input/Output</a:t>
            </a:r>
            <a:endParaRPr lang="en-US" dirty="0"/>
          </a:p>
        </p:txBody>
      </p:sp>
      <p:sp>
        <p:nvSpPr>
          <p:cNvPr id="3" name="Content Placeholder 2"/>
          <p:cNvSpPr>
            <a:spLocks noGrp="1"/>
          </p:cNvSpPr>
          <p:nvPr>
            <p:ph idx="1"/>
          </p:nvPr>
        </p:nvSpPr>
        <p:spPr/>
        <p:txBody>
          <a:bodyPr>
            <a:normAutofit/>
          </a:bodyPr>
          <a:lstStyle/>
          <a:p>
            <a:pPr marL="0" indent="0">
              <a:buNone/>
            </a:pPr>
            <a:endParaRPr lang="en-US" sz="1800" b="1" dirty="0">
              <a:latin typeface="Consolas" charset="0"/>
              <a:ea typeface="Consolas" charset="0"/>
              <a:cs typeface="Consolas" charset="0"/>
            </a:endParaRPr>
          </a:p>
        </p:txBody>
      </p:sp>
      <p:sp>
        <p:nvSpPr>
          <p:cNvPr id="5" name="TextBox 4">
            <a:extLst>
              <a:ext uri="{FF2B5EF4-FFF2-40B4-BE49-F238E27FC236}">
                <a16:creationId xmlns:a16="http://schemas.microsoft.com/office/drawing/2014/main" id="{14B9BEC8-5027-A599-CEB5-CF952723AD3D}"/>
              </a:ext>
            </a:extLst>
          </p:cNvPr>
          <p:cNvSpPr txBox="1"/>
          <p:nvPr/>
        </p:nvSpPr>
        <p:spPr>
          <a:xfrm>
            <a:off x="2286000" y="1145620"/>
            <a:ext cx="4572000" cy="4185761"/>
          </a:xfrm>
          <a:prstGeom prst="rect">
            <a:avLst/>
          </a:prstGeom>
          <a:noFill/>
        </p:spPr>
        <p:txBody>
          <a:bodyPr wrap="square">
            <a:spAutoFit/>
          </a:bodyPr>
          <a:lstStyle/>
          <a:p>
            <a:pPr marL="0" marR="0">
              <a:buNone/>
            </a:pPr>
            <a:r>
              <a:rPr lang="en-US" sz="1400" b="1" dirty="0">
                <a:solidFill>
                  <a:srgbClr val="7F0055"/>
                </a:solidFill>
                <a:effectLst/>
                <a:latin typeface="Consolas" panose="020B0609020204030204" pitchFamily="49" charset="0"/>
              </a:rPr>
              <a:t>try</a:t>
            </a:r>
            <a:r>
              <a:rPr lang="en-US" sz="1400" dirty="0">
                <a:solidFill>
                  <a:srgbClr val="000000"/>
                </a:solidFill>
                <a:effectLst/>
                <a:latin typeface="Consolas" panose="020B0609020204030204" pitchFamily="49" charset="0"/>
              </a:rPr>
              <a:t> (</a:t>
            </a:r>
          </a:p>
          <a:p>
            <a:pPr marL="0" marR="0">
              <a:buNone/>
            </a:pPr>
            <a:r>
              <a:rPr lang="en-US" sz="1400" dirty="0">
                <a:solidFill>
                  <a:srgbClr val="000000"/>
                </a:solidFill>
                <a:effectLst/>
                <a:latin typeface="Consolas" panose="020B0609020204030204" pitchFamily="49" charset="0"/>
              </a:rPr>
              <a:t>Scanner </a:t>
            </a:r>
            <a:r>
              <a:rPr lang="en-US" sz="1400" dirty="0">
                <a:solidFill>
                  <a:srgbClr val="6A3E3E"/>
                </a:solidFill>
                <a:effectLst/>
                <a:latin typeface="Consolas" panose="020B0609020204030204" pitchFamily="49" charset="0"/>
              </a:rPr>
              <a:t>fin</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Scanner(</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File(</a:t>
            </a:r>
            <a:r>
              <a:rPr lang="en-US" sz="1400" dirty="0">
                <a:solidFill>
                  <a:srgbClr val="2A00FF"/>
                </a:solidFill>
                <a:effectLst/>
                <a:latin typeface="Consolas" panose="020B0609020204030204" pitchFamily="49" charset="0"/>
              </a:rPr>
              <a:t>"numbers.txt"</a:t>
            </a:r>
            <a:r>
              <a:rPr lang="en-US" sz="1400" dirty="0">
                <a:solidFill>
                  <a:srgbClr val="000000"/>
                </a:solidFill>
                <a:effectLst/>
                <a:latin typeface="Consolas" panose="020B0609020204030204" pitchFamily="49" charset="0"/>
              </a:rPr>
              <a:t>));</a:t>
            </a:r>
          </a:p>
          <a:p>
            <a:pPr marL="0" marR="0">
              <a:buNone/>
            </a:pPr>
            <a:r>
              <a:rPr lang="en-US" sz="1400" dirty="0" err="1">
                <a:solidFill>
                  <a:srgbClr val="000000"/>
                </a:solidFill>
                <a:effectLst/>
                <a:latin typeface="Consolas" panose="020B0609020204030204" pitchFamily="49" charset="0"/>
              </a:rPr>
              <a:t>PrintWriter</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fout</a:t>
            </a:r>
            <a:r>
              <a:rPr lang="en-US" sz="1400" dirty="0">
                <a:solidFill>
                  <a:srgbClr val="000000"/>
                </a:solidFill>
                <a:effectLst/>
                <a:latin typeface="Consolas" panose="020B0609020204030204" pitchFamily="49" charset="0"/>
              </a:rPr>
              <a:t> = </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PrintWriter</a:t>
            </a:r>
            <a:r>
              <a:rPr lang="en-US" sz="1400" dirty="0">
                <a:solidFill>
                  <a:srgbClr val="000000"/>
                </a:solidFill>
                <a:effectLst/>
                <a:latin typeface="Consolas" panose="020B0609020204030204" pitchFamily="49" charset="0"/>
              </a:rPr>
              <a:t>(</a:t>
            </a:r>
            <a:r>
              <a:rPr lang="en-US" sz="1400" b="1" dirty="0">
                <a:solidFill>
                  <a:srgbClr val="7F0055"/>
                </a:solidFill>
                <a:effectLst/>
                <a:latin typeface="Consolas" panose="020B0609020204030204" pitchFamily="49" charset="0"/>
              </a:rPr>
              <a:t>new</a:t>
            </a:r>
            <a:r>
              <a:rPr lang="en-US" sz="1400" dirty="0">
                <a:solidFill>
                  <a:srgbClr val="000000"/>
                </a:solidFill>
                <a:effectLst/>
                <a:latin typeface="Consolas" panose="020B0609020204030204" pitchFamily="49" charset="0"/>
              </a:rPr>
              <a:t> File(</a:t>
            </a:r>
            <a:r>
              <a:rPr lang="en-US" sz="1400" dirty="0">
                <a:solidFill>
                  <a:srgbClr val="2A00FF"/>
                </a:solidFill>
                <a:effectLst/>
                <a:latin typeface="Consolas" panose="020B0609020204030204" pitchFamily="49" charset="0"/>
              </a:rPr>
              <a:t>"odds0.txt"</a:t>
            </a:r>
            <a:r>
              <a:rPr lang="en-US" sz="1400" dirty="0">
                <a:solidFill>
                  <a:srgbClr val="000000"/>
                </a:solidFill>
                <a:effectLst/>
                <a:latin typeface="Consolas" panose="020B0609020204030204" pitchFamily="49" charset="0"/>
              </a:rPr>
              <a:t>)); </a:t>
            </a:r>
          </a:p>
          <a:p>
            <a:pPr marL="0" marR="0">
              <a:buNone/>
            </a:pPr>
            <a:r>
              <a:rPr lang="en-US" sz="1400" dirty="0">
                <a:solidFill>
                  <a:srgbClr val="000000"/>
                </a:solidFill>
                <a:effectLst/>
                <a:latin typeface="Consolas" panose="020B0609020204030204" pitchFamily="49" charset="0"/>
              </a:rPr>
              <a:t>) {</a:t>
            </a:r>
          </a:p>
          <a:p>
            <a:pPr marL="0" marR="0">
              <a:buNone/>
            </a:pPr>
            <a:r>
              <a:rPr lang="en-US" sz="1400" b="1" dirty="0">
                <a:solidFill>
                  <a:srgbClr val="7F0055"/>
                </a:solidFill>
                <a:effectLst/>
                <a:latin typeface="Consolas" panose="020B0609020204030204" pitchFamily="49" charset="0"/>
              </a:rPr>
              <a:t>while</a:t>
            </a:r>
            <a:r>
              <a:rPr lang="en-US" sz="1400" dirty="0">
                <a:solidFill>
                  <a:srgbClr val="000000"/>
                </a:solidFill>
                <a:effectLst/>
                <a:latin typeface="Consolas" panose="020B0609020204030204" pitchFamily="49" charset="0"/>
              </a:rPr>
              <a:t> (</a:t>
            </a:r>
            <a:r>
              <a:rPr lang="en-US" sz="1400" dirty="0" err="1">
                <a:solidFill>
                  <a:srgbClr val="6A3E3E"/>
                </a:solidFill>
                <a:effectLst/>
                <a:latin typeface="Consolas" panose="020B0609020204030204" pitchFamily="49" charset="0"/>
              </a:rPr>
              <a:t>fin</a:t>
            </a:r>
            <a:r>
              <a:rPr lang="en-US" sz="1400" dirty="0" err="1">
                <a:solidFill>
                  <a:srgbClr val="000000"/>
                </a:solidFill>
                <a:effectLst/>
                <a:latin typeface="Consolas" panose="020B0609020204030204" pitchFamily="49" charset="0"/>
              </a:rPr>
              <a:t>.hasNextInt</a:t>
            </a:r>
            <a:r>
              <a:rPr lang="en-US" sz="1400" dirty="0">
                <a:solidFill>
                  <a:srgbClr val="000000"/>
                </a:solidFill>
                <a:effectLst/>
                <a:latin typeface="Consolas" panose="020B0609020204030204" pitchFamily="49" charset="0"/>
              </a:rPr>
              <a:t>()) {</a:t>
            </a:r>
          </a:p>
          <a:p>
            <a:pPr marL="0" marR="0">
              <a:buNone/>
            </a:pPr>
            <a:r>
              <a:rPr lang="en-US" sz="1400" b="1" dirty="0">
                <a:solidFill>
                  <a:srgbClr val="7F0055"/>
                </a:solidFill>
                <a:effectLst/>
                <a:latin typeface="Consolas" panose="020B0609020204030204" pitchFamily="49" charset="0"/>
              </a:rPr>
              <a:t>int</a:t>
            </a:r>
            <a:r>
              <a:rPr lang="en-US" sz="1400" dirty="0">
                <a:solidFill>
                  <a:srgbClr val="000000"/>
                </a:solidFill>
                <a:effectLst/>
                <a:latin typeface="Consolas" panose="020B0609020204030204" pitchFamily="49" charset="0"/>
              </a:rPr>
              <a:t> </a:t>
            </a:r>
            <a:r>
              <a:rPr lang="en-US" sz="1400" dirty="0">
                <a:solidFill>
                  <a:srgbClr val="6A3E3E"/>
                </a:solidFill>
                <a:effectLst/>
                <a:latin typeface="Consolas" panose="020B0609020204030204" pitchFamily="49" charset="0"/>
              </a:rPr>
              <a:t>next</a:t>
            </a:r>
            <a:r>
              <a:rPr lang="en-US" sz="1400" dirty="0">
                <a:solidFill>
                  <a:srgbClr val="000000"/>
                </a:solidFill>
                <a:effectLst/>
                <a:latin typeface="Consolas" panose="020B0609020204030204" pitchFamily="49" charset="0"/>
              </a:rPr>
              <a:t> = </a:t>
            </a:r>
            <a:r>
              <a:rPr lang="en-US" sz="1400" dirty="0" err="1">
                <a:solidFill>
                  <a:srgbClr val="6A3E3E"/>
                </a:solidFill>
                <a:effectLst/>
                <a:latin typeface="Consolas" panose="020B0609020204030204" pitchFamily="49" charset="0"/>
              </a:rPr>
              <a:t>fin</a:t>
            </a:r>
            <a:r>
              <a:rPr lang="en-US" sz="1400" dirty="0" err="1">
                <a:solidFill>
                  <a:srgbClr val="000000"/>
                </a:solidFill>
                <a:effectLst/>
                <a:latin typeface="Consolas" panose="020B0609020204030204" pitchFamily="49" charset="0"/>
              </a:rPr>
              <a:t>.nextInt</a:t>
            </a:r>
            <a:r>
              <a:rPr lang="en-US" sz="1400" dirty="0">
                <a:solidFill>
                  <a:srgbClr val="000000"/>
                </a:solidFill>
                <a:effectLst/>
                <a:latin typeface="Consolas" panose="020B0609020204030204" pitchFamily="49" charset="0"/>
              </a:rPr>
              <a:t>();</a:t>
            </a:r>
          </a:p>
          <a:p>
            <a:pPr marL="0" marR="0">
              <a:buNone/>
            </a:pPr>
            <a:r>
              <a:rPr lang="en-US" sz="1400" b="1" dirty="0">
                <a:solidFill>
                  <a:srgbClr val="7F0055"/>
                </a:solidFill>
                <a:effectLst/>
                <a:latin typeface="Consolas" panose="020B0609020204030204" pitchFamily="49" charset="0"/>
              </a:rPr>
              <a:t>if</a:t>
            </a:r>
            <a:r>
              <a:rPr lang="en-US" sz="1400" dirty="0">
                <a:solidFill>
                  <a:srgbClr val="000000"/>
                </a:solidFill>
                <a:effectLst/>
                <a:latin typeface="Consolas" panose="020B0609020204030204" pitchFamily="49" charset="0"/>
              </a:rPr>
              <a:t> (</a:t>
            </a:r>
            <a:r>
              <a:rPr lang="en-US" sz="1400" dirty="0">
                <a:solidFill>
                  <a:srgbClr val="6A3E3E"/>
                </a:solidFill>
                <a:effectLst/>
                <a:latin typeface="Consolas" panose="020B0609020204030204" pitchFamily="49" charset="0"/>
              </a:rPr>
              <a:t>next</a:t>
            </a:r>
            <a:r>
              <a:rPr lang="en-US" sz="1400" dirty="0">
                <a:solidFill>
                  <a:srgbClr val="000000"/>
                </a:solidFill>
                <a:effectLst/>
                <a:latin typeface="Consolas" panose="020B0609020204030204" pitchFamily="49" charset="0"/>
              </a:rPr>
              <a:t> % 2 == 1) {</a:t>
            </a:r>
          </a:p>
          <a:p>
            <a:pPr marL="0" marR="0">
              <a:buNone/>
            </a:pPr>
            <a:r>
              <a:rPr lang="en-US" sz="1400" dirty="0" err="1">
                <a:solidFill>
                  <a:srgbClr val="6A3E3E"/>
                </a:solidFill>
                <a:effectLst/>
                <a:latin typeface="Consolas" panose="020B0609020204030204" pitchFamily="49" charset="0"/>
              </a:rPr>
              <a:t>fout</a:t>
            </a:r>
            <a:r>
              <a:rPr lang="en-US" sz="1400" dirty="0" err="1">
                <a:solidFill>
                  <a:srgbClr val="000000"/>
                </a:solidFill>
                <a:effectLst/>
                <a:latin typeface="Consolas" panose="020B0609020204030204" pitchFamily="49" charset="0"/>
              </a:rPr>
              <a:t>.printf</a:t>
            </a:r>
            <a:r>
              <a:rPr lang="en-US" sz="1400" dirty="0">
                <a:solidFill>
                  <a:srgbClr val="000000"/>
                </a:solidFill>
                <a:effectLst/>
                <a:latin typeface="Consolas" panose="020B0609020204030204" pitchFamily="49" charset="0"/>
              </a:rPr>
              <a:t>(</a:t>
            </a:r>
            <a:r>
              <a:rPr lang="en-US" sz="1400" dirty="0">
                <a:solidFill>
                  <a:srgbClr val="2A00FF"/>
                </a:solidFill>
                <a:effectLst/>
                <a:latin typeface="Consolas" panose="020B0609020204030204" pitchFamily="49" charset="0"/>
              </a:rPr>
              <a:t>"%</a:t>
            </a:r>
            <a:r>
              <a:rPr lang="en-US" sz="1400" dirty="0" err="1">
                <a:solidFill>
                  <a:srgbClr val="2A00FF"/>
                </a:solidFill>
                <a:effectLst/>
                <a:latin typeface="Consolas" panose="020B0609020204030204" pitchFamily="49" charset="0"/>
              </a:rPr>
              <a:t>d%n</a:t>
            </a:r>
            <a:r>
              <a:rPr lang="en-US" sz="1400" dirty="0">
                <a:solidFill>
                  <a:srgbClr val="2A00FF"/>
                </a:solidFill>
                <a:effectLst/>
                <a:latin typeface="Consolas" panose="020B0609020204030204" pitchFamily="49" charset="0"/>
              </a:rPr>
              <a:t>"</a:t>
            </a:r>
            <a:r>
              <a:rPr lang="en-US" sz="1400" dirty="0">
                <a:solidFill>
                  <a:srgbClr val="000000"/>
                </a:solidFill>
                <a:effectLst/>
                <a:latin typeface="Consolas" panose="020B0609020204030204" pitchFamily="49" charset="0"/>
              </a:rPr>
              <a:t>, </a:t>
            </a:r>
            <a:r>
              <a:rPr lang="en-US" sz="1400" dirty="0">
                <a:solidFill>
                  <a:srgbClr val="6A3E3E"/>
                </a:solidFill>
                <a:effectLst/>
                <a:latin typeface="Consolas" panose="020B0609020204030204" pitchFamily="49" charset="0"/>
              </a:rPr>
              <a:t>next</a:t>
            </a:r>
            <a:r>
              <a:rPr lang="en-US" sz="1400" dirty="0">
                <a:solidFill>
                  <a:srgbClr val="000000"/>
                </a:solidFill>
                <a:effectLst/>
                <a:latin typeface="Consolas" panose="020B0609020204030204" pitchFamily="49" charset="0"/>
              </a:rPr>
              <a:t>);</a:t>
            </a:r>
          </a:p>
          <a:p>
            <a:pPr marL="0" marR="0">
              <a:buNone/>
            </a:pPr>
            <a:r>
              <a:rPr lang="en-US" sz="1400" dirty="0">
                <a:solidFill>
                  <a:srgbClr val="000000"/>
                </a:solidFill>
                <a:effectLst/>
                <a:latin typeface="Consolas" panose="020B0609020204030204" pitchFamily="49" charset="0"/>
              </a:rPr>
              <a:t>}</a:t>
            </a:r>
          </a:p>
          <a:p>
            <a:pPr marL="0" marR="0">
              <a:buNone/>
            </a:pPr>
            <a:r>
              <a:rPr lang="en-US" sz="1400" dirty="0">
                <a:solidFill>
                  <a:srgbClr val="000000"/>
                </a:solidFill>
                <a:effectLst/>
                <a:latin typeface="Consolas" panose="020B0609020204030204" pitchFamily="49" charset="0"/>
              </a:rPr>
              <a:t>}</a:t>
            </a:r>
          </a:p>
          <a:p>
            <a:pPr marL="0" marR="0">
              <a:buNone/>
            </a:pPr>
            <a:r>
              <a:rPr lang="en-US" sz="1400" dirty="0">
                <a:solidFill>
                  <a:srgbClr val="000000"/>
                </a:solidFill>
                <a:effectLst/>
                <a:latin typeface="Consolas" panose="020B0609020204030204" pitchFamily="49" charset="0"/>
              </a:rPr>
              <a:t>} </a:t>
            </a:r>
            <a:r>
              <a:rPr lang="en-US" sz="1400" b="1" dirty="0">
                <a:solidFill>
                  <a:srgbClr val="7F0055"/>
                </a:solidFill>
                <a:effectLst/>
                <a:latin typeface="Consolas" panose="020B0609020204030204" pitchFamily="49" charset="0"/>
              </a:rPr>
              <a:t>catch</a:t>
            </a:r>
            <a:r>
              <a:rPr lang="en-US" sz="1400" dirty="0">
                <a:solidFill>
                  <a:srgbClr val="000000"/>
                </a:solidFill>
                <a:effectLst/>
                <a:latin typeface="Consolas" panose="020B0609020204030204" pitchFamily="49" charset="0"/>
              </a:rPr>
              <a:t> (</a:t>
            </a:r>
            <a:r>
              <a:rPr lang="en-US" sz="1400" dirty="0" err="1">
                <a:solidFill>
                  <a:srgbClr val="000000"/>
                </a:solidFill>
                <a:effectLst/>
                <a:latin typeface="Consolas" panose="020B0609020204030204" pitchFamily="49" charset="0"/>
              </a:rPr>
              <a:t>FileNotFoundException</a:t>
            </a:r>
            <a:r>
              <a:rPr lang="en-US" sz="1400" dirty="0">
                <a:solidFill>
                  <a:srgbClr val="000000"/>
                </a:solidFill>
                <a:effectLst/>
                <a:latin typeface="Consolas" panose="020B0609020204030204" pitchFamily="49" charset="0"/>
              </a:rPr>
              <a:t> </a:t>
            </a:r>
            <a:r>
              <a:rPr lang="en-US" sz="1400" dirty="0">
                <a:solidFill>
                  <a:srgbClr val="6A3E3E"/>
                </a:solidFill>
                <a:effectLst/>
                <a:latin typeface="Consolas" panose="020B0609020204030204" pitchFamily="49" charset="0"/>
              </a:rPr>
              <a:t>ex</a:t>
            </a:r>
            <a:r>
              <a:rPr lang="en-US" sz="1400" dirty="0">
                <a:solidFill>
                  <a:srgbClr val="000000"/>
                </a:solidFill>
                <a:effectLst/>
                <a:latin typeface="Consolas" panose="020B0609020204030204" pitchFamily="49" charset="0"/>
              </a:rPr>
              <a:t>) {</a:t>
            </a:r>
          </a:p>
          <a:p>
            <a:pPr marL="0" marR="0">
              <a:buNone/>
            </a:pPr>
            <a:r>
              <a:rPr lang="en-US" sz="1400" dirty="0" err="1">
                <a:solidFill>
                  <a:srgbClr val="000000"/>
                </a:solidFill>
                <a:effectLst/>
                <a:latin typeface="Consolas" panose="020B0609020204030204" pitchFamily="49" charset="0"/>
              </a:rPr>
              <a:t>System.</a:t>
            </a:r>
            <a:r>
              <a:rPr lang="en-US" sz="1400" b="1" i="1" dirty="0" err="1">
                <a:solidFill>
                  <a:srgbClr val="0000C0"/>
                </a:solidFill>
                <a:effectLst/>
                <a:latin typeface="Consolas" panose="020B0609020204030204" pitchFamily="49" charset="0"/>
              </a:rPr>
              <a:t>out</a:t>
            </a:r>
            <a:r>
              <a:rPr lang="en-US" sz="1400" dirty="0" err="1">
                <a:solidFill>
                  <a:srgbClr val="000000"/>
                </a:solidFill>
                <a:effectLst/>
                <a:latin typeface="Consolas" panose="020B0609020204030204" pitchFamily="49" charset="0"/>
              </a:rPr>
              <a:t>.printf</a:t>
            </a:r>
            <a:r>
              <a:rPr lang="en-US" sz="1400" dirty="0">
                <a:solidFill>
                  <a:srgbClr val="000000"/>
                </a:solidFill>
                <a:effectLst/>
                <a:latin typeface="Consolas" panose="020B0609020204030204" pitchFamily="49" charset="0"/>
              </a:rPr>
              <a:t>(</a:t>
            </a:r>
            <a:r>
              <a:rPr lang="en-US" sz="1400" dirty="0">
                <a:solidFill>
                  <a:srgbClr val="2A00FF"/>
                </a:solidFill>
                <a:effectLst/>
                <a:latin typeface="Consolas" panose="020B0609020204030204" pitchFamily="49" charset="0"/>
              </a:rPr>
              <a:t>"File not found!%n"</a:t>
            </a:r>
            <a:r>
              <a:rPr lang="en-US" sz="1400" dirty="0">
                <a:solidFill>
                  <a:srgbClr val="000000"/>
                </a:solidFill>
                <a:effectLst/>
                <a:latin typeface="Consolas" panose="020B0609020204030204" pitchFamily="49" charset="0"/>
              </a:rPr>
              <a:t>);</a:t>
            </a:r>
          </a:p>
          <a:p>
            <a:pPr marL="0" marR="0">
              <a:buNone/>
            </a:pPr>
            <a:r>
              <a:rPr lang="en-US" sz="1400" dirty="0" err="1">
                <a:solidFill>
                  <a:srgbClr val="000000"/>
                </a:solidFill>
                <a:effectLst/>
                <a:latin typeface="Consolas" panose="020B0609020204030204" pitchFamily="49" charset="0"/>
              </a:rPr>
              <a:t>System.</a:t>
            </a:r>
            <a:r>
              <a:rPr lang="en-US" sz="1400" i="1" dirty="0" err="1">
                <a:solidFill>
                  <a:srgbClr val="000000"/>
                </a:solidFill>
                <a:effectLst/>
                <a:latin typeface="Consolas" panose="020B0609020204030204" pitchFamily="49" charset="0"/>
              </a:rPr>
              <a:t>exit</a:t>
            </a:r>
            <a:r>
              <a:rPr lang="en-US" sz="1400" dirty="0">
                <a:solidFill>
                  <a:srgbClr val="000000"/>
                </a:solidFill>
                <a:effectLst/>
                <a:latin typeface="Consolas" panose="020B0609020204030204" pitchFamily="49" charset="0"/>
              </a:rPr>
              <a:t>(0);</a:t>
            </a:r>
          </a:p>
          <a:p>
            <a:pPr marL="0" marR="0">
              <a:buNone/>
            </a:pPr>
            <a:r>
              <a:rPr lang="en-US" sz="1400" dirty="0">
                <a:solidFill>
                  <a:srgbClr val="000000"/>
                </a:solidFill>
                <a:effectLst/>
                <a:latin typeface="Consolas" panose="020B0609020204030204" pitchFamily="49" charset="0"/>
              </a:rPr>
              <a:t>} </a:t>
            </a:r>
            <a:r>
              <a:rPr lang="en-US" sz="1400" b="1" dirty="0">
                <a:solidFill>
                  <a:srgbClr val="7F0055"/>
                </a:solidFill>
                <a:effectLst/>
                <a:latin typeface="Consolas" panose="020B0609020204030204" pitchFamily="49" charset="0"/>
              </a:rPr>
              <a:t>catch</a:t>
            </a:r>
            <a:r>
              <a:rPr lang="en-US" sz="1400" dirty="0">
                <a:solidFill>
                  <a:srgbClr val="000000"/>
                </a:solidFill>
                <a:effectLst/>
                <a:latin typeface="Consolas" panose="020B0609020204030204" pitchFamily="49" charset="0"/>
              </a:rPr>
              <a:t> (</a:t>
            </a:r>
            <a:r>
              <a:rPr lang="en-US" sz="1400" u="sng" dirty="0" err="1">
                <a:solidFill>
                  <a:srgbClr val="000000"/>
                </a:solidFill>
                <a:effectLst/>
                <a:latin typeface="Consolas" panose="020B0609020204030204" pitchFamily="49" charset="0"/>
              </a:rPr>
              <a:t>IOException</a:t>
            </a:r>
            <a:r>
              <a:rPr lang="en-US" sz="1400" dirty="0">
                <a:solidFill>
                  <a:srgbClr val="000000"/>
                </a:solidFill>
                <a:effectLst/>
                <a:latin typeface="Consolas" panose="020B0609020204030204" pitchFamily="49" charset="0"/>
              </a:rPr>
              <a:t> </a:t>
            </a:r>
            <a:r>
              <a:rPr lang="en-US" sz="1400" dirty="0">
                <a:solidFill>
                  <a:srgbClr val="6A3E3E"/>
                </a:solidFill>
                <a:effectLst/>
                <a:latin typeface="Consolas" panose="020B0609020204030204" pitchFamily="49" charset="0"/>
              </a:rPr>
              <a:t>ex</a:t>
            </a:r>
            <a:r>
              <a:rPr lang="en-US" sz="1400" dirty="0">
                <a:solidFill>
                  <a:srgbClr val="000000"/>
                </a:solidFill>
                <a:effectLst/>
                <a:latin typeface="Consolas" panose="020B0609020204030204" pitchFamily="49" charset="0"/>
              </a:rPr>
              <a:t>) {</a:t>
            </a:r>
          </a:p>
          <a:p>
            <a:pPr marL="0" marR="0">
              <a:buNone/>
            </a:pPr>
            <a:r>
              <a:rPr lang="en-US" sz="1400" dirty="0" err="1">
                <a:solidFill>
                  <a:srgbClr val="000000"/>
                </a:solidFill>
                <a:effectLst/>
                <a:latin typeface="Consolas" panose="020B0609020204030204" pitchFamily="49" charset="0"/>
              </a:rPr>
              <a:t>System.</a:t>
            </a:r>
            <a:r>
              <a:rPr lang="en-US" sz="1400" b="1" i="1" dirty="0" err="1">
                <a:solidFill>
                  <a:srgbClr val="0000C0"/>
                </a:solidFill>
                <a:effectLst/>
                <a:latin typeface="Consolas" panose="020B0609020204030204" pitchFamily="49" charset="0"/>
              </a:rPr>
              <a:t>out</a:t>
            </a:r>
            <a:r>
              <a:rPr lang="en-US" sz="1400" dirty="0" err="1">
                <a:solidFill>
                  <a:srgbClr val="000000"/>
                </a:solidFill>
                <a:effectLst/>
                <a:latin typeface="Consolas" panose="020B0609020204030204" pitchFamily="49" charset="0"/>
              </a:rPr>
              <a:t>.printf</a:t>
            </a:r>
            <a:r>
              <a:rPr lang="en-US" sz="1400" dirty="0">
                <a:solidFill>
                  <a:srgbClr val="000000"/>
                </a:solidFill>
                <a:effectLst/>
                <a:latin typeface="Consolas" panose="020B0609020204030204" pitchFamily="49" charset="0"/>
              </a:rPr>
              <a:t>(</a:t>
            </a:r>
            <a:r>
              <a:rPr lang="en-US" sz="1400" dirty="0">
                <a:solidFill>
                  <a:srgbClr val="2A00FF"/>
                </a:solidFill>
                <a:effectLst/>
                <a:latin typeface="Consolas" panose="020B0609020204030204" pitchFamily="49" charset="0"/>
              </a:rPr>
              <a:t>"IO error occurred!%n"</a:t>
            </a:r>
            <a:r>
              <a:rPr lang="en-US" sz="1400" dirty="0">
                <a:solidFill>
                  <a:srgbClr val="000000"/>
                </a:solidFill>
                <a:effectLst/>
                <a:latin typeface="Consolas" panose="020B0609020204030204" pitchFamily="49" charset="0"/>
              </a:rPr>
              <a:t>);</a:t>
            </a:r>
          </a:p>
          <a:p>
            <a:pPr marL="0" marR="0">
              <a:buNone/>
            </a:pPr>
            <a:r>
              <a:rPr lang="en-US" sz="1400" dirty="0" err="1">
                <a:solidFill>
                  <a:srgbClr val="000000"/>
                </a:solidFill>
                <a:effectLst/>
                <a:latin typeface="Consolas" panose="020B0609020204030204" pitchFamily="49" charset="0"/>
              </a:rPr>
              <a:t>System.</a:t>
            </a:r>
            <a:r>
              <a:rPr lang="en-US" sz="1400" i="1" dirty="0" err="1">
                <a:solidFill>
                  <a:srgbClr val="000000"/>
                </a:solidFill>
                <a:effectLst/>
                <a:latin typeface="Consolas" panose="020B0609020204030204" pitchFamily="49" charset="0"/>
              </a:rPr>
              <a:t>exit</a:t>
            </a:r>
            <a:r>
              <a:rPr lang="en-US" sz="1400" dirty="0">
                <a:solidFill>
                  <a:srgbClr val="000000"/>
                </a:solidFill>
                <a:effectLst/>
                <a:latin typeface="Consolas" panose="020B0609020204030204" pitchFamily="49" charset="0"/>
              </a:rPr>
              <a:t>(0);</a:t>
            </a:r>
          </a:p>
          <a:p>
            <a:pPr marL="0" marR="0">
              <a:buNone/>
            </a:pPr>
            <a:r>
              <a:rPr lang="en-US" sz="140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1193820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Take Home Points</a:t>
            </a:r>
          </a:p>
        </p:txBody>
      </p:sp>
      <p:sp>
        <p:nvSpPr>
          <p:cNvPr id="3" name="Content Placeholder 2"/>
          <p:cNvSpPr>
            <a:spLocks noGrp="1"/>
          </p:cNvSpPr>
          <p:nvPr>
            <p:ph idx="1"/>
          </p:nvPr>
        </p:nvSpPr>
        <p:spPr/>
        <p:txBody>
          <a:bodyPr/>
          <a:lstStyle/>
          <a:p>
            <a:r>
              <a:rPr lang="en-US" dirty="0"/>
              <a:t>If all of this made sense, you are ready for COMP1050</a:t>
            </a:r>
          </a:p>
          <a:p>
            <a:pPr lvl="1"/>
            <a:r>
              <a:rPr lang="en-US" dirty="0"/>
              <a:t>Note: most OOP content was ignored </a:t>
            </a:r>
            <a:r>
              <a:rPr lang="mr-IN" dirty="0"/>
              <a:t>–</a:t>
            </a:r>
            <a:r>
              <a:rPr lang="en-US" dirty="0"/>
              <a:t> that’s this class!</a:t>
            </a:r>
          </a:p>
          <a:p>
            <a:endParaRPr lang="en-US" dirty="0"/>
          </a:p>
          <a:p>
            <a:r>
              <a:rPr lang="en-US" dirty="0"/>
              <a:t>If you had troubles, the complete set of COMP1000 slides are on Blackboard, including exercises for you to try</a:t>
            </a:r>
          </a:p>
          <a:p>
            <a:pPr lvl="1"/>
            <a:r>
              <a:rPr lang="en-US" dirty="0"/>
              <a:t>Also feel free to talk with me!</a:t>
            </a:r>
          </a:p>
        </p:txBody>
      </p:sp>
    </p:spTree>
    <p:extLst>
      <p:ext uri="{BB962C8B-B14F-4D97-AF65-F5344CB8AC3E}">
        <p14:creationId xmlns:p14="http://schemas.microsoft.com/office/powerpoint/2010/main" val="1402727866"/>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EE25A0-A097-4364-A918-2549F1BB3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9AE5D36-2EEA-4034-9B4E-C605B5F4F7A0}">
  <ds:schemaRefs>
    <ds:schemaRef ds:uri="http://purl.org/dc/terms/"/>
    <ds:schemaRef ds:uri="http://schemas.microsoft.com/office/infopath/2007/PartnerControls"/>
    <ds:schemaRef ds:uri="http://purl.org/dc/elements/1.1/"/>
    <ds:schemaRef ds:uri="2b22d00c-ba54-415e-ac47-142f0dfcf7e9"/>
    <ds:schemaRef ds:uri="http://purl.org/dc/dcmitype/"/>
    <ds:schemaRef ds:uri="bde507ab-19d9-42c9-b69f-59bb821f2f61"/>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AA7F0401-8BDB-4587-8B00-9D9EAB2814F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156431</TotalTime>
  <Words>7923</Words>
  <Application>Microsoft Office PowerPoint</Application>
  <PresentationFormat>On-screen Show (4:3)</PresentationFormat>
  <Paragraphs>1135</Paragraphs>
  <Slides>112</Slides>
  <Notes>31</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112</vt:i4>
      </vt:variant>
    </vt:vector>
  </HeadingPairs>
  <TitlesOfParts>
    <vt:vector size="125" baseType="lpstr">
      <vt:lpstr>Cambria Math</vt:lpstr>
      <vt:lpstr>Times New Roman</vt:lpstr>
      <vt:lpstr>Lato</vt:lpstr>
      <vt:lpstr>Monotype Sorts</vt:lpstr>
      <vt:lpstr>Courier New</vt:lpstr>
      <vt:lpstr>Noto Sans Symbols</vt:lpstr>
      <vt:lpstr>Arial</vt:lpstr>
      <vt:lpstr>Consolas</vt:lpstr>
      <vt:lpstr>Tahoma</vt:lpstr>
      <vt:lpstr>Verdana</vt:lpstr>
      <vt:lpstr>USHE</vt:lpstr>
      <vt:lpstr>USHE_slide options</vt:lpstr>
      <vt:lpstr>Equation</vt:lpstr>
      <vt:lpstr>COMP1050</vt:lpstr>
      <vt:lpstr>Who Am I?</vt:lpstr>
      <vt:lpstr>Who Am I? (2)</vt:lpstr>
      <vt:lpstr>Course learning outcomes</vt:lpstr>
      <vt:lpstr>A Simple Java Program</vt:lpstr>
      <vt:lpstr>Creating, Compiling, and Running Programs</vt:lpstr>
      <vt:lpstr>Trace a Program Execution (1 of 3)</vt:lpstr>
      <vt:lpstr>Trace a Program Execution (2 of 3)</vt:lpstr>
      <vt:lpstr>Trace a Program Execution (3 of 3)</vt:lpstr>
      <vt:lpstr>Programming Style and Documentation</vt:lpstr>
      <vt:lpstr>Two More Simple Examples</vt:lpstr>
      <vt:lpstr>Anatomy of a Java Program</vt:lpstr>
      <vt:lpstr>Class Name</vt:lpstr>
      <vt:lpstr>Main Method</vt:lpstr>
      <vt:lpstr>Statement</vt:lpstr>
      <vt:lpstr>Statement Terminator</vt:lpstr>
      <vt:lpstr>Keywords</vt:lpstr>
      <vt:lpstr>Java Reserved Words / Keywords</vt:lpstr>
      <vt:lpstr>Blocks</vt:lpstr>
      <vt:lpstr>Special Symbols</vt:lpstr>
      <vt:lpstr>Braces { … </vt:lpstr>
      <vt:lpstr>Parentheses ( … )</vt:lpstr>
      <vt:lpstr>Statement Terminator ; </vt:lpstr>
      <vt:lpstr>// Comments</vt:lpstr>
      <vt:lpstr>“ String ”</vt:lpstr>
      <vt:lpstr>Programming Errors</vt:lpstr>
      <vt:lpstr>Syntax Errors</vt:lpstr>
      <vt:lpstr>Runtime Errors</vt:lpstr>
      <vt:lpstr>Logic Errors</vt:lpstr>
      <vt:lpstr>Reading Input From the Console</vt:lpstr>
      <vt:lpstr>Identifiers</vt:lpstr>
      <vt:lpstr>Naming Conventions (1 of 2)</vt:lpstr>
      <vt:lpstr>Declaring Variables</vt:lpstr>
      <vt:lpstr>Assignment Statements</vt:lpstr>
      <vt:lpstr>Declaring and Initializing in One Step</vt:lpstr>
      <vt:lpstr>Named Constants</vt:lpstr>
      <vt:lpstr>Numeric Operators</vt:lpstr>
      <vt:lpstr>Operator Precedence</vt:lpstr>
      <vt:lpstr>Integer Division</vt:lpstr>
      <vt:lpstr>Problem: Displaying Time</vt:lpstr>
      <vt:lpstr>Exponent Operations</vt:lpstr>
      <vt:lpstr>Arithmetic Expressions</vt:lpstr>
      <vt:lpstr>Evaluating an Expression</vt:lpstr>
      <vt:lpstr>Problem: Converting Temperatures</vt:lpstr>
      <vt:lpstr>Augmented Assignment Operators</vt:lpstr>
      <vt:lpstr>Assignment Expressions and Assignment Statements</vt:lpstr>
      <vt:lpstr>Conversion Rules</vt:lpstr>
      <vt:lpstr>Quick Check: x=?</vt:lpstr>
      <vt:lpstr>Type Casting</vt:lpstr>
      <vt:lpstr>Terminal Input</vt:lpstr>
      <vt:lpstr>Using a Scanner</vt:lpstr>
      <vt:lpstr>Terminal Output</vt:lpstr>
      <vt:lpstr>Common Converters/Flags</vt:lpstr>
      <vt:lpstr>Quick Check</vt:lpstr>
      <vt:lpstr>More Operators</vt:lpstr>
      <vt:lpstr>Math Class</vt:lpstr>
      <vt:lpstr>Boolean Expression</vt:lpstr>
      <vt:lpstr>Equality Gotcha</vt:lpstr>
      <vt:lpstr>Complex Boolean Expressions</vt:lpstr>
      <vt:lpstr>Checkup</vt:lpstr>
      <vt:lpstr>Arrays</vt:lpstr>
      <vt:lpstr>Declaring an Array</vt:lpstr>
      <vt:lpstr>Initializing an Array</vt:lpstr>
      <vt:lpstr>Initialize an Array with Size/Values </vt:lpstr>
      <vt:lpstr>Array Size</vt:lpstr>
      <vt:lpstr>Accessing Array Elements</vt:lpstr>
      <vt:lpstr>Checkup</vt:lpstr>
      <vt:lpstr>Arrays in Memory</vt:lpstr>
      <vt:lpstr>Arrays of … Arrays (Twist!)</vt:lpstr>
      <vt:lpstr>Multidimensional Arrays</vt:lpstr>
      <vt:lpstr>COMP1000 Topics</vt:lpstr>
      <vt:lpstr>Sequential Execution</vt:lpstr>
      <vt:lpstr>Conditional Statements</vt:lpstr>
      <vt:lpstr>Why is this strange?</vt:lpstr>
      <vt:lpstr>Checkup</vt:lpstr>
      <vt:lpstr>Assignment Operator</vt:lpstr>
      <vt:lpstr>Checkup</vt:lpstr>
      <vt:lpstr>?: Operator (Ternary)</vt:lpstr>
      <vt:lpstr>while Loops</vt:lpstr>
      <vt:lpstr>do-while Loops</vt:lpstr>
      <vt:lpstr>for Loops</vt:lpstr>
      <vt:lpstr>for-each Loop</vt:lpstr>
      <vt:lpstr>Truth Table Example</vt:lpstr>
      <vt:lpstr>Breaking a Loop</vt:lpstr>
      <vt:lpstr>Example (try with/without break)</vt:lpstr>
      <vt:lpstr>COMP1000 Topics</vt:lpstr>
      <vt:lpstr>Methods</vt:lpstr>
      <vt:lpstr>Method Pieces</vt:lpstr>
      <vt:lpstr>Invocation (“Calling”)</vt:lpstr>
      <vt:lpstr>Example</vt:lpstr>
      <vt:lpstr>Parameter Handling</vt:lpstr>
      <vt:lpstr>Checkup (1)</vt:lpstr>
      <vt:lpstr>Checkup (2)</vt:lpstr>
      <vt:lpstr>Class Constants</vt:lpstr>
      <vt:lpstr>Example</vt:lpstr>
      <vt:lpstr>A Note on main</vt:lpstr>
      <vt:lpstr>Example</vt:lpstr>
      <vt:lpstr>Checkup</vt:lpstr>
      <vt:lpstr>Answer</vt:lpstr>
      <vt:lpstr>Exceptions</vt:lpstr>
      <vt:lpstr>Exception Mechanics</vt:lpstr>
      <vt:lpstr>try-catch</vt:lpstr>
      <vt:lpstr>Example</vt:lpstr>
      <vt:lpstr>Passing the Buck</vt:lpstr>
      <vt:lpstr>Example</vt:lpstr>
      <vt:lpstr>I/O</vt:lpstr>
      <vt:lpstr>Files</vt:lpstr>
      <vt:lpstr>Issues with Files</vt:lpstr>
      <vt:lpstr>Example File Input</vt:lpstr>
      <vt:lpstr>Example File Output</vt:lpstr>
      <vt:lpstr>Example File Input/Output</vt:lpstr>
      <vt:lpstr>Take Home Points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 Introduction to Computers, Programs, and Java</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Folajimi, Yetunde</cp:lastModifiedBy>
  <cp:revision>853</cp:revision>
  <dcterms:modified xsi:type="dcterms:W3CDTF">2025-09-25T15:51:16Z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