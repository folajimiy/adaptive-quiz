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48" r:id="rId2"/>
  </p:sldMasterIdLst>
  <p:notesMasterIdLst>
    <p:notesMasterId r:id="rId51"/>
  </p:notesMasterIdLst>
  <p:handoutMasterIdLst>
    <p:handoutMasterId r:id="rId52"/>
  </p:handoutMasterIdLst>
  <p:sldIdLst>
    <p:sldId id="258" r:id="rId3"/>
    <p:sldId id="395" r:id="rId4"/>
    <p:sldId id="349" r:id="rId5"/>
    <p:sldId id="350" r:id="rId6"/>
    <p:sldId id="351" r:id="rId7"/>
    <p:sldId id="352" r:id="rId8"/>
    <p:sldId id="353" r:id="rId9"/>
    <p:sldId id="354" r:id="rId10"/>
    <p:sldId id="355" r:id="rId11"/>
    <p:sldId id="356" r:id="rId12"/>
    <p:sldId id="357" r:id="rId13"/>
    <p:sldId id="358" r:id="rId14"/>
    <p:sldId id="359" r:id="rId15"/>
    <p:sldId id="396" r:id="rId16"/>
    <p:sldId id="361" r:id="rId17"/>
    <p:sldId id="362" r:id="rId18"/>
    <p:sldId id="360" r:id="rId19"/>
    <p:sldId id="410" r:id="rId20"/>
    <p:sldId id="364" r:id="rId21"/>
    <p:sldId id="365" r:id="rId22"/>
    <p:sldId id="366" r:id="rId23"/>
    <p:sldId id="367" r:id="rId24"/>
    <p:sldId id="368" r:id="rId25"/>
    <p:sldId id="369" r:id="rId26"/>
    <p:sldId id="370" r:id="rId27"/>
    <p:sldId id="371" r:id="rId28"/>
    <p:sldId id="372" r:id="rId29"/>
    <p:sldId id="373" r:id="rId30"/>
    <p:sldId id="374" r:id="rId31"/>
    <p:sldId id="375" r:id="rId32"/>
    <p:sldId id="376" r:id="rId33"/>
    <p:sldId id="377" r:id="rId34"/>
    <p:sldId id="378" r:id="rId35"/>
    <p:sldId id="379" r:id="rId36"/>
    <p:sldId id="380" r:id="rId37"/>
    <p:sldId id="381" r:id="rId38"/>
    <p:sldId id="382" r:id="rId39"/>
    <p:sldId id="383" r:id="rId40"/>
    <p:sldId id="384" r:id="rId41"/>
    <p:sldId id="385" r:id="rId42"/>
    <p:sldId id="398" r:id="rId43"/>
    <p:sldId id="405" r:id="rId44"/>
    <p:sldId id="407" r:id="rId45"/>
    <p:sldId id="403" r:id="rId46"/>
    <p:sldId id="408" r:id="rId47"/>
    <p:sldId id="409" r:id="rId48"/>
    <p:sldId id="404" r:id="rId49"/>
    <p:sldId id="399" r:id="rId50"/>
  </p:sldIdLst>
  <p:sldSz cx="10080625" cy="7559675"/>
  <p:notesSz cx="7772400" cy="10058400"/>
  <p:defaultTextStyle>
    <a:defPPr>
      <a:defRPr lang="en-US"/>
    </a:defPPr>
    <a:lvl1pPr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1pPr>
    <a:lvl2pPr marL="742950" indent="-28575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2pPr>
    <a:lvl3pPr marL="11430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3pPr>
    <a:lvl4pPr marL="16002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4pPr>
    <a:lvl5pPr marL="2057400" indent="-228600" algn="l" defTabSz="449263" rtl="0" fontAlgn="base" hangingPunct="0">
      <a:lnSpc>
        <a:spcPct val="98000"/>
      </a:lnSpc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itstream Vera Serif" pitchFamily="1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820000"/>
    <a:srgbClr val="640000"/>
    <a:srgbClr val="928F00"/>
    <a:srgbClr val="E3DE00"/>
    <a:srgbClr val="C9C400"/>
    <a:srgbClr val="FFFF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7771C7-2698-44C9-8A84-80D4C5C01951}" v="138" dt="2025-03-14T18:23:51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57" autoAdjust="0"/>
    <p:restoredTop sz="74795" autoAdjust="0"/>
  </p:normalViewPr>
  <p:slideViewPr>
    <p:cSldViewPr>
      <p:cViewPr varScale="1">
        <p:scale>
          <a:sx n="75" d="100"/>
          <a:sy n="75" d="100"/>
        </p:scale>
        <p:origin x="1700" y="3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9" d="100"/>
          <a:sy n="79" d="100"/>
        </p:scale>
        <p:origin x="3798" y="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microsoft.com/office/2016/11/relationships/changesInfo" Target="changesInfos/changesInfo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olajimi, Yetunde" userId="3a54126c-7470-4734-afae-d4449bb90691" providerId="ADAL" clId="{A57771C7-2698-44C9-8A84-80D4C5C01951}"/>
    <pc:docChg chg="undo redo custSel addSld delSld modSld sldOrd modMainMaster">
      <pc:chgData name="Folajimi, Yetunde" userId="3a54126c-7470-4734-afae-d4449bb90691" providerId="ADAL" clId="{A57771C7-2698-44C9-8A84-80D4C5C01951}" dt="2025-03-21T12:18:58.213" v="700" actId="47"/>
      <pc:docMkLst>
        <pc:docMk/>
      </pc:docMkLst>
      <pc:sldChg chg="del">
        <pc:chgData name="Folajimi, Yetunde" userId="3a54126c-7470-4734-afae-d4449bb90691" providerId="ADAL" clId="{A57771C7-2698-44C9-8A84-80D4C5C01951}" dt="2025-03-14T11:34:29.922" v="133" actId="47"/>
        <pc:sldMkLst>
          <pc:docMk/>
          <pc:sldMk cId="1780037308" sldId="303"/>
        </pc:sldMkLst>
      </pc:sldChg>
      <pc:sldChg chg="del">
        <pc:chgData name="Folajimi, Yetunde" userId="3a54126c-7470-4734-afae-d4449bb90691" providerId="ADAL" clId="{A57771C7-2698-44C9-8A84-80D4C5C01951}" dt="2025-03-14T11:34:29.922" v="133" actId="47"/>
        <pc:sldMkLst>
          <pc:docMk/>
          <pc:sldMk cId="1657455991" sldId="304"/>
        </pc:sldMkLst>
      </pc:sldChg>
      <pc:sldChg chg="del">
        <pc:chgData name="Folajimi, Yetunde" userId="3a54126c-7470-4734-afae-d4449bb90691" providerId="ADAL" clId="{A57771C7-2698-44C9-8A84-80D4C5C01951}" dt="2025-03-14T11:34:29.922" v="133" actId="47"/>
        <pc:sldMkLst>
          <pc:docMk/>
          <pc:sldMk cId="1005457270" sldId="305"/>
        </pc:sldMkLst>
      </pc:sldChg>
      <pc:sldChg chg="del">
        <pc:chgData name="Folajimi, Yetunde" userId="3a54126c-7470-4734-afae-d4449bb90691" providerId="ADAL" clId="{A57771C7-2698-44C9-8A84-80D4C5C01951}" dt="2025-03-14T11:34:29.922" v="133" actId="47"/>
        <pc:sldMkLst>
          <pc:docMk/>
          <pc:sldMk cId="3644998138" sldId="306"/>
        </pc:sldMkLst>
      </pc:sldChg>
      <pc:sldChg chg="del">
        <pc:chgData name="Folajimi, Yetunde" userId="3a54126c-7470-4734-afae-d4449bb90691" providerId="ADAL" clId="{A57771C7-2698-44C9-8A84-80D4C5C01951}" dt="2025-03-14T11:34:29.922" v="133" actId="47"/>
        <pc:sldMkLst>
          <pc:docMk/>
          <pc:sldMk cId="3722804618" sldId="307"/>
        </pc:sldMkLst>
      </pc:sldChg>
      <pc:sldChg chg="del">
        <pc:chgData name="Folajimi, Yetunde" userId="3a54126c-7470-4734-afae-d4449bb90691" providerId="ADAL" clId="{A57771C7-2698-44C9-8A84-80D4C5C01951}" dt="2025-03-14T11:34:29.922" v="133" actId="47"/>
        <pc:sldMkLst>
          <pc:docMk/>
          <pc:sldMk cId="90758552" sldId="308"/>
        </pc:sldMkLst>
      </pc:sldChg>
      <pc:sldChg chg="addSp modSp add mod">
        <pc:chgData name="Folajimi, Yetunde" userId="3a54126c-7470-4734-afae-d4449bb90691" providerId="ADAL" clId="{A57771C7-2698-44C9-8A84-80D4C5C01951}" dt="2025-03-14T18:23:51.401" v="697" actId="27636"/>
        <pc:sldMkLst>
          <pc:docMk/>
          <pc:sldMk cId="1742824405" sldId="360"/>
        </pc:sldMkLst>
        <pc:spChg chg="mod">
          <ac:chgData name="Folajimi, Yetunde" userId="3a54126c-7470-4734-afae-d4449bb90691" providerId="ADAL" clId="{A57771C7-2698-44C9-8A84-80D4C5C01951}" dt="2025-03-14T18:22:12.298" v="680" actId="20577"/>
          <ac:spMkLst>
            <pc:docMk/>
            <pc:sldMk cId="1742824405" sldId="360"/>
            <ac:spMk id="2" creationId="{00000000-0000-0000-0000-000000000000}"/>
          </ac:spMkLst>
        </pc:spChg>
        <pc:spChg chg="mod">
          <ac:chgData name="Folajimi, Yetunde" userId="3a54126c-7470-4734-afae-d4449bb90691" providerId="ADAL" clId="{A57771C7-2698-44C9-8A84-80D4C5C01951}" dt="2025-03-14T18:23:51.401" v="697" actId="27636"/>
          <ac:spMkLst>
            <pc:docMk/>
            <pc:sldMk cId="1742824405" sldId="360"/>
            <ac:spMk id="3" creationId="{00000000-0000-0000-0000-000000000000}"/>
          </ac:spMkLst>
        </pc:spChg>
        <pc:spChg chg="add mod">
          <ac:chgData name="Folajimi, Yetunde" userId="3a54126c-7470-4734-afae-d4449bb90691" providerId="ADAL" clId="{A57771C7-2698-44C9-8A84-80D4C5C01951}" dt="2025-03-14T18:23:48.084" v="695" actId="1076"/>
          <ac:spMkLst>
            <pc:docMk/>
            <pc:sldMk cId="1742824405" sldId="360"/>
            <ac:spMk id="5" creationId="{49D1CEDE-3E2D-49BA-D683-A0E4477AED1C}"/>
          </ac:spMkLst>
        </pc:spChg>
      </pc:sldChg>
      <pc:sldChg chg="del">
        <pc:chgData name="Folajimi, Yetunde" userId="3a54126c-7470-4734-afae-d4449bb90691" providerId="ADAL" clId="{A57771C7-2698-44C9-8A84-80D4C5C01951}" dt="2025-03-14T11:32:03.678" v="117" actId="2696"/>
        <pc:sldMkLst>
          <pc:docMk/>
          <pc:sldMk cId="2990682359" sldId="360"/>
        </pc:sldMkLst>
      </pc:sldChg>
      <pc:sldChg chg="del">
        <pc:chgData name="Folajimi, Yetunde" userId="3a54126c-7470-4734-afae-d4449bb90691" providerId="ADAL" clId="{A57771C7-2698-44C9-8A84-80D4C5C01951}" dt="2025-03-14T11:32:25.632" v="119" actId="47"/>
        <pc:sldMkLst>
          <pc:docMk/>
          <pc:sldMk cId="4032038308" sldId="363"/>
        </pc:sldMkLst>
      </pc:sldChg>
      <pc:sldChg chg="modSp del mod">
        <pc:chgData name="Folajimi, Yetunde" userId="3a54126c-7470-4734-afae-d4449bb90691" providerId="ADAL" clId="{A57771C7-2698-44C9-8A84-80D4C5C01951}" dt="2025-03-14T14:23:27.759" v="662" actId="47"/>
        <pc:sldMkLst>
          <pc:docMk/>
          <pc:sldMk cId="1444285732" sldId="386"/>
        </pc:sldMkLst>
      </pc:sldChg>
      <pc:sldChg chg="new del">
        <pc:chgData name="Folajimi, Yetunde" userId="3a54126c-7470-4734-afae-d4449bb90691" providerId="ADAL" clId="{A57771C7-2698-44C9-8A84-80D4C5C01951}" dt="2025-03-14T11:26:09.013" v="11" actId="680"/>
        <pc:sldMkLst>
          <pc:docMk/>
          <pc:sldMk cId="178158532" sldId="396"/>
        </pc:sldMkLst>
      </pc:sldChg>
      <pc:sldChg chg="new del">
        <pc:chgData name="Folajimi, Yetunde" userId="3a54126c-7470-4734-afae-d4449bb90691" providerId="ADAL" clId="{A57771C7-2698-44C9-8A84-80D4C5C01951}" dt="2025-03-14T11:26:02.198" v="7" actId="680"/>
        <pc:sldMkLst>
          <pc:docMk/>
          <pc:sldMk cId="570357702" sldId="396"/>
        </pc:sldMkLst>
      </pc:sldChg>
      <pc:sldChg chg="new del">
        <pc:chgData name="Folajimi, Yetunde" userId="3a54126c-7470-4734-afae-d4449bb90691" providerId="ADAL" clId="{A57771C7-2698-44C9-8A84-80D4C5C01951}" dt="2025-03-14T11:25:48.333" v="1" actId="680"/>
        <pc:sldMkLst>
          <pc:docMk/>
          <pc:sldMk cId="1370998320" sldId="396"/>
        </pc:sldMkLst>
      </pc:sldChg>
      <pc:sldChg chg="delSp modSp new mod modNotesTx">
        <pc:chgData name="Folajimi, Yetunde" userId="3a54126c-7470-4734-afae-d4449bb90691" providerId="ADAL" clId="{A57771C7-2698-44C9-8A84-80D4C5C01951}" dt="2025-03-14T18:57:10.110" v="698" actId="20577"/>
        <pc:sldMkLst>
          <pc:docMk/>
          <pc:sldMk cId="1686520086" sldId="396"/>
        </pc:sldMkLst>
        <pc:spChg chg="mod">
          <ac:chgData name="Folajimi, Yetunde" userId="3a54126c-7470-4734-afae-d4449bb90691" providerId="ADAL" clId="{A57771C7-2698-44C9-8A84-80D4C5C01951}" dt="2025-03-14T11:29:49.732" v="63" actId="20577"/>
          <ac:spMkLst>
            <pc:docMk/>
            <pc:sldMk cId="1686520086" sldId="396"/>
            <ac:spMk id="2" creationId="{E39659D9-546A-5C14-E245-702E8D291ABC}"/>
          </ac:spMkLst>
        </pc:spChg>
        <pc:spChg chg="mod">
          <ac:chgData name="Folajimi, Yetunde" userId="3a54126c-7470-4734-afae-d4449bb90691" providerId="ADAL" clId="{A57771C7-2698-44C9-8A84-80D4C5C01951}" dt="2025-03-14T18:57:10.110" v="698" actId="20577"/>
          <ac:spMkLst>
            <pc:docMk/>
            <pc:sldMk cId="1686520086" sldId="396"/>
            <ac:spMk id="3" creationId="{4BCBF2F2-EC39-8771-57C1-6BD98365B938}"/>
          </ac:spMkLst>
        </pc:spChg>
      </pc:sldChg>
      <pc:sldChg chg="new del">
        <pc:chgData name="Folajimi, Yetunde" userId="3a54126c-7470-4734-afae-d4449bb90691" providerId="ADAL" clId="{A57771C7-2698-44C9-8A84-80D4C5C01951}" dt="2025-03-14T11:26:05.519" v="9" actId="680"/>
        <pc:sldMkLst>
          <pc:docMk/>
          <pc:sldMk cId="2045614271" sldId="396"/>
        </pc:sldMkLst>
      </pc:sldChg>
      <pc:sldChg chg="new del">
        <pc:chgData name="Folajimi, Yetunde" userId="3a54126c-7470-4734-afae-d4449bb90691" providerId="ADAL" clId="{A57771C7-2698-44C9-8A84-80D4C5C01951}" dt="2025-03-14T11:25:54.115" v="5" actId="680"/>
        <pc:sldMkLst>
          <pc:docMk/>
          <pc:sldMk cId="2665552915" sldId="396"/>
        </pc:sldMkLst>
      </pc:sldChg>
      <pc:sldChg chg="delSp modSp new del mod">
        <pc:chgData name="Folajimi, Yetunde" userId="3a54126c-7470-4734-afae-d4449bb90691" providerId="ADAL" clId="{A57771C7-2698-44C9-8A84-80D4C5C01951}" dt="2025-03-14T11:28:41.840" v="37" actId="47"/>
        <pc:sldMkLst>
          <pc:docMk/>
          <pc:sldMk cId="3527360511" sldId="396"/>
        </pc:sldMkLst>
      </pc:sldChg>
      <pc:sldChg chg="new del">
        <pc:chgData name="Folajimi, Yetunde" userId="3a54126c-7470-4734-afae-d4449bb90691" providerId="ADAL" clId="{A57771C7-2698-44C9-8A84-80D4C5C01951}" dt="2025-03-14T11:25:51.169" v="3" actId="680"/>
        <pc:sldMkLst>
          <pc:docMk/>
          <pc:sldMk cId="3629470873" sldId="396"/>
        </pc:sldMkLst>
      </pc:sldChg>
      <pc:sldChg chg="delSp modSp new del mod">
        <pc:chgData name="Folajimi, Yetunde" userId="3a54126c-7470-4734-afae-d4449bb90691" providerId="ADAL" clId="{A57771C7-2698-44C9-8A84-80D4C5C01951}" dt="2025-03-21T12:18:58.213" v="700" actId="47"/>
        <pc:sldMkLst>
          <pc:docMk/>
          <pc:sldMk cId="4082406589" sldId="397"/>
        </pc:sldMkLst>
      </pc:sldChg>
      <pc:sldChg chg="modSp add mod ord modNotesTx">
        <pc:chgData name="Folajimi, Yetunde" userId="3a54126c-7470-4734-afae-d4449bb90691" providerId="ADAL" clId="{A57771C7-2698-44C9-8A84-80D4C5C01951}" dt="2025-03-14T11:51:03.255" v="199" actId="6549"/>
        <pc:sldMkLst>
          <pc:docMk/>
          <pc:sldMk cId="800633391" sldId="398"/>
        </pc:sldMkLst>
        <pc:spChg chg="mod">
          <ac:chgData name="Folajimi, Yetunde" userId="3a54126c-7470-4734-afae-d4449bb90691" providerId="ADAL" clId="{A57771C7-2698-44C9-8A84-80D4C5C01951}" dt="2025-03-14T11:50:17.875" v="175" actId="20577"/>
          <ac:spMkLst>
            <pc:docMk/>
            <pc:sldMk cId="800633391" sldId="398"/>
            <ac:spMk id="2" creationId="{F1A68D70-E76C-AF6A-B2CE-CD46149B5BFF}"/>
          </ac:spMkLst>
        </pc:spChg>
        <pc:spChg chg="mod">
          <ac:chgData name="Folajimi, Yetunde" userId="3a54126c-7470-4734-afae-d4449bb90691" providerId="ADAL" clId="{A57771C7-2698-44C9-8A84-80D4C5C01951}" dt="2025-03-14T11:51:03.255" v="199" actId="6549"/>
          <ac:spMkLst>
            <pc:docMk/>
            <pc:sldMk cId="800633391" sldId="398"/>
            <ac:spMk id="3" creationId="{F297475E-3CF7-BF83-9B98-EB5670D5ABFF}"/>
          </ac:spMkLst>
        </pc:spChg>
      </pc:sldChg>
      <pc:sldChg chg="new del">
        <pc:chgData name="Folajimi, Yetunde" userId="3a54126c-7470-4734-afae-d4449bb90691" providerId="ADAL" clId="{A57771C7-2698-44C9-8A84-80D4C5C01951}" dt="2025-03-14T11:47:23.532" v="139" actId="680"/>
        <pc:sldMkLst>
          <pc:docMk/>
          <pc:sldMk cId="3443903217" sldId="398"/>
        </pc:sldMkLst>
      </pc:sldChg>
      <pc:sldChg chg="add">
        <pc:chgData name="Folajimi, Yetunde" userId="3a54126c-7470-4734-afae-d4449bb90691" providerId="ADAL" clId="{A57771C7-2698-44C9-8A84-80D4C5C01951}" dt="2025-03-14T11:47:25.808" v="141" actId="2890"/>
        <pc:sldMkLst>
          <pc:docMk/>
          <pc:sldMk cId="3204540939" sldId="399"/>
        </pc:sldMkLst>
      </pc:sldChg>
      <pc:sldChg chg="add del">
        <pc:chgData name="Folajimi, Yetunde" userId="3a54126c-7470-4734-afae-d4449bb90691" providerId="ADAL" clId="{A57771C7-2698-44C9-8A84-80D4C5C01951}" dt="2025-03-14T14:23:34.556" v="663" actId="47"/>
        <pc:sldMkLst>
          <pc:docMk/>
          <pc:sldMk cId="1418568194" sldId="400"/>
        </pc:sldMkLst>
      </pc:sldChg>
      <pc:sldChg chg="add del">
        <pc:chgData name="Folajimi, Yetunde" userId="3a54126c-7470-4734-afae-d4449bb90691" providerId="ADAL" clId="{A57771C7-2698-44C9-8A84-80D4C5C01951}" dt="2025-03-14T14:23:34.556" v="663" actId="47"/>
        <pc:sldMkLst>
          <pc:docMk/>
          <pc:sldMk cId="8991423" sldId="401"/>
        </pc:sldMkLst>
      </pc:sldChg>
      <pc:sldChg chg="add del">
        <pc:chgData name="Folajimi, Yetunde" userId="3a54126c-7470-4734-afae-d4449bb90691" providerId="ADAL" clId="{A57771C7-2698-44C9-8A84-80D4C5C01951}" dt="2025-03-14T14:23:34.556" v="663" actId="47"/>
        <pc:sldMkLst>
          <pc:docMk/>
          <pc:sldMk cId="2385887686" sldId="402"/>
        </pc:sldMkLst>
      </pc:sldChg>
      <pc:sldChg chg="modSp add mod ord modNotesTx">
        <pc:chgData name="Folajimi, Yetunde" userId="3a54126c-7470-4734-afae-d4449bb90691" providerId="ADAL" clId="{A57771C7-2698-44C9-8A84-80D4C5C01951}" dt="2025-03-14T14:11:16.618" v="541" actId="404"/>
        <pc:sldMkLst>
          <pc:docMk/>
          <pc:sldMk cId="3427627946" sldId="403"/>
        </pc:sldMkLst>
        <pc:spChg chg="mod">
          <ac:chgData name="Folajimi, Yetunde" userId="3a54126c-7470-4734-afae-d4449bb90691" providerId="ADAL" clId="{A57771C7-2698-44C9-8A84-80D4C5C01951}" dt="2025-03-14T12:01:48.493" v="433" actId="20577"/>
          <ac:spMkLst>
            <pc:docMk/>
            <pc:sldMk cId="3427627946" sldId="403"/>
            <ac:spMk id="2" creationId="{72E0141D-EA0F-C302-273A-C279B543A11D}"/>
          </ac:spMkLst>
        </pc:spChg>
        <pc:spChg chg="mod">
          <ac:chgData name="Folajimi, Yetunde" userId="3a54126c-7470-4734-afae-d4449bb90691" providerId="ADAL" clId="{A57771C7-2698-44C9-8A84-80D4C5C01951}" dt="2025-03-14T14:11:16.618" v="541" actId="404"/>
          <ac:spMkLst>
            <pc:docMk/>
            <pc:sldMk cId="3427627946" sldId="403"/>
            <ac:spMk id="3" creationId="{C78DC9F3-A420-E551-D176-E677CFF9A878}"/>
          </ac:spMkLst>
        </pc:spChg>
      </pc:sldChg>
      <pc:sldChg chg="addSp delSp modSp add mod ord">
        <pc:chgData name="Folajimi, Yetunde" userId="3a54126c-7470-4734-afae-d4449bb90691" providerId="ADAL" clId="{A57771C7-2698-44C9-8A84-80D4C5C01951}" dt="2025-03-14T14:23:14.319" v="661" actId="113"/>
        <pc:sldMkLst>
          <pc:docMk/>
          <pc:sldMk cId="646515924" sldId="404"/>
        </pc:sldMkLst>
        <pc:spChg chg="mod">
          <ac:chgData name="Folajimi, Yetunde" userId="3a54126c-7470-4734-afae-d4449bb90691" providerId="ADAL" clId="{A57771C7-2698-44C9-8A84-80D4C5C01951}" dt="2025-03-14T14:22:03.882" v="639" actId="14100"/>
          <ac:spMkLst>
            <pc:docMk/>
            <pc:sldMk cId="646515924" sldId="404"/>
            <ac:spMk id="2" creationId="{DD131A95-9A41-FF03-7C06-87A11E1D172F}"/>
          </ac:spMkLst>
        </pc:spChg>
        <pc:spChg chg="add mod">
          <ac:chgData name="Folajimi, Yetunde" userId="3a54126c-7470-4734-afae-d4449bb90691" providerId="ADAL" clId="{A57771C7-2698-44C9-8A84-80D4C5C01951}" dt="2025-03-14T14:23:11.550" v="660" actId="1076"/>
          <ac:spMkLst>
            <pc:docMk/>
            <pc:sldMk cId="646515924" sldId="404"/>
            <ac:spMk id="14" creationId="{4A080FCD-BE37-B13E-73C7-3CD7D8BCD128}"/>
          </ac:spMkLst>
        </pc:spChg>
        <pc:graphicFrameChg chg="add mod modGraphic">
          <ac:chgData name="Folajimi, Yetunde" userId="3a54126c-7470-4734-afae-d4449bb90691" providerId="ADAL" clId="{A57771C7-2698-44C9-8A84-80D4C5C01951}" dt="2025-03-14T14:23:14.319" v="661" actId="113"/>
          <ac:graphicFrameMkLst>
            <pc:docMk/>
            <pc:sldMk cId="646515924" sldId="404"/>
            <ac:graphicFrameMk id="12" creationId="{891282E5-FA59-AF89-0FDD-722F5AB0A3E1}"/>
          </ac:graphicFrameMkLst>
        </pc:graphicFrameChg>
      </pc:sldChg>
      <pc:sldChg chg="addSp delSp modSp new mod modNotesTx">
        <pc:chgData name="Folajimi, Yetunde" userId="3a54126c-7470-4734-afae-d4449bb90691" providerId="ADAL" clId="{A57771C7-2698-44C9-8A84-80D4C5C01951}" dt="2025-03-14T12:00:26.800" v="418" actId="6549"/>
        <pc:sldMkLst>
          <pc:docMk/>
          <pc:sldMk cId="2365607294" sldId="405"/>
        </pc:sldMkLst>
        <pc:spChg chg="mod">
          <ac:chgData name="Folajimi, Yetunde" userId="3a54126c-7470-4734-afae-d4449bb90691" providerId="ADAL" clId="{A57771C7-2698-44C9-8A84-80D4C5C01951}" dt="2025-03-14T11:52:55.950" v="287" actId="20577"/>
          <ac:spMkLst>
            <pc:docMk/>
            <pc:sldMk cId="2365607294" sldId="405"/>
            <ac:spMk id="2" creationId="{1BB9B4DA-0A77-3ED7-0F24-75814B2FBAEE}"/>
          </ac:spMkLst>
        </pc:spChg>
        <pc:spChg chg="mod">
          <ac:chgData name="Folajimi, Yetunde" userId="3a54126c-7470-4734-afae-d4449bb90691" providerId="ADAL" clId="{A57771C7-2698-44C9-8A84-80D4C5C01951}" dt="2025-03-14T11:58:05.368" v="381" actId="14100"/>
          <ac:spMkLst>
            <pc:docMk/>
            <pc:sldMk cId="2365607294" sldId="405"/>
            <ac:spMk id="3" creationId="{D124A035-26F7-7F72-7EC8-0A2FD2B3B305}"/>
          </ac:spMkLst>
        </pc:spChg>
        <pc:spChg chg="add del mod">
          <ac:chgData name="Folajimi, Yetunde" userId="3a54126c-7470-4734-afae-d4449bb90691" providerId="ADAL" clId="{A57771C7-2698-44C9-8A84-80D4C5C01951}" dt="2025-03-14T12:00:26.800" v="418" actId="6549"/>
          <ac:spMkLst>
            <pc:docMk/>
            <pc:sldMk cId="2365607294" sldId="405"/>
            <ac:spMk id="4" creationId="{96579B54-2C02-2E55-1266-193DF0E7F81E}"/>
          </ac:spMkLst>
        </pc:spChg>
        <pc:spChg chg="mod">
          <ac:chgData name="Folajimi, Yetunde" userId="3a54126c-7470-4734-afae-d4449bb90691" providerId="ADAL" clId="{A57771C7-2698-44C9-8A84-80D4C5C01951}" dt="2025-03-14T12:00:18.519" v="413" actId="20577"/>
          <ac:spMkLst>
            <pc:docMk/>
            <pc:sldMk cId="2365607294" sldId="405"/>
            <ac:spMk id="5" creationId="{1E989E1F-77F0-A2E0-18B3-43DCF3CCB8F3}"/>
          </ac:spMkLst>
        </pc:spChg>
        <pc:spChg chg="add">
          <ac:chgData name="Folajimi, Yetunde" userId="3a54126c-7470-4734-afae-d4449bb90691" providerId="ADAL" clId="{A57771C7-2698-44C9-8A84-80D4C5C01951}" dt="2025-03-14T11:56:42.246" v="345"/>
          <ac:spMkLst>
            <pc:docMk/>
            <pc:sldMk cId="2365607294" sldId="405"/>
            <ac:spMk id="7" creationId="{162B9F58-00B1-A3C5-C0B1-D6D8260E086E}"/>
          </ac:spMkLst>
        </pc:spChg>
      </pc:sldChg>
      <pc:sldChg chg="modSp add del">
        <pc:chgData name="Folajimi, Yetunde" userId="3a54126c-7470-4734-afae-d4449bb90691" providerId="ADAL" clId="{A57771C7-2698-44C9-8A84-80D4C5C01951}" dt="2025-03-14T12:00:55.157" v="419" actId="47"/>
        <pc:sldMkLst>
          <pc:docMk/>
          <pc:sldMk cId="3072069243" sldId="406"/>
        </pc:sldMkLst>
      </pc:sldChg>
      <pc:sldChg chg="addSp delSp modSp add mod">
        <pc:chgData name="Folajimi, Yetunde" userId="3a54126c-7470-4734-afae-d4449bb90691" providerId="ADAL" clId="{A57771C7-2698-44C9-8A84-80D4C5C01951}" dt="2025-03-14T11:59:48.617" v="409" actId="1076"/>
        <pc:sldMkLst>
          <pc:docMk/>
          <pc:sldMk cId="3258830281" sldId="407"/>
        </pc:sldMkLst>
        <pc:spChg chg="mod">
          <ac:chgData name="Folajimi, Yetunde" userId="3a54126c-7470-4734-afae-d4449bb90691" providerId="ADAL" clId="{A57771C7-2698-44C9-8A84-80D4C5C01951}" dt="2025-03-14T11:58:10.376" v="384" actId="20577"/>
          <ac:spMkLst>
            <pc:docMk/>
            <pc:sldMk cId="3258830281" sldId="407"/>
            <ac:spMk id="2" creationId="{59E11C4E-BDA4-F1F4-6A07-12EC08598A4E}"/>
          </ac:spMkLst>
        </pc:spChg>
        <pc:spChg chg="mod">
          <ac:chgData name="Folajimi, Yetunde" userId="3a54126c-7470-4734-afae-d4449bb90691" providerId="ADAL" clId="{A57771C7-2698-44C9-8A84-80D4C5C01951}" dt="2025-03-14T11:59:48.617" v="409" actId="1076"/>
          <ac:spMkLst>
            <pc:docMk/>
            <pc:sldMk cId="3258830281" sldId="407"/>
            <ac:spMk id="4" creationId="{F16DA146-5AB1-E5A3-5F8F-27637D2B074F}"/>
          </ac:spMkLst>
        </pc:spChg>
        <pc:spChg chg="add del mod">
          <ac:chgData name="Folajimi, Yetunde" userId="3a54126c-7470-4734-afae-d4449bb90691" providerId="ADAL" clId="{A57771C7-2698-44C9-8A84-80D4C5C01951}" dt="2025-03-14T11:59:30.835" v="403" actId="403"/>
          <ac:spMkLst>
            <pc:docMk/>
            <pc:sldMk cId="3258830281" sldId="407"/>
            <ac:spMk id="9" creationId="{53159DF3-0844-12E4-4D98-F5D92AF9A852}"/>
          </ac:spMkLst>
        </pc:spChg>
        <pc:spChg chg="add mod">
          <ac:chgData name="Folajimi, Yetunde" userId="3a54126c-7470-4734-afae-d4449bb90691" providerId="ADAL" clId="{A57771C7-2698-44C9-8A84-80D4C5C01951}" dt="2025-03-14T11:58:44.014" v="389" actId="1076"/>
          <ac:spMkLst>
            <pc:docMk/>
            <pc:sldMk cId="3258830281" sldId="407"/>
            <ac:spMk id="10" creationId="{A29851AA-299E-D6BE-ED63-02E13204D985}"/>
          </ac:spMkLst>
        </pc:spChg>
        <pc:spChg chg="add mod">
          <ac:chgData name="Folajimi, Yetunde" userId="3a54126c-7470-4734-afae-d4449bb90691" providerId="ADAL" clId="{A57771C7-2698-44C9-8A84-80D4C5C01951}" dt="2025-03-14T11:59:44.781" v="408" actId="403"/>
          <ac:spMkLst>
            <pc:docMk/>
            <pc:sldMk cId="3258830281" sldId="407"/>
            <ac:spMk id="11" creationId="{FEB49F32-014C-D24B-E494-55F0B74D6E84}"/>
          </ac:spMkLst>
        </pc:spChg>
      </pc:sldChg>
      <pc:sldChg chg="addSp delSp modSp add mod ord modNotesTx">
        <pc:chgData name="Folajimi, Yetunde" userId="3a54126c-7470-4734-afae-d4449bb90691" providerId="ADAL" clId="{A57771C7-2698-44C9-8A84-80D4C5C01951}" dt="2025-03-14T14:15:40.652" v="562"/>
        <pc:sldMkLst>
          <pc:docMk/>
          <pc:sldMk cId="3743202609" sldId="408"/>
        </pc:sldMkLst>
        <pc:spChg chg="mod">
          <ac:chgData name="Folajimi, Yetunde" userId="3a54126c-7470-4734-afae-d4449bb90691" providerId="ADAL" clId="{A57771C7-2698-44C9-8A84-80D4C5C01951}" dt="2025-03-14T12:04:55.808" v="457" actId="20577"/>
          <ac:spMkLst>
            <pc:docMk/>
            <pc:sldMk cId="3743202609" sldId="408"/>
            <ac:spMk id="2" creationId="{03441403-3F15-DCF9-8CF4-F6E05F9C6FCA}"/>
          </ac:spMkLst>
        </pc:spChg>
        <pc:spChg chg="mod">
          <ac:chgData name="Folajimi, Yetunde" userId="3a54126c-7470-4734-afae-d4449bb90691" providerId="ADAL" clId="{A57771C7-2698-44C9-8A84-80D4C5C01951}" dt="2025-03-14T14:15:26.126" v="560" actId="1076"/>
          <ac:spMkLst>
            <pc:docMk/>
            <pc:sldMk cId="3743202609" sldId="408"/>
            <ac:spMk id="4" creationId="{046F0F55-FF08-3F27-B553-421186323D70}"/>
          </ac:spMkLst>
        </pc:spChg>
        <pc:spChg chg="mod">
          <ac:chgData name="Folajimi, Yetunde" userId="3a54126c-7470-4734-afae-d4449bb90691" providerId="ADAL" clId="{A57771C7-2698-44C9-8A84-80D4C5C01951}" dt="2025-03-14T14:15:30.342" v="561" actId="1076"/>
          <ac:spMkLst>
            <pc:docMk/>
            <pc:sldMk cId="3743202609" sldId="408"/>
            <ac:spMk id="9" creationId="{9F654C3A-B4EF-1EF1-DC38-1540E0DEFAC9}"/>
          </ac:spMkLst>
        </pc:spChg>
        <pc:spChg chg="mod">
          <ac:chgData name="Folajimi, Yetunde" userId="3a54126c-7470-4734-afae-d4449bb90691" providerId="ADAL" clId="{A57771C7-2698-44C9-8A84-80D4C5C01951}" dt="2025-03-14T14:15:40.652" v="562"/>
          <ac:spMkLst>
            <pc:docMk/>
            <pc:sldMk cId="3743202609" sldId="408"/>
            <ac:spMk id="10" creationId="{6A543400-3733-425B-7CF5-75F3B2BF0CD7}"/>
          </ac:spMkLst>
        </pc:spChg>
      </pc:sldChg>
      <pc:sldChg chg="addSp delSp modSp add mod ord">
        <pc:chgData name="Folajimi, Yetunde" userId="3a54126c-7470-4734-afae-d4449bb90691" providerId="ADAL" clId="{A57771C7-2698-44C9-8A84-80D4C5C01951}" dt="2025-03-14T14:20:24.589" v="613"/>
        <pc:sldMkLst>
          <pc:docMk/>
          <pc:sldMk cId="1047987166" sldId="409"/>
        </pc:sldMkLst>
        <pc:spChg chg="mod">
          <ac:chgData name="Folajimi, Yetunde" userId="3a54126c-7470-4734-afae-d4449bb90691" providerId="ADAL" clId="{A57771C7-2698-44C9-8A84-80D4C5C01951}" dt="2025-03-14T14:16:25.049" v="568"/>
          <ac:spMkLst>
            <pc:docMk/>
            <pc:sldMk cId="1047987166" sldId="409"/>
            <ac:spMk id="2" creationId="{46BDDED4-45C2-E8A7-7C64-814ACB90E904}"/>
          </ac:spMkLst>
        </pc:spChg>
        <pc:spChg chg="add mod">
          <ac:chgData name="Folajimi, Yetunde" userId="3a54126c-7470-4734-afae-d4449bb90691" providerId="ADAL" clId="{A57771C7-2698-44C9-8A84-80D4C5C01951}" dt="2025-03-14T14:17:55.034" v="585" actId="20577"/>
          <ac:spMkLst>
            <pc:docMk/>
            <pc:sldMk cId="1047987166" sldId="409"/>
            <ac:spMk id="3" creationId="{11F10E5E-12EE-0DC2-5236-826449385E6E}"/>
          </ac:spMkLst>
        </pc:spChg>
        <pc:spChg chg="add mod">
          <ac:chgData name="Folajimi, Yetunde" userId="3a54126c-7470-4734-afae-d4449bb90691" providerId="ADAL" clId="{A57771C7-2698-44C9-8A84-80D4C5C01951}" dt="2025-03-14T14:19:06.904" v="604" actId="14100"/>
          <ac:spMkLst>
            <pc:docMk/>
            <pc:sldMk cId="1047987166" sldId="409"/>
            <ac:spMk id="5" creationId="{6310CD24-A61E-B072-A174-396FB2BACCDE}"/>
          </ac:spMkLst>
        </pc:spChg>
        <pc:spChg chg="add mod">
          <ac:chgData name="Folajimi, Yetunde" userId="3a54126c-7470-4734-afae-d4449bb90691" providerId="ADAL" clId="{A57771C7-2698-44C9-8A84-80D4C5C01951}" dt="2025-03-14T14:18:50.293" v="602" actId="20577"/>
          <ac:spMkLst>
            <pc:docMk/>
            <pc:sldMk cId="1047987166" sldId="409"/>
            <ac:spMk id="6" creationId="{F17D3A72-B96D-EFD7-483C-553FC6C2F2F9}"/>
          </ac:spMkLst>
        </pc:spChg>
        <pc:spChg chg="mod">
          <ac:chgData name="Folajimi, Yetunde" userId="3a54126c-7470-4734-afae-d4449bb90691" providerId="ADAL" clId="{A57771C7-2698-44C9-8A84-80D4C5C01951}" dt="2025-03-14T14:18:00.287" v="586" actId="14100"/>
          <ac:spMkLst>
            <pc:docMk/>
            <pc:sldMk cId="1047987166" sldId="409"/>
            <ac:spMk id="9" creationId="{BDBDB8EC-D0FF-4353-ED84-25AE9C14B65C}"/>
          </ac:spMkLst>
        </pc:spChg>
        <pc:spChg chg="mod">
          <ac:chgData name="Folajimi, Yetunde" userId="3a54126c-7470-4734-afae-d4449bb90691" providerId="ADAL" clId="{A57771C7-2698-44C9-8A84-80D4C5C01951}" dt="2025-03-14T14:17:45.492" v="580" actId="404"/>
          <ac:spMkLst>
            <pc:docMk/>
            <pc:sldMk cId="1047987166" sldId="409"/>
            <ac:spMk id="10" creationId="{33C48EBF-CD84-B922-5C9D-A0ADF61D1038}"/>
          </ac:spMkLst>
        </pc:spChg>
        <pc:spChg chg="mod">
          <ac:chgData name="Folajimi, Yetunde" userId="3a54126c-7470-4734-afae-d4449bb90691" providerId="ADAL" clId="{A57771C7-2698-44C9-8A84-80D4C5C01951}" dt="2025-03-14T14:18:03.921" v="588" actId="404"/>
          <ac:spMkLst>
            <pc:docMk/>
            <pc:sldMk cId="1047987166" sldId="409"/>
            <ac:spMk id="11" creationId="{E873CA78-0929-A004-3E1F-9F0A8A4BEE47}"/>
          </ac:spMkLst>
        </pc:spChg>
        <pc:spChg chg="add mod">
          <ac:chgData name="Folajimi, Yetunde" userId="3a54126c-7470-4734-afae-d4449bb90691" providerId="ADAL" clId="{A57771C7-2698-44C9-8A84-80D4C5C01951}" dt="2025-03-14T14:20:24.589" v="613"/>
          <ac:spMkLst>
            <pc:docMk/>
            <pc:sldMk cId="1047987166" sldId="409"/>
            <ac:spMk id="12" creationId="{A1D2F405-2D25-6DAB-54BD-E0F9C72F2932}"/>
          </ac:spMkLst>
        </pc:spChg>
      </pc:sldChg>
      <pc:sldChg chg="new del">
        <pc:chgData name="Folajimi, Yetunde" userId="3a54126c-7470-4734-afae-d4449bb90691" providerId="ADAL" clId="{A57771C7-2698-44C9-8A84-80D4C5C01951}" dt="2025-03-14T14:15:49.323" v="564" actId="680"/>
        <pc:sldMkLst>
          <pc:docMk/>
          <pc:sldMk cId="2127439091" sldId="409"/>
        </pc:sldMkLst>
      </pc:sldChg>
      <pc:sldChg chg="add">
        <pc:chgData name="Folajimi, Yetunde" userId="3a54126c-7470-4734-afae-d4449bb90691" providerId="ADAL" clId="{A57771C7-2698-44C9-8A84-80D4C5C01951}" dt="2025-03-14T18:22:04.675" v="664" actId="2890"/>
        <pc:sldMkLst>
          <pc:docMk/>
          <pc:sldMk cId="4152530568" sldId="410"/>
        </pc:sldMkLst>
      </pc:sldChg>
      <pc:sldMasterChg chg="modSldLayout">
        <pc:chgData name="Folajimi, Yetunde" userId="3a54126c-7470-4734-afae-d4449bb90691" providerId="ADAL" clId="{A57771C7-2698-44C9-8A84-80D4C5C01951}" dt="2025-03-14T11:28:21.228" v="36" actId="478"/>
        <pc:sldMasterMkLst>
          <pc:docMk/>
          <pc:sldMasterMk cId="0" sldId="2147483648"/>
        </pc:sldMasterMkLst>
        <pc:sldLayoutChg chg="addSp delSp mod">
          <pc:chgData name="Folajimi, Yetunde" userId="3a54126c-7470-4734-afae-d4449bb90691" providerId="ADAL" clId="{A57771C7-2698-44C9-8A84-80D4C5C01951}" dt="2025-03-14T11:28:02.103" v="33" actId="478"/>
          <pc:sldLayoutMkLst>
            <pc:docMk/>
            <pc:sldMasterMk cId="0" sldId="2147483648"/>
            <pc:sldLayoutMk cId="2746931317" sldId="2147483654"/>
          </pc:sldLayoutMkLst>
        </pc:sldLayoutChg>
        <pc:sldLayoutChg chg="delSp mod">
          <pc:chgData name="Folajimi, Yetunde" userId="3a54126c-7470-4734-afae-d4449bb90691" providerId="ADAL" clId="{A57771C7-2698-44C9-8A84-80D4C5C01951}" dt="2025-03-14T11:28:13.194" v="35" actId="478"/>
          <pc:sldLayoutMkLst>
            <pc:docMk/>
            <pc:sldMasterMk cId="0" sldId="2147483648"/>
            <pc:sldLayoutMk cId="754317046" sldId="2147483655"/>
          </pc:sldLayoutMkLst>
        </pc:sldLayoutChg>
        <pc:sldLayoutChg chg="delSp mod">
          <pc:chgData name="Folajimi, Yetunde" userId="3a54126c-7470-4734-afae-d4449bb90691" providerId="ADAL" clId="{A57771C7-2698-44C9-8A84-80D4C5C01951}" dt="2025-03-14T11:28:21.228" v="36" actId="478"/>
          <pc:sldLayoutMkLst>
            <pc:docMk/>
            <pc:sldMasterMk cId="0" sldId="2147483648"/>
            <pc:sldLayoutMk cId="1136233955" sldId="2147483656"/>
          </pc:sldLayoutMkLst>
        </pc:sldLayoutChg>
      </pc:sldMasterChg>
    </pc:docChg>
  </pc:docChgLst>
  <pc:docChgLst>
    <pc:chgData name="Folajimi, Yetunde" userId="3a54126c-7470-4734-afae-d4449bb90691" providerId="ADAL" clId="{F62C43E0-1336-4395-A44A-5537DC7C2451}"/>
    <pc:docChg chg="undo custSel addSld delSld modSld sldOrd">
      <pc:chgData name="Folajimi, Yetunde" userId="3a54126c-7470-4734-afae-d4449bb90691" providerId="ADAL" clId="{F62C43E0-1336-4395-A44A-5537DC7C2451}" dt="2023-03-13T12:39:24.954" v="19" actId="47"/>
      <pc:docMkLst>
        <pc:docMk/>
      </pc:docMkLst>
      <pc:sldChg chg="modSp">
        <pc:chgData name="Folajimi, Yetunde" userId="3a54126c-7470-4734-afae-d4449bb90691" providerId="ADAL" clId="{F62C43E0-1336-4395-A44A-5537DC7C2451}" dt="2023-03-13T12:13:43.860" v="1" actId="14100"/>
        <pc:sldMkLst>
          <pc:docMk/>
          <pc:sldMk cId="1990231756" sldId="334"/>
        </pc:sldMkLst>
      </pc:sldChg>
      <pc:sldChg chg="modSp mod">
        <pc:chgData name="Folajimi, Yetunde" userId="3a54126c-7470-4734-afae-d4449bb90691" providerId="ADAL" clId="{F62C43E0-1336-4395-A44A-5537DC7C2451}" dt="2023-03-13T12:39:00.192" v="3" actId="20577"/>
        <pc:sldMkLst>
          <pc:docMk/>
          <pc:sldMk cId="961295569" sldId="338"/>
        </pc:sldMkLst>
      </pc:sldChg>
      <pc:sldChg chg="delSp modSp new del mod ord">
        <pc:chgData name="Folajimi, Yetunde" userId="3a54126c-7470-4734-afae-d4449bb90691" providerId="ADAL" clId="{F62C43E0-1336-4395-A44A-5537DC7C2451}" dt="2023-03-13T12:39:24.954" v="19" actId="47"/>
        <pc:sldMkLst>
          <pc:docMk/>
          <pc:sldMk cId="2893066105" sldId="427"/>
        </pc:sldMkLst>
      </pc:sldChg>
      <pc:sldChg chg="new del">
        <pc:chgData name="Folajimi, Yetunde" userId="3a54126c-7470-4734-afae-d4449bb90691" providerId="ADAL" clId="{F62C43E0-1336-4395-A44A-5537DC7C2451}" dt="2023-03-13T12:39:04.953" v="5" actId="680"/>
        <pc:sldMkLst>
          <pc:docMk/>
          <pc:sldMk cId="3157222367" sldId="427"/>
        </pc:sldMkLst>
      </pc:sldChg>
    </pc:docChg>
  </pc:docChgLst>
  <pc:docChgLst>
    <pc:chgData name="Folajimi, Yetunde" userId="3a54126c-7470-4734-afae-d4449bb90691" providerId="ADAL" clId="{6013646C-8524-470D-B056-1D75BF3BA554}"/>
    <pc:docChg chg="undo redo custSel addSld delSld modSld">
      <pc:chgData name="Folajimi, Yetunde" userId="3a54126c-7470-4734-afae-d4449bb90691" providerId="ADAL" clId="{6013646C-8524-470D-B056-1D75BF3BA554}" dt="2022-03-21T12:17:29.961" v="27" actId="20577"/>
      <pc:docMkLst>
        <pc:docMk/>
      </pc:docMkLst>
      <pc:sldChg chg="add del">
        <pc:chgData name="Folajimi, Yetunde" userId="3a54126c-7470-4734-afae-d4449bb90691" providerId="ADAL" clId="{6013646C-8524-470D-B056-1D75BF3BA554}" dt="2022-03-21T12:16:58.654" v="15" actId="47"/>
        <pc:sldMkLst>
          <pc:docMk/>
          <pc:sldMk cId="989878791" sldId="299"/>
        </pc:sldMkLst>
      </pc:sldChg>
      <pc:sldChg chg="add del">
        <pc:chgData name="Folajimi, Yetunde" userId="3a54126c-7470-4734-afae-d4449bb90691" providerId="ADAL" clId="{6013646C-8524-470D-B056-1D75BF3BA554}" dt="2022-03-21T12:17:07.696" v="18" actId="47"/>
        <pc:sldMkLst>
          <pc:docMk/>
          <pc:sldMk cId="337027028" sldId="300"/>
        </pc:sldMkLst>
      </pc:sldChg>
      <pc:sldChg chg="add del">
        <pc:chgData name="Folajimi, Yetunde" userId="3a54126c-7470-4734-afae-d4449bb90691" providerId="ADAL" clId="{6013646C-8524-470D-B056-1D75BF3BA554}" dt="2022-03-21T12:17:15.369" v="23" actId="47"/>
        <pc:sldMkLst>
          <pc:docMk/>
          <pc:sldMk cId="1940589359" sldId="330"/>
        </pc:sldMkLst>
      </pc:sldChg>
      <pc:sldChg chg="modSp mod modNotesTx">
        <pc:chgData name="Folajimi, Yetunde" userId="3a54126c-7470-4734-afae-d4449bb90691" providerId="ADAL" clId="{6013646C-8524-470D-B056-1D75BF3BA554}" dt="2022-03-21T12:16:51.167" v="9" actId="21"/>
        <pc:sldMkLst>
          <pc:docMk/>
          <pc:sldMk cId="1828935781" sldId="333"/>
        </pc:sldMkLst>
      </pc:sldChg>
      <pc:sldChg chg="modSp mod modNotesTx">
        <pc:chgData name="Folajimi, Yetunde" userId="3a54126c-7470-4734-afae-d4449bb90691" providerId="ADAL" clId="{6013646C-8524-470D-B056-1D75BF3BA554}" dt="2022-03-21T12:16:50.130" v="7" actId="21"/>
        <pc:sldMkLst>
          <pc:docMk/>
          <pc:sldMk cId="1703591351" sldId="348"/>
        </pc:sldMkLst>
      </pc:sldChg>
      <pc:sldChg chg="modSp mod modNotesTx">
        <pc:chgData name="Folajimi, Yetunde" userId="3a54126c-7470-4734-afae-d4449bb90691" providerId="ADAL" clId="{6013646C-8524-470D-B056-1D75BF3BA554}" dt="2022-03-21T12:17:29.961" v="27" actId="20577"/>
        <pc:sldMkLst>
          <pc:docMk/>
          <pc:sldMk cId="194129379" sldId="388"/>
        </pc:sldMkLst>
      </pc:sldChg>
    </pc:docChg>
  </pc:docChgLst>
  <pc:docChgLst>
    <pc:chgData name="Folajimi, Yetunde" userId="3a54126c-7470-4734-afae-d4449bb90691" providerId="ADAL" clId="{056FAD63-E693-48D6-8ACF-68A871DA563B}"/>
    <pc:docChg chg="undo custSel addSld delSld modSld sldOrd">
      <pc:chgData name="Folajimi, Yetunde" userId="3a54126c-7470-4734-afae-d4449bb90691" providerId="ADAL" clId="{056FAD63-E693-48D6-8ACF-68A871DA563B}" dt="2024-11-03T04:29:41.943" v="39" actId="47"/>
      <pc:docMkLst>
        <pc:docMk/>
      </pc:docMkLst>
      <pc:sldChg chg="add del">
        <pc:chgData name="Folajimi, Yetunde" userId="3a54126c-7470-4734-afae-d4449bb90691" providerId="ADAL" clId="{056FAD63-E693-48D6-8ACF-68A871DA563B}" dt="2024-10-23T13:54:36.474" v="6" actId="47"/>
        <pc:sldMkLst>
          <pc:docMk/>
          <pc:sldMk cId="1497772232" sldId="298"/>
        </pc:sldMkLst>
      </pc:sldChg>
      <pc:sldChg chg="add del">
        <pc:chgData name="Folajimi, Yetunde" userId="3a54126c-7470-4734-afae-d4449bb90691" providerId="ADAL" clId="{056FAD63-E693-48D6-8ACF-68A871DA563B}" dt="2024-10-23T13:54:36.474" v="6" actId="47"/>
        <pc:sldMkLst>
          <pc:docMk/>
          <pc:sldMk cId="677098582" sldId="301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780037308" sldId="303"/>
        </pc:sldMkLst>
      </pc:sldChg>
      <pc:sldChg chg="add 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833882394" sldId="303"/>
        </pc:sldMkLst>
      </pc:sldChg>
      <pc:sldChg chg="add 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376094214" sldId="30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657455991" sldId="30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005457270" sldId="305"/>
        </pc:sldMkLst>
      </pc:sldChg>
      <pc:sldChg chg="add 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764060155" sldId="305"/>
        </pc:sldMkLst>
      </pc:sldChg>
      <pc:sldChg chg="add 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399794603" sldId="306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644998138" sldId="306"/>
        </pc:sldMkLst>
      </pc:sldChg>
      <pc:sldChg chg="add 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2019044805" sldId="307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722804618" sldId="307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90758552" sldId="308"/>
        </pc:sldMkLst>
      </pc:sldChg>
      <pc:sldChg chg="add 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696931388" sldId="308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051429333" sldId="331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877352215" sldId="332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828935781" sldId="333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990231756" sldId="334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619837420" sldId="335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64346343" sldId="336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505016759" sldId="337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961295569" sldId="338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975151802" sldId="339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928625957" sldId="340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98291481" sldId="341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358689922" sldId="342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307900503" sldId="343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41143229" sldId="344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592607914" sldId="345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079539459" sldId="346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523332488" sldId="347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703591351" sldId="348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2007854453" sldId="349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4253381000" sldId="349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451762613" sldId="350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895659708" sldId="350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419544546" sldId="351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817072108" sldId="351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847728570" sldId="352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889350099" sldId="352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613909351" sldId="353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809348545" sldId="353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08517000" sldId="35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999039689" sldId="354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631602697" sldId="355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872650633" sldId="355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334861358" sldId="356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53578109" sldId="356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59233774" sldId="357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607688766" sldId="357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785843608" sldId="358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758503033" sldId="358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649090606" sldId="359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459964131" sldId="359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48888282" sldId="360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990682359" sldId="360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326602420" sldId="361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396660099" sldId="361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829942278" sldId="362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031649786" sldId="362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54987424" sldId="363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4032038308" sldId="363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2123455004" sldId="36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753012305" sldId="36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443181359" sldId="365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2025006382" sldId="365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961424618" sldId="366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500391728" sldId="366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977881446" sldId="367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996594698" sldId="367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542126333" sldId="368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742051849" sldId="368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537143088" sldId="369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187449503" sldId="369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890111675" sldId="370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264167122" sldId="370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528815301" sldId="371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654782639" sldId="371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56927552" sldId="372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802584268" sldId="372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371447948" sldId="373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790024863" sldId="373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90700207" sldId="37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121592844" sldId="37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71508876" sldId="375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052777725" sldId="375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917456442" sldId="376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043581540" sldId="376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757835234" sldId="377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363890395" sldId="377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211267481" sldId="378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688193815" sldId="378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982084676" sldId="379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781567333" sldId="379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337838690" sldId="380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261034883" sldId="380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08100162" sldId="381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822772272" sldId="381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68257372" sldId="382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189095689" sldId="382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445383706" sldId="383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1133748357" sldId="383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583436947" sldId="384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2381724219" sldId="384"/>
        </pc:sldMkLst>
      </pc:sldChg>
      <pc:sldChg chg="del">
        <pc:chgData name="Folajimi, Yetunde" userId="3a54126c-7470-4734-afae-d4449bb90691" providerId="ADAL" clId="{056FAD63-E693-48D6-8ACF-68A871DA563B}" dt="2024-11-03T04:27:41.009" v="18" actId="2696"/>
        <pc:sldMkLst>
          <pc:docMk/>
          <pc:sldMk cId="1207414605" sldId="385"/>
        </pc:sldMkLst>
      </pc:sldChg>
      <pc:sldChg chg="add">
        <pc:chgData name="Folajimi, Yetunde" userId="3a54126c-7470-4734-afae-d4449bb90691" providerId="ADAL" clId="{056FAD63-E693-48D6-8ACF-68A871DA563B}" dt="2024-11-03T04:29:09.602" v="36"/>
        <pc:sldMkLst>
          <pc:docMk/>
          <pc:sldMk cId="3244443858" sldId="385"/>
        </pc:sldMkLst>
      </pc:sldChg>
      <pc:sldChg chg="add del">
        <pc:chgData name="Folajimi, Yetunde" userId="3a54126c-7470-4734-afae-d4449bb90691" providerId="ADAL" clId="{056FAD63-E693-48D6-8ACF-68A871DA563B}" dt="2024-11-03T04:29:41.943" v="39" actId="47"/>
        <pc:sldMkLst>
          <pc:docMk/>
          <pc:sldMk cId="1444285732" sldId="386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94129379" sldId="388"/>
        </pc:sldMkLst>
      </pc:sldChg>
      <pc:sldChg chg="modSp mod">
        <pc:chgData name="Folajimi, Yetunde" userId="3a54126c-7470-4734-afae-d4449bb90691" providerId="ADAL" clId="{056FAD63-E693-48D6-8ACF-68A871DA563B}" dt="2024-11-03T04:28:29.899" v="34" actId="20577"/>
        <pc:sldMkLst>
          <pc:docMk/>
          <pc:sldMk cId="2144636512" sldId="395"/>
        </pc:sldMkLst>
      </pc:sldChg>
      <pc:sldChg chg="add del">
        <pc:chgData name="Folajimi, Yetunde" userId="3a54126c-7470-4734-afae-d4449bb90691" providerId="ADAL" clId="{056FAD63-E693-48D6-8ACF-68A871DA563B}" dt="2024-10-23T13:54:36.474" v="6" actId="47"/>
        <pc:sldMkLst>
          <pc:docMk/>
          <pc:sldMk cId="1158638806" sldId="396"/>
        </pc:sldMkLst>
      </pc:sldChg>
      <pc:sldChg chg="add del">
        <pc:chgData name="Folajimi, Yetunde" userId="3a54126c-7470-4734-afae-d4449bb90691" providerId="ADAL" clId="{056FAD63-E693-48D6-8ACF-68A871DA563B}" dt="2024-10-23T13:54:36.474" v="6" actId="47"/>
        <pc:sldMkLst>
          <pc:docMk/>
          <pc:sldMk cId="1713861799" sldId="397"/>
        </pc:sldMkLst>
      </pc:sldChg>
      <pc:sldChg chg="modSp add del mod">
        <pc:chgData name="Folajimi, Yetunde" userId="3a54126c-7470-4734-afae-d4449bb90691" providerId="ADAL" clId="{056FAD63-E693-48D6-8ACF-68A871DA563B}" dt="2024-11-03T04:29:15.622" v="37" actId="47"/>
        <pc:sldMkLst>
          <pc:docMk/>
          <pc:sldMk cId="480022221" sldId="398"/>
        </pc:sldMkLst>
      </pc:sldChg>
      <pc:sldChg chg="add del">
        <pc:chgData name="Folajimi, Yetunde" userId="3a54126c-7470-4734-afae-d4449bb90691" providerId="ADAL" clId="{056FAD63-E693-48D6-8ACF-68A871DA563B}" dt="2024-11-03T04:28:54.789" v="35" actId="47"/>
        <pc:sldMkLst>
          <pc:docMk/>
          <pc:sldMk cId="450778562" sldId="399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060468565" sldId="400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121364080" sldId="401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242585066" sldId="402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996220834" sldId="403"/>
        </pc:sldMkLst>
      </pc:sldChg>
      <pc:sldChg chg="del ord">
        <pc:chgData name="Folajimi, Yetunde" userId="3a54126c-7470-4734-afae-d4449bb90691" providerId="ADAL" clId="{056FAD63-E693-48D6-8ACF-68A871DA563B}" dt="2024-11-03T04:28:54.789" v="35" actId="47"/>
        <pc:sldMkLst>
          <pc:docMk/>
          <pc:sldMk cId="346539957" sldId="404"/>
        </pc:sldMkLst>
      </pc:sldChg>
      <pc:sldChg chg="del ord">
        <pc:chgData name="Folajimi, Yetunde" userId="3a54126c-7470-4734-afae-d4449bb90691" providerId="ADAL" clId="{056FAD63-E693-48D6-8ACF-68A871DA563B}" dt="2024-11-03T04:28:54.789" v="35" actId="47"/>
        <pc:sldMkLst>
          <pc:docMk/>
          <pc:sldMk cId="321406635" sldId="405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959942240" sldId="406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852071416" sldId="407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136309094" sldId="408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167848665" sldId="409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31979075" sldId="410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601401775" sldId="411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701589643" sldId="412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577402802" sldId="413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077776068" sldId="414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950791009" sldId="415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518670936" sldId="416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666298179" sldId="417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493758995" sldId="418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523595535" sldId="419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475149917" sldId="420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500455473" sldId="421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54667990" sldId="422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69999459" sldId="423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247961302" sldId="424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1367327534" sldId="425"/>
        </pc:sldMkLst>
      </pc:sldChg>
      <pc:sldChg chg="del">
        <pc:chgData name="Folajimi, Yetunde" userId="3a54126c-7470-4734-afae-d4449bb90691" providerId="ADAL" clId="{056FAD63-E693-48D6-8ACF-68A871DA563B}" dt="2024-11-03T04:28:54.789" v="35" actId="47"/>
        <pc:sldMkLst>
          <pc:docMk/>
          <pc:sldMk cId="451357391" sldId="426"/>
        </pc:sldMkLst>
      </pc:sldChg>
      <pc:sldMasterChg chg="delSldLayout">
        <pc:chgData name="Folajimi, Yetunde" userId="3a54126c-7470-4734-afae-d4449bb90691" providerId="ADAL" clId="{056FAD63-E693-48D6-8ACF-68A871DA563B}" dt="2024-11-03T04:28:54.789" v="35" actId="47"/>
        <pc:sldMasterMkLst>
          <pc:docMk/>
          <pc:sldMasterMk cId="0" sldId="2147483648"/>
        </pc:sldMasterMkLst>
        <pc:sldLayoutChg chg="del">
          <pc:chgData name="Folajimi, Yetunde" userId="3a54126c-7470-4734-afae-d4449bb90691" providerId="ADAL" clId="{056FAD63-E693-48D6-8ACF-68A871DA563B}" dt="2024-11-03T04:28:54.789" v="35" actId="47"/>
          <pc:sldLayoutMkLst>
            <pc:docMk/>
            <pc:sldMasterMk cId="0" sldId="2147483648"/>
            <pc:sldLayoutMk cId="2490958100" sldId="2147483657"/>
          </pc:sldLayoutMkLst>
        </pc:sldLayoutChg>
        <pc:sldLayoutChg chg="del">
          <pc:chgData name="Folajimi, Yetunde" userId="3a54126c-7470-4734-afae-d4449bb90691" providerId="ADAL" clId="{056FAD63-E693-48D6-8ACF-68A871DA563B}" dt="2024-11-03T04:28:54.789" v="35" actId="47"/>
          <pc:sldLayoutMkLst>
            <pc:docMk/>
            <pc:sldMasterMk cId="0" sldId="2147483648"/>
            <pc:sldLayoutMk cId="2178328700" sldId="2147483658"/>
          </pc:sldLayoutMkLst>
        </pc:sldLayoutChg>
        <pc:sldLayoutChg chg="del">
          <pc:chgData name="Folajimi, Yetunde" userId="3a54126c-7470-4734-afae-d4449bb90691" providerId="ADAL" clId="{056FAD63-E693-48D6-8ACF-68A871DA563B}" dt="2024-11-03T04:27:41.009" v="18" actId="2696"/>
          <pc:sldLayoutMkLst>
            <pc:docMk/>
            <pc:sldMasterMk cId="0" sldId="2147483648"/>
            <pc:sldLayoutMk cId="2140952993" sldId="214748365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999001-6FB9-451D-BC92-54FE6D24A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F4E11D-4A75-4AFA-8F8F-D59A698F96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6DB8E5-2024-41CF-BD11-EC857590B0F8}" type="datetimeFigureOut">
              <a:rPr lang="en-US" smtClean="0"/>
              <a:t>3/21/2025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24C8F7-AE85-43CA-A356-0B72EE4FD3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7EBF5-74BE-48DD-9EBA-AEC71887E7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A22A9C-E20E-479E-B913-3AB3798D33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8261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Rectangle 1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587500" y="1006475"/>
            <a:ext cx="4594225" cy="3444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050" name="Rectangle 2"/>
          <p:cNvSpPr>
            <a:spLocks noGrp="1" noChangeArrowheads="1"/>
          </p:cNvSpPr>
          <p:nvPr>
            <p:ph type="body"/>
          </p:nvPr>
        </p:nvSpPr>
        <p:spPr bwMode="auto">
          <a:xfrm>
            <a:off x="1185863" y="4787900"/>
            <a:ext cx="5405437" cy="3824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0342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49263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  <a:defRPr/>
            </a:pPr>
            <a:r>
              <a:rPr lang="en-US" dirty="0"/>
              <a:t>WIT COMP1050 Computer Science II Course Material by Wentworth</a:t>
            </a:r>
            <a:r>
              <a:rPr lang="en-US" baseline="0" dirty="0"/>
              <a:t> Institute of Technology</a:t>
            </a:r>
            <a:r>
              <a:rPr lang="en-US" dirty="0"/>
              <a:t> (http://www.wit.edu/computer-science) is licensed under a Creative Commons Attribution-</a:t>
            </a:r>
            <a:r>
              <a:rPr lang="en-US" dirty="0" err="1"/>
              <a:t>NonCommercial</a:t>
            </a:r>
            <a:r>
              <a:rPr lang="en-US" dirty="0"/>
              <a:t> 4.0 International License (http://creativecommons.org/licenses/by-nc/4.0/).</a:t>
            </a:r>
            <a:r>
              <a:rPr lang="en-US" sz="1200" b="0" i="0" kern="1200" dirty="0">
                <a:solidFill>
                  <a:srgbClr val="000000"/>
                </a:solidFill>
                <a:effectLst/>
                <a:latin typeface="Times New Roman" pitchFamily="16" charset="0"/>
                <a:ea typeface="+mn-ea"/>
                <a:cs typeface="+mn-cs"/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3018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Object-oriented programming (OOP) is a computer programming model that organizes software design around data, or objects, rather than functions and logic. An object can be defined as a data field that has unique attributes and behavior.</a:t>
            </a:r>
          </a:p>
          <a:p>
            <a:endParaRPr lang="en-US" dirty="0"/>
          </a:p>
          <a:p>
            <a:r>
              <a:rPr lang="en-US" dirty="0"/>
              <a:t>OOP focuses on the objects that developers want to manipulate rather than the logic required to manipulate them. This approach to programming is well-suited for programs that are large, complex and actively updated or maintained.</a:t>
            </a:r>
          </a:p>
          <a:p>
            <a:endParaRPr lang="en-US" dirty="0"/>
          </a:p>
          <a:p>
            <a:r>
              <a:rPr lang="en-US" dirty="0"/>
              <a:t>The organization of an object-oriented program also makes the method beneficial to collaborative development, where projects are divided into groups.</a:t>
            </a:r>
          </a:p>
          <a:p>
            <a:endParaRPr lang="en-US" dirty="0"/>
          </a:p>
          <a:p>
            <a:r>
              <a:rPr lang="en-US" dirty="0"/>
              <a:t>Additional benefits of OOP include code reusability, scalability and efficiency. Even when using microservices, developers should continue to apply the principles of OOP.</a:t>
            </a:r>
          </a:p>
          <a:p>
            <a:endParaRPr lang="en-US" dirty="0"/>
          </a:p>
          <a:p>
            <a:r>
              <a:rPr lang="en-US" dirty="0"/>
              <a:t>The first step in OOP is to collect all of the objects a programmer wants to manipulate and identify how they relate to each other -- an exercise often known as data modeling.</a:t>
            </a:r>
          </a:p>
          <a:p>
            <a:endParaRPr lang="en-US" dirty="0"/>
          </a:p>
          <a:p>
            <a:r>
              <a:rPr lang="en-US" dirty="0"/>
              <a:t>Examples of an object can range from physical entities, such as a human being who is described by properties like name and address, down to small computer programs, such as widgets.</a:t>
            </a:r>
          </a:p>
          <a:p>
            <a:endParaRPr lang="en-US" dirty="0"/>
          </a:p>
          <a:p>
            <a:r>
              <a:rPr lang="en-US" dirty="0"/>
              <a:t>Once an object is known, it is labeled with a class of objects that defines the kind of data it contains and any logic sequences that can manipulate it. Each distinct logic sequence is known as a method. Objects can communicate with well-defined interfaces called messages.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953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7283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7187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77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249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31552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8EACE-A468-3D46-DEDC-18963E0DF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DF43B-505D-34E3-5EA6-F9B4C1475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8FB8F4-25EA-E8E7-6947-61D88E9957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70294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8700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8A2DB-0B82-E629-6747-1BD1A54C2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A03241-95BA-4E0F-9959-71BC72B0BB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E97F82-E81E-BC46-CFAE-33B2CB7DD4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401258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05CA2-625C-1370-EF04-FCBB663A1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668FB1-1C6F-CD75-713F-D9B9A4A428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5AAF27-7CD0-8ACC-123C-7B15C4723A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76388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5649" y="1951038"/>
            <a:ext cx="8569325" cy="10668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888" y="4283075"/>
            <a:ext cx="7056437" cy="193198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932185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3238" y="3398837"/>
            <a:ext cx="9069387" cy="3505200"/>
          </a:xfrm>
          <a:prstGeom prst="rect">
            <a:avLst/>
          </a:prstGeom>
        </p:spPr>
        <p:txBody>
          <a:bodyPr/>
          <a:lstStyle>
            <a:lvl1pPr marL="457200" indent="-457200">
              <a:buFont typeface="Wingdings" pitchFamily="2" charset="2"/>
              <a:buChar char="§"/>
              <a:defRPr/>
            </a:lvl1pPr>
            <a:lvl2pPr marL="914400" indent="-457200">
              <a:buFont typeface="Arial" pitchFamily="34" charset="0"/>
              <a:buChar char="•"/>
              <a:defRPr/>
            </a:lvl2pPr>
            <a:lvl3pPr marL="1257300" indent="-342900">
              <a:buFont typeface="Wingdings" pitchFamily="2" charset="2"/>
              <a:buChar char="§"/>
              <a:defRPr/>
            </a:lvl3pPr>
            <a:lvl4pPr marL="1714500" indent="-342900">
              <a:buFont typeface="Arial" pitchFamily="34" charset="0"/>
              <a:buChar char="•"/>
              <a:defRPr/>
            </a:lvl4pPr>
            <a:lvl5pPr marL="2171700" indent="-342900">
              <a:buFont typeface="Wingdings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306512" y="1722437"/>
            <a:ext cx="7772401" cy="126047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6304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230312" y="655638"/>
            <a:ext cx="7772401" cy="7294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487167" y="1417637"/>
            <a:ext cx="9143999" cy="5486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5617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4454027" cy="4498094"/>
          </a:xfrm>
        </p:spPr>
        <p:txBody>
          <a:bodyPr/>
          <a:lstStyle>
            <a:lvl1pPr>
              <a:defRPr sz="2646"/>
            </a:lvl1pPr>
            <a:lvl2pPr>
              <a:defRPr sz="2205"/>
            </a:lvl2pPr>
            <a:lvl3pPr>
              <a:defRPr sz="1984"/>
            </a:lvl3pPr>
            <a:lvl4pPr>
              <a:defRPr sz="1764"/>
            </a:lvl4pPr>
            <a:lvl5pPr>
              <a:defRPr sz="1764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4455776" cy="4498094"/>
          </a:xfrm>
        </p:spPr>
        <p:txBody>
          <a:bodyPr/>
          <a:lstStyle>
            <a:lvl1pPr>
              <a:defRPr sz="2646"/>
            </a:lvl1pPr>
            <a:lvl2pPr>
              <a:defRPr sz="2205"/>
            </a:lvl2pPr>
            <a:lvl3pPr>
              <a:defRPr sz="1984"/>
            </a:lvl3pPr>
            <a:lvl4pPr>
              <a:defRPr sz="1764"/>
            </a:lvl4pPr>
            <a:lvl5pPr>
              <a:defRPr sz="1764"/>
            </a:lvl5pPr>
            <a:lvl6pPr>
              <a:defRPr sz="1764"/>
            </a:lvl6pPr>
            <a:lvl7pPr>
              <a:defRPr sz="1764"/>
            </a:lvl7pPr>
            <a:lvl8pPr>
              <a:defRPr sz="1764"/>
            </a:lvl8pPr>
            <a:lvl9pPr>
              <a:defRPr sz="176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04031" y="1410327"/>
            <a:ext cx="4454027" cy="705219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410327"/>
            <a:ext cx="4455776" cy="705219"/>
          </a:xfrm>
        </p:spPr>
        <p:txBody>
          <a:bodyPr anchor="b"/>
          <a:lstStyle>
            <a:lvl1pPr marL="0" indent="0">
              <a:buNone/>
              <a:defRPr sz="2646" b="1"/>
            </a:lvl1pPr>
            <a:lvl2pPr marL="503972" indent="0">
              <a:buNone/>
              <a:defRPr sz="2205" b="1"/>
            </a:lvl2pPr>
            <a:lvl3pPr marL="1007943" indent="0">
              <a:buNone/>
              <a:defRPr sz="1984" b="1"/>
            </a:lvl3pPr>
            <a:lvl4pPr marL="1511915" indent="0">
              <a:buNone/>
              <a:defRPr sz="1764" b="1"/>
            </a:lvl4pPr>
            <a:lvl5pPr marL="2015886" indent="0">
              <a:buNone/>
              <a:defRPr sz="1764" b="1"/>
            </a:lvl5pPr>
            <a:lvl6pPr marL="2519858" indent="0">
              <a:buNone/>
              <a:defRPr sz="1764" b="1"/>
            </a:lvl6pPr>
            <a:lvl7pPr marL="3023829" indent="0">
              <a:buNone/>
              <a:defRPr sz="1764" b="1"/>
            </a:lvl7pPr>
            <a:lvl8pPr marL="3527801" indent="0">
              <a:buNone/>
              <a:defRPr sz="1764" b="1"/>
            </a:lvl8pPr>
            <a:lvl9pPr marL="4031772" indent="0">
              <a:buNone/>
              <a:defRPr sz="176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46931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54317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31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4318" y="1399897"/>
            <a:ext cx="4452276" cy="5353063"/>
          </a:xfrm>
        </p:spPr>
        <p:txBody>
          <a:bodyPr/>
          <a:lstStyle>
            <a:lvl1pPr>
              <a:defRPr sz="3086"/>
            </a:lvl1pPr>
            <a:lvl2pPr>
              <a:defRPr sz="2646"/>
            </a:lvl2pPr>
            <a:lvl3pPr>
              <a:defRPr sz="2205"/>
            </a:lvl3pPr>
            <a:lvl4pPr>
              <a:defRPr sz="1984"/>
            </a:lvl4pPr>
            <a:lvl5pPr>
              <a:defRPr sz="1984"/>
            </a:lvl5pPr>
            <a:lvl6pPr>
              <a:defRPr sz="1984"/>
            </a:lvl6pPr>
            <a:lvl7pPr>
              <a:defRPr sz="1984"/>
            </a:lvl7pPr>
            <a:lvl8pPr>
              <a:defRPr sz="1984"/>
            </a:lvl8pPr>
            <a:lvl9pPr>
              <a:defRPr sz="198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6233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4.jpe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8">
            <a:extLst>
              <a:ext uri="{FF2B5EF4-FFF2-40B4-BE49-F238E27FC236}">
                <a16:creationId xmlns:a16="http://schemas.microsoft.com/office/drawing/2014/main" id="{B9D9CB32-BDF9-4D6D-A87C-6E08D9474AF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96652" y="1580614"/>
            <a:ext cx="7772401" cy="1040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92413C1-E145-46D9-BDF4-3C6BB05EEA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48158" y="2722405"/>
            <a:ext cx="9069387" cy="3134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D5F2CC-61BF-4B4F-B5C8-F6D945C623B4}"/>
              </a:ext>
            </a:extLst>
          </p:cNvPr>
          <p:cNvSpPr/>
          <p:nvPr userDrawn="1"/>
        </p:nvSpPr>
        <p:spPr bwMode="auto">
          <a:xfrm>
            <a:off x="-1" y="0"/>
            <a:ext cx="10080625" cy="1112837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ACCFFC-7B96-446B-B5EC-DBCBBD32FD97}"/>
              </a:ext>
            </a:extLst>
          </p:cNvPr>
          <p:cNvSpPr/>
          <p:nvPr userDrawn="1"/>
        </p:nvSpPr>
        <p:spPr bwMode="auto">
          <a:xfrm>
            <a:off x="-1" y="1112837"/>
            <a:ext cx="10080624" cy="366523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16" name="Picture 2" descr="Branding Guidelines | Wentworth">
            <a:extLst>
              <a:ext uri="{FF2B5EF4-FFF2-40B4-BE49-F238E27FC236}">
                <a16:creationId xmlns:a16="http://schemas.microsoft.com/office/drawing/2014/main" id="{C559D3AF-BD20-44DC-8C1F-98AC6BFBDD4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1866078" y="122237"/>
            <a:ext cx="6705600" cy="8858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D22CA55-62BF-4C94-A272-3FD56DEED2D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5112" y="220079"/>
            <a:ext cx="588602" cy="7054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17B7479-6EEF-4822-B748-A3A59F1C80E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60" y="198437"/>
            <a:ext cx="588602" cy="705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45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413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1138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85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575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288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Line 1"/>
          <p:cNvSpPr>
            <a:spLocks noChangeShapeType="1"/>
          </p:cNvSpPr>
          <p:nvPr/>
        </p:nvSpPr>
        <p:spPr bwMode="auto">
          <a:xfrm>
            <a:off x="134447" y="71326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Text Box 3"/>
          <p:cNvSpPr txBox="1">
            <a:spLocks noChangeArrowheads="1"/>
          </p:cNvSpPr>
          <p:nvPr/>
        </p:nvSpPr>
        <p:spPr bwMode="auto">
          <a:xfrm>
            <a:off x="306485" y="7227691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COMP1050</a:t>
            </a: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9011093" y="7227692"/>
            <a:ext cx="763047" cy="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/>
          <a:p>
            <a:pPr algn="r">
              <a:lnSpc>
                <a:spcPct val="93000"/>
              </a:lnSpc>
            </a:pPr>
            <a:fld id="{0CBF143C-F1D4-4CC7-8AA6-A94FC5CAAAF3}" type="slidenum">
              <a:rPr lang="de-DE" sz="1800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rPr>
              <a:pPr algn="r">
                <a:lnSpc>
                  <a:spcPct val="93000"/>
                </a:lnSpc>
              </a:pPr>
              <a:t>‹#›</a:t>
            </a:fld>
            <a:endParaRPr lang="de-DE" sz="1800" dirty="0">
              <a:solidFill>
                <a:srgbClr val="000000"/>
              </a:solidFill>
              <a:latin typeface="Tahoma" pitchFamily="34" charset="0"/>
              <a:ea typeface="Tahoma" pitchFamily="34" charset="0"/>
              <a:cs typeface="Tahoma" pitchFamily="34" charset="0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1230312" y="612007"/>
            <a:ext cx="7772401" cy="72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title text format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3238" y="1436490"/>
            <a:ext cx="9069387" cy="5467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the outline text format</a:t>
            </a:r>
          </a:p>
          <a:p>
            <a:pPr lvl="1"/>
            <a:r>
              <a:rPr lang="en-US" dirty="0"/>
              <a:t>Second Outline Level</a:t>
            </a:r>
          </a:p>
          <a:p>
            <a:pPr lvl="2"/>
            <a:r>
              <a:rPr lang="en-US" dirty="0"/>
              <a:t>Third Outline Level</a:t>
            </a:r>
          </a:p>
          <a:p>
            <a:pPr lvl="3"/>
            <a:r>
              <a:rPr lang="en-US" dirty="0"/>
              <a:t>Fourth Outline Level</a:t>
            </a:r>
          </a:p>
          <a:p>
            <a:pPr lvl="4"/>
            <a:r>
              <a:rPr lang="en-US" dirty="0"/>
              <a:t>Fifth Outline Level</a:t>
            </a:r>
          </a:p>
          <a:p>
            <a:pPr lvl="4"/>
            <a:r>
              <a:rPr lang="en-US" dirty="0"/>
              <a:t>Sixth Outline Level</a:t>
            </a:r>
          </a:p>
          <a:p>
            <a:pPr lvl="4"/>
            <a:r>
              <a:rPr lang="en-US" dirty="0"/>
              <a:t>Seventh Outline Level</a:t>
            </a:r>
          </a:p>
          <a:p>
            <a:pPr lvl="4"/>
            <a:r>
              <a:rPr lang="en-US" dirty="0"/>
              <a:t>Eighth Outline Level</a:t>
            </a:r>
          </a:p>
          <a:p>
            <a:pPr lvl="4"/>
            <a:r>
              <a:rPr lang="en-US" dirty="0"/>
              <a:t>Ninth Outline Level</a:t>
            </a:r>
          </a:p>
        </p:txBody>
      </p:sp>
      <p:sp>
        <p:nvSpPr>
          <p:cNvPr id="12" name="Line 1"/>
          <p:cNvSpPr>
            <a:spLocks noChangeShapeType="1"/>
          </p:cNvSpPr>
          <p:nvPr/>
        </p:nvSpPr>
        <p:spPr bwMode="auto">
          <a:xfrm>
            <a:off x="134447" y="1341437"/>
            <a:ext cx="978266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CBA48C-005A-4F3D-9E31-7F5B1C34DC6C}"/>
              </a:ext>
            </a:extLst>
          </p:cNvPr>
          <p:cNvSpPr/>
          <p:nvPr userDrawn="1"/>
        </p:nvSpPr>
        <p:spPr bwMode="auto">
          <a:xfrm>
            <a:off x="-1" y="1"/>
            <a:ext cx="5040313" cy="516951"/>
          </a:xfrm>
          <a:prstGeom prst="rect">
            <a:avLst/>
          </a:prstGeom>
          <a:solidFill>
            <a:srgbClr val="E3DE00">
              <a:alpha val="50196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endParaRPr kumimoji="0" lang="en-US" sz="2200" b="1" i="0" u="none" strike="noStrike" cap="none" normalizeH="0" baseline="0" dirty="0">
              <a:ln>
                <a:noFill/>
              </a:ln>
              <a:effectLst/>
              <a:latin typeface="Georgia" panose="02040502050405020303" pitchFamily="18" charset="0"/>
              <a:cs typeface="Cordia New" pitchFamily="34" charset="-3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75D1D9-A90D-453D-B673-4D5D6A8BF398}"/>
              </a:ext>
            </a:extLst>
          </p:cNvPr>
          <p:cNvSpPr/>
          <p:nvPr userDrawn="1"/>
        </p:nvSpPr>
        <p:spPr bwMode="auto">
          <a:xfrm>
            <a:off x="5025319" y="-4402"/>
            <a:ext cx="5055306" cy="516946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1" fontAlgn="base" latinLnBrk="0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tabLst/>
            </a:pPr>
            <a:r>
              <a:rPr kumimoji="0" 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  <a:cs typeface="Cordia New" pitchFamily="34" charset="-34"/>
              </a:rPr>
              <a:t>School of Computing &amp; Data Science</a:t>
            </a:r>
          </a:p>
        </p:txBody>
      </p:sp>
      <p:pic>
        <p:nvPicPr>
          <p:cNvPr id="9" name="Picture 2" descr="Branding Guidelines | Wentworth">
            <a:extLst>
              <a:ext uri="{FF2B5EF4-FFF2-40B4-BE49-F238E27FC236}">
                <a16:creationId xmlns:a16="http://schemas.microsoft.com/office/drawing/2014/main" id="{4B19A1CF-F143-4ABF-BCB6-08957CD5570F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3" t="21401" r="2808" b="17625"/>
          <a:stretch/>
        </p:blipFill>
        <p:spPr bwMode="auto">
          <a:xfrm>
            <a:off x="696912" y="26696"/>
            <a:ext cx="3848343" cy="494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00F5E07-EF57-4226-AD34-FCA08732837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8225" y="16114"/>
            <a:ext cx="414188" cy="496430"/>
          </a:xfrm>
          <a:prstGeom prst="rect">
            <a:avLst/>
          </a:prstGeom>
        </p:spPr>
      </p:pic>
      <p:sp>
        <p:nvSpPr>
          <p:cNvPr id="14" name="Text Box 3">
            <a:extLst>
              <a:ext uri="{FF2B5EF4-FFF2-40B4-BE49-F238E27FC236}">
                <a16:creationId xmlns:a16="http://schemas.microsoft.com/office/drawing/2014/main" id="{A7BE0A97-ADA4-48F9-B3CB-C4967068DF4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58789" y="7243128"/>
            <a:ext cx="1762027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15876" rIns="0" bIns="0"/>
          <a:lstStyle>
            <a:lvl1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1pPr>
            <a:lvl2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2pPr>
            <a:lvl3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3pPr>
            <a:lvl4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4pPr>
            <a:lvl5pPr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5pPr>
            <a:lvl6pPr marL="25146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6pPr>
            <a:lvl7pPr marL="29718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7pPr>
            <a:lvl8pPr marL="34290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8pPr>
            <a:lvl9pPr marL="3886200" indent="-228600" defTabSz="449263" fontAlgn="base" hangingPunct="0">
              <a:lnSpc>
                <a:spcPct val="98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723900" algn="l"/>
                <a:tab pos="1447800" algn="l"/>
                <a:tab pos="2171700" algn="l"/>
              </a:tabLst>
              <a:defRPr sz="2400">
                <a:solidFill>
                  <a:srgbClr val="000000"/>
                </a:solidFill>
                <a:latin typeface="Bitstream Vera Serif" pitchFamily="16" charset="0"/>
                <a:ea typeface="msmincho" charset="0"/>
                <a:cs typeface="msmincho" charset="0"/>
              </a:defRPr>
            </a:lvl9pPr>
          </a:lstStyle>
          <a:p>
            <a:pPr>
              <a:lnSpc>
                <a:spcPct val="93000"/>
              </a:lnSpc>
            </a:pPr>
            <a:r>
              <a:rPr lang="de-DE" sz="1600" i="0" dirty="0">
                <a:latin typeface="Tahoma" pitchFamily="34" charset="0"/>
                <a:ea typeface="Tahoma" pitchFamily="34" charset="0"/>
                <a:cs typeface="Tahoma" pitchFamily="34" charset="0"/>
              </a:rPr>
              <a:t>Professor Folajimi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4" r:id="rId2"/>
    <p:sldLayoutId id="2147483655" r:id="rId3"/>
    <p:sldLayoutId id="2147483656" r:id="rId4"/>
  </p:sldLayoutIdLst>
  <p:hf sldNum="0" hdr="0" ftr="0"/>
  <p:txStyles>
    <p:titleStyle>
      <a:lvl1pPr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600">
          <a:solidFill>
            <a:srgbClr val="82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742950" indent="-28575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2pPr>
      <a:lvl3pPr marL="1143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3pPr>
      <a:lvl4pPr marL="1600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4pPr>
      <a:lvl5pPr marL="20574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5pPr>
      <a:lvl6pPr marL="25146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6pPr>
      <a:lvl7pPr marL="29718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7pPr>
      <a:lvl8pPr marL="34290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8pPr>
      <a:lvl9pPr marL="3886200" indent="-228600" algn="ctr" defTabSz="449263" rtl="0" eaLnBrk="1" fontAlgn="base" hangingPunct="1">
        <a:lnSpc>
          <a:spcPct val="11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4400">
          <a:solidFill>
            <a:srgbClr val="000000"/>
          </a:solidFill>
          <a:latin typeface="Comic Sans MS" charset="0"/>
          <a:ea typeface="msmincho" charset="0"/>
          <a:cs typeface="msmincho" charset="0"/>
        </a:defRPr>
      </a:lvl9pPr>
    </p:titleStyle>
    <p:bodyStyle>
      <a:lvl1pPr marL="4572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32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1pPr>
      <a:lvl2pPr marL="9144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Verdana" pitchFamily="34" charset="0"/>
        <a:buChar char="»"/>
        <a:defRPr sz="28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2pPr>
      <a:lvl3pPr marL="1257300" indent="-27432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4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3pPr>
      <a:lvl4pPr marL="17145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4pPr>
      <a:lvl5pPr marL="2171700" indent="-342900" algn="l" defTabSz="449263" rtl="0" eaLnBrk="1" fontAlgn="base" hangingPunct="1">
        <a:lnSpc>
          <a:spcPct val="100000"/>
        </a:lnSpc>
        <a:spcBef>
          <a:spcPct val="0"/>
        </a:spcBef>
        <a:spcAft>
          <a:spcPts val="0"/>
        </a:spcAft>
        <a:buClr>
          <a:srgbClr val="820000"/>
        </a:buClr>
        <a:buSzPct val="100000"/>
        <a:buFont typeface="Wingdings" pitchFamily="2" charset="2"/>
        <a:buChar char="§"/>
        <a:defRPr sz="2000">
          <a:solidFill>
            <a:srgbClr val="000000"/>
          </a:solidFill>
          <a:latin typeface="Tahoma" pitchFamily="34" charset="0"/>
          <a:ea typeface="Tahoma" pitchFamily="34" charset="0"/>
          <a:cs typeface="Tahoma" pitchFamily="34" charset="0"/>
        </a:defRPr>
      </a:lvl5pPr>
      <a:lvl6pPr marL="25146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eaLnBrk="1" fontAlgn="base" hangingPunct="1">
        <a:lnSpc>
          <a:spcPct val="11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9D7764C4-7BC2-4796-A488-1742950E80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4588" y="6446837"/>
            <a:ext cx="3947160" cy="260969"/>
          </a:xfrm>
        </p:spPr>
        <p:txBody>
          <a:bodyPr/>
          <a:lstStyle/>
          <a:p>
            <a:r>
              <a:rPr lang="en-US" dirty="0"/>
              <a:t>Professor Folajimi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5C00647-C4D0-4B41-A54B-E2C2E9CAAF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7565" y="5408121"/>
            <a:ext cx="5887631" cy="1620837"/>
          </a:xfrm>
        </p:spPr>
        <p:txBody>
          <a:bodyPr/>
          <a:lstStyle/>
          <a:p>
            <a:pPr algn="l"/>
            <a:r>
              <a:rPr lang="en-US" dirty="0"/>
              <a:t>Welcome to COMP1050!</a:t>
            </a:r>
          </a:p>
        </p:txBody>
      </p:sp>
      <p:pic>
        <p:nvPicPr>
          <p:cNvPr id="1026" name="Picture 2" descr="Rob Ashton's AMAZING Homepage">
            <a:extLst>
              <a:ext uri="{FF2B5EF4-FFF2-40B4-BE49-F238E27FC236}">
                <a16:creationId xmlns:a16="http://schemas.microsoft.com/office/drawing/2014/main" id="{1D70C0A3-A220-475B-883C-A0B3B03DB361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2" y="2559306"/>
            <a:ext cx="2847484" cy="2847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6566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88134C-ACE1-4C81-AC85-A71E9FE5B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624" y="2179637"/>
            <a:ext cx="7935912" cy="1260475"/>
          </a:xfrm>
        </p:spPr>
        <p:txBody>
          <a:bodyPr/>
          <a:lstStyle/>
          <a:p>
            <a:r>
              <a:rPr lang="en-US" sz="4800" dirty="0"/>
              <a:t>Abstract Classes</a:t>
            </a:r>
          </a:p>
        </p:txBody>
      </p:sp>
      <p:pic>
        <p:nvPicPr>
          <p:cNvPr id="1026" name="Picture 2" descr="JavaFX - Wikipedia">
            <a:extLst>
              <a:ext uri="{FF2B5EF4-FFF2-40B4-BE49-F238E27FC236}">
                <a16:creationId xmlns:a16="http://schemas.microsoft.com/office/drawing/2014/main" id="{CC0BE8D3-09EB-4A80-A419-47D51B770B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148"/>
          <a:stretch/>
        </p:blipFill>
        <p:spPr bwMode="auto">
          <a:xfrm>
            <a:off x="2373312" y="3170237"/>
            <a:ext cx="4343400" cy="252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63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</a:t>
            </a:r>
            <a:r>
              <a:rPr lang="en-US" dirty="0"/>
              <a:t> Keyword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We already know that the value of a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</a:t>
            </a:r>
            <a:r>
              <a:rPr lang="en-US" dirty="0"/>
              <a:t> variable cannot be changed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static double PI = 3.14159;</a:t>
            </a:r>
            <a:endParaRPr lang="en-US" dirty="0"/>
          </a:p>
          <a:p>
            <a:r>
              <a:rPr lang="en-US" dirty="0"/>
              <a:t>A final class cannot be </a:t>
            </a:r>
            <a:r>
              <a:rPr lang="en-US" dirty="0" err="1"/>
              <a:t>subclassed</a:t>
            </a:r>
            <a:endParaRPr lang="en-US" dirty="0"/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public class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EndOfTheLine</a:t>
            </a:r>
            <a:endParaRPr lang="en-US" dirty="0"/>
          </a:p>
          <a:p>
            <a:r>
              <a:rPr lang="en-US" dirty="0"/>
              <a:t>A final method cannot be </a:t>
            </a:r>
            <a:r>
              <a:rPr lang="en-US" dirty="0" err="1"/>
              <a:t>overriden</a:t>
            </a:r>
            <a:r>
              <a:rPr lang="en-US" dirty="0"/>
              <a:t> by subclasses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final public void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lastWord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()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3381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 of the Pets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0" y="2254867"/>
            <a:ext cx="49934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Pet(String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	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return "???";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Pet p = new Pet("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WhatAmI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?", "-1");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Pet.java</a:t>
            </a:r>
            <a:endParaRPr lang="en-US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Foo.java</a:t>
            </a:r>
            <a:endParaRPr lang="en-US" dirty="0"/>
          </a:p>
        </p:txBody>
      </p:sp>
      <p:sp>
        <p:nvSpPr>
          <p:cNvPr id="19" name="Rounded Rectangle 18"/>
          <p:cNvSpPr/>
          <p:nvPr/>
        </p:nvSpPr>
        <p:spPr>
          <a:xfrm>
            <a:off x="5573712" y="5456237"/>
            <a:ext cx="4304247" cy="122390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Awkward...</a:t>
            </a:r>
          </a:p>
        </p:txBody>
      </p:sp>
    </p:spTree>
    <p:extLst>
      <p:ext uri="{BB962C8B-B14F-4D97-AF65-F5344CB8AC3E}">
        <p14:creationId xmlns:p14="http://schemas.microsoft.com/office/powerpoint/2010/main" val="2895659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Getting Abstract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rPr lang="en-US" dirty="0"/>
              <a:t>An </a:t>
            </a:r>
            <a:r>
              <a:rPr lang="en-US" b="1" dirty="0"/>
              <a:t>abstract</a:t>
            </a:r>
            <a:r>
              <a:rPr lang="en-US" dirty="0"/>
              <a:t> method is a method that is declared without an implementation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abstract public String says();</a:t>
            </a:r>
            <a:endParaRPr lang="en-US" dirty="0"/>
          </a:p>
          <a:p>
            <a:r>
              <a:rPr lang="en-US" dirty="0"/>
              <a:t>If a class has even one abstract method, then the class itself must be declared abstract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abstract public class Pet2</a:t>
            </a:r>
            <a:endParaRPr lang="en-US" dirty="0"/>
          </a:p>
          <a:p>
            <a:r>
              <a:rPr lang="en-US" dirty="0"/>
              <a:t>An abstract class is a class that is declared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abstract</a:t>
            </a:r>
            <a:r>
              <a:rPr lang="en-US" dirty="0"/>
              <a:t> (it may or may not include abstract methods)</a:t>
            </a:r>
          </a:p>
          <a:p>
            <a:pPr lvl="1"/>
            <a:r>
              <a:rPr lang="en-US" dirty="0"/>
              <a:t>Abstract classes </a:t>
            </a:r>
            <a:r>
              <a:rPr lang="en-US" i="1" dirty="0"/>
              <a:t>cannot</a:t>
            </a:r>
            <a:r>
              <a:rPr lang="en-US" dirty="0"/>
              <a:t> be instantiated</a:t>
            </a:r>
          </a:p>
          <a:p>
            <a:pPr lvl="1"/>
            <a:r>
              <a:rPr lang="en-US" dirty="0"/>
              <a:t>Abstract classes </a:t>
            </a:r>
            <a:r>
              <a:rPr lang="en-US" i="1" dirty="0"/>
              <a:t>can</a:t>
            </a:r>
            <a:r>
              <a:rPr lang="en-US" dirty="0"/>
              <a:t> be </a:t>
            </a:r>
            <a:r>
              <a:rPr lang="en-US" dirty="0" err="1"/>
              <a:t>subclassed</a:t>
            </a:r>
            <a:endParaRPr lang="en-US" dirty="0"/>
          </a:p>
          <a:p>
            <a:pPr lvl="1"/>
            <a:r>
              <a:rPr lang="en-US" dirty="0"/>
              <a:t>The opposite of an abstract class is a “concrete” class</a:t>
            </a:r>
          </a:p>
        </p:txBody>
      </p:sp>
    </p:spTree>
    <p:extLst>
      <p:ext uri="{BB962C8B-B14F-4D97-AF65-F5344CB8AC3E}">
        <p14:creationId xmlns:p14="http://schemas.microsoft.com/office/powerpoint/2010/main" val="2817072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: Now with More Abstract!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101143"/>
            <a:ext cx="5450681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abstract public class Pet2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private String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private String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Pet2(String name, String id)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this.id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= id;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name;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id;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String.format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(%s)", 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getName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getId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abstract public String says();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Can’t directly make a new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object</a:t>
            </a:r>
          </a:p>
          <a:p>
            <a:r>
              <a:rPr lang="en-US" dirty="0"/>
              <a:t>Any concrete subclass of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must implement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says()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Pet2.java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847728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Dog4</a:t>
            </a:r>
            <a:r>
              <a:rPr lang="en-US" dirty="0"/>
              <a:t>/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Cat4</a:t>
            </a:r>
            <a:r>
              <a:rPr lang="en-US" dirty="0"/>
              <a:t>: Very Concrete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Dog4 extends Pet2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Dog4(String name, String id)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String says()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"woof";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4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Cat4 extends Pet2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final private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Cat4(String name, String id, 				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super(name, id);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String says()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"meow";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hasHairBalls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hairBalls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Dog4.java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Cat4.java</a:t>
            </a:r>
          </a:p>
        </p:txBody>
      </p:sp>
    </p:spTree>
    <p:extLst>
      <p:ext uri="{BB962C8B-B14F-4D97-AF65-F5344CB8AC3E}">
        <p14:creationId xmlns:p14="http://schemas.microsoft.com/office/powerpoint/2010/main" val="28093485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507" y="538419"/>
            <a:ext cx="9071610" cy="661650"/>
          </a:xfrm>
        </p:spPr>
        <p:txBody>
          <a:bodyPr>
            <a:normAutofit/>
          </a:bodyPr>
          <a:lstStyle/>
          <a:p>
            <a:r>
              <a:rPr lang="en-US" dirty="0"/>
              <a:t>Abstract Visual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3933537" y="1493557"/>
            <a:ext cx="2213553" cy="2202865"/>
            <a:chOff x="4356846" y="1783976"/>
            <a:chExt cx="2008095" cy="1998399"/>
          </a:xfrm>
        </p:grpSpPr>
        <p:sp>
          <p:nvSpPr>
            <p:cNvPr id="8" name="Rectangle 7"/>
            <p:cNvSpPr/>
            <p:nvPr/>
          </p:nvSpPr>
          <p:spPr>
            <a:xfrm>
              <a:off x="4356846" y="1783976"/>
              <a:ext cx="2008095" cy="25997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i="1" dirty="0">
                  <a:latin typeface="Consolas" charset="0"/>
                  <a:ea typeface="Consolas" charset="0"/>
                  <a:cs typeface="Consolas" charset="0"/>
                </a:rPr>
                <a:t>Pet2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4356847" y="2043953"/>
              <a:ext cx="2008094" cy="4661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-name: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-id: String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4356847" y="2504333"/>
              <a:ext cx="2008094" cy="127804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+Pet(name: String,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getName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getId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String</a:t>
              </a:r>
            </a:p>
            <a:p>
              <a:r>
                <a:rPr lang="en-US" sz="1213" i="1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6420404" y="4805521"/>
            <a:ext cx="3155713" cy="1776596"/>
            <a:chOff x="4356846" y="1783976"/>
            <a:chExt cx="2008095" cy="1911920"/>
          </a:xfrm>
        </p:grpSpPr>
        <p:sp>
          <p:nvSpPr>
            <p:cNvPr id="16" name="Rectangle 15"/>
            <p:cNvSpPr/>
            <p:nvPr/>
          </p:nvSpPr>
          <p:spPr>
            <a:xfrm>
              <a:off x="4356846" y="1783976"/>
              <a:ext cx="2008095" cy="35893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Dog4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4356847" y="2142915"/>
              <a:ext cx="2008094" cy="155298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+Dog4(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</p:txBody>
        </p:sp>
      </p:grpSp>
      <p:sp>
        <p:nvSpPr>
          <p:cNvPr id="20" name="Triangle 19"/>
          <p:cNvSpPr/>
          <p:nvPr/>
        </p:nvSpPr>
        <p:spPr>
          <a:xfrm>
            <a:off x="4867609" y="3696422"/>
            <a:ext cx="345403" cy="297761"/>
          </a:xfrm>
          <a:prstGeom prst="triangl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646"/>
          </a:p>
        </p:txBody>
      </p:sp>
      <p:cxnSp>
        <p:nvCxnSpPr>
          <p:cNvPr id="24" name="Elbow Connector 23"/>
          <p:cNvCxnSpPr>
            <a:stCxn id="16" idx="0"/>
            <a:endCxn id="20" idx="3"/>
          </p:cNvCxnSpPr>
          <p:nvPr/>
        </p:nvCxnSpPr>
        <p:spPr>
          <a:xfrm rot="16200000" flipV="1">
            <a:off x="6113616" y="2920877"/>
            <a:ext cx="811339" cy="29579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/>
          <p:cNvCxnSpPr>
            <a:stCxn id="12" idx="0"/>
            <a:endCxn id="20" idx="3"/>
          </p:cNvCxnSpPr>
          <p:nvPr/>
        </p:nvCxnSpPr>
        <p:spPr>
          <a:xfrm rot="5400000" flipH="1" flipV="1">
            <a:off x="3155667" y="2920879"/>
            <a:ext cx="811339" cy="295794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8" name="Group 17"/>
          <p:cNvGrpSpPr/>
          <p:nvPr/>
        </p:nvGrpSpPr>
        <p:grpSpPr>
          <a:xfrm>
            <a:off x="504506" y="4805521"/>
            <a:ext cx="3155713" cy="1754420"/>
            <a:chOff x="1552522" y="4535332"/>
            <a:chExt cx="2015430" cy="1591578"/>
          </a:xfrm>
        </p:grpSpPr>
        <p:sp>
          <p:nvSpPr>
            <p:cNvPr id="12" name="Rectangle 11"/>
            <p:cNvSpPr/>
            <p:nvPr/>
          </p:nvSpPr>
          <p:spPr>
            <a:xfrm>
              <a:off x="1552522" y="4535332"/>
              <a:ext cx="2015430" cy="321957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764" b="1" dirty="0">
                  <a:latin typeface="Consolas" charset="0"/>
                  <a:ea typeface="Consolas" charset="0"/>
                  <a:cs typeface="Consolas" charset="0"/>
                </a:rPr>
                <a:t>Cat4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552522" y="5213311"/>
              <a:ext cx="2015429" cy="913599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+Cat4(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name:String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     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id:String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,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hairBalls:boolean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)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+says(): String</a:t>
              </a:r>
            </a:p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+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hasHairBalls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():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552522" y="4856585"/>
              <a:ext cx="2015430" cy="35672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-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hairBalls</a:t>
              </a:r>
              <a:r>
                <a:rPr lang="en-US" sz="1213" dirty="0">
                  <a:latin typeface="Consolas" charset="0"/>
                  <a:ea typeface="Consolas" charset="0"/>
                  <a:cs typeface="Consolas" charset="0"/>
                </a:rPr>
                <a:t>: </a:t>
              </a:r>
              <a:r>
                <a:rPr lang="en-US" sz="1213" dirty="0" err="1">
                  <a:latin typeface="Consolas" charset="0"/>
                  <a:ea typeface="Consolas" charset="0"/>
                  <a:cs typeface="Consolas" charset="0"/>
                </a:rPr>
                <a:t>boolean</a:t>
              </a:r>
              <a:endParaRPr lang="en-US" sz="1213" dirty="0">
                <a:latin typeface="Consolas" charset="0"/>
                <a:ea typeface="Consolas" charset="0"/>
                <a:cs typeface="Consola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9903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Revisiting the Vet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504506" y="2254866"/>
            <a:ext cx="5678805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"6789")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"5432"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true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"8765"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false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d.says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says '%s'", c,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c.says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if (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 :: CLEARS THROAT ::");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Vet.java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TODO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Update for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Cat4</a:t>
            </a:r>
            <a:r>
              <a:rPr lang="en-US" dirty="0"/>
              <a:t>/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Dog4</a:t>
            </a:r>
          </a:p>
          <a:p>
            <a:r>
              <a:rPr lang="en-US" dirty="0"/>
              <a:t>Wouldn’t it be nice if we didn’t have to have as much separate code for cats/dogs?</a:t>
            </a:r>
          </a:p>
        </p:txBody>
      </p:sp>
    </p:spTree>
    <p:extLst>
      <p:ext uri="{BB962C8B-B14F-4D97-AF65-F5344CB8AC3E}">
        <p14:creationId xmlns:p14="http://schemas.microsoft.com/office/powerpoint/2010/main" val="8726506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Polymorphism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indent="-457200"/>
            <a:r>
              <a:rPr lang="en-US" b="1" dirty="0"/>
              <a:t>Polymorphism</a:t>
            </a:r>
            <a:r>
              <a:rPr lang="en-US" dirty="0"/>
              <a:t>: a variable of a </a:t>
            </a:r>
            <a:r>
              <a:rPr lang="en-US" dirty="0" err="1"/>
              <a:t>supertype</a:t>
            </a:r>
            <a:r>
              <a:rPr lang="en-US" dirty="0"/>
              <a:t> can refer to a subtype object</a:t>
            </a:r>
          </a:p>
          <a:p>
            <a:pPr indent="-457200"/>
            <a:r>
              <a:rPr lang="en-US" dirty="0"/>
              <a:t>A class defines a </a:t>
            </a:r>
            <a:r>
              <a:rPr lang="en-US" i="1" dirty="0"/>
              <a:t>type</a:t>
            </a:r>
          </a:p>
          <a:p>
            <a:pPr indent="-457200"/>
            <a:r>
              <a:rPr lang="en-US" dirty="0"/>
              <a:t>A type defined by a subclass is called a </a:t>
            </a:r>
            <a:r>
              <a:rPr lang="en-US" i="1" dirty="0"/>
              <a:t>subtype</a:t>
            </a:r>
            <a:r>
              <a:rPr lang="en-US" dirty="0"/>
              <a:t>; a type defined by its superclass is called a </a:t>
            </a:r>
            <a:r>
              <a:rPr lang="en-US" i="1" dirty="0" err="1"/>
              <a:t>supertype</a:t>
            </a:r>
            <a:endParaRPr lang="en-US" i="1" dirty="0"/>
          </a:p>
          <a:p>
            <a:pPr lvl="1"/>
            <a:r>
              <a:rPr lang="en-US" dirty="0"/>
              <a:t>Example: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Dog4</a:t>
            </a:r>
            <a:r>
              <a:rPr lang="en-US" dirty="0"/>
              <a:t> is a subtype of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;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is a </a:t>
            </a:r>
            <a:r>
              <a:rPr lang="en-US" dirty="0" err="1"/>
              <a:t>supertype</a:t>
            </a:r>
            <a:r>
              <a:rPr lang="en-US" dirty="0"/>
              <a:t> of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Cat4</a:t>
            </a:r>
          </a:p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is the </a:t>
            </a:r>
            <a:r>
              <a:rPr lang="en-US" dirty="0" err="1">
                <a:latin typeface="Arial" charset="0"/>
                <a:ea typeface="Arial" charset="0"/>
                <a:cs typeface="Arial" charset="0"/>
              </a:rPr>
              <a:t>supertype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of all classes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8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Casting Objects (1)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 fontScale="92500"/>
          </a:bodyPr>
          <a:lstStyle/>
          <a:p>
            <a:r>
              <a:rPr lang="en-US" dirty="0"/>
              <a:t>Casting can used to convert an object of one class type to another within an inheritance hierarchy</a:t>
            </a:r>
          </a:p>
          <a:p>
            <a:r>
              <a:rPr lang="en-US" dirty="0"/>
              <a:t>Like with primitive variables, there is implicit and explicit casting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double x = 5; // implicit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double y = (double) 5; // explicit</a:t>
            </a:r>
          </a:p>
          <a:p>
            <a:pPr marL="503972" lvl="1" indent="0">
              <a:buNone/>
            </a:pP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z = (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) 3.14; // explicit</a:t>
            </a:r>
            <a:endParaRPr lang="en-US" dirty="0"/>
          </a:p>
          <a:p>
            <a:r>
              <a:rPr lang="en-US" dirty="0"/>
              <a:t>In general we </a:t>
            </a:r>
            <a:r>
              <a:rPr lang="en-US" u="sng" dirty="0"/>
              <a:t>must</a:t>
            </a:r>
            <a:r>
              <a:rPr lang="en-US" dirty="0"/>
              <a:t> cast explicitly when moving from general to specific</a:t>
            </a:r>
          </a:p>
          <a:p>
            <a:pPr lvl="1"/>
            <a:r>
              <a:rPr lang="en-US" dirty="0"/>
              <a:t>All integers are doubles, not all doubles are integers</a:t>
            </a:r>
          </a:p>
          <a:p>
            <a:pPr lvl="1"/>
            <a:r>
              <a:rPr lang="en-US" dirty="0"/>
              <a:t>In the case of objects, from superclass to subclass</a:t>
            </a:r>
          </a:p>
        </p:txBody>
      </p:sp>
    </p:spTree>
    <p:extLst>
      <p:ext uri="{BB962C8B-B14F-4D97-AF65-F5344CB8AC3E}">
        <p14:creationId xmlns:p14="http://schemas.microsoft.com/office/powerpoint/2010/main" val="59233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Casting Objects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239603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following implicit cast will compile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 o1 = "foo"; // all strings are objects</a:t>
            </a:r>
            <a:endParaRPr lang="en-US" dirty="0"/>
          </a:p>
          <a:p>
            <a:r>
              <a:rPr lang="en-US" dirty="0"/>
              <a:t>The following will fail to compile</a:t>
            </a:r>
          </a:p>
          <a:p>
            <a:pPr marL="503972" lvl="1" indent="0">
              <a:buNone/>
            </a:pPr>
            <a:r>
              <a:rPr lang="en-US" b="1" strike="sngStrike" dirty="0">
                <a:solidFill>
                  <a:srgbClr val="FF0000"/>
                </a:solidFill>
                <a:latin typeface="Consolas" charset="0"/>
                <a:ea typeface="Consolas" charset="0"/>
                <a:cs typeface="Consolas" charset="0"/>
              </a:rPr>
              <a:t>String s1 = o1;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 // not all objects are strings</a:t>
            </a:r>
            <a:endParaRPr lang="en-US" dirty="0"/>
          </a:p>
          <a:p>
            <a:r>
              <a:rPr lang="en-US" dirty="0"/>
              <a:t>So we must explicitly cast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s1 = (String) o1;</a:t>
            </a:r>
            <a:endParaRPr lang="en-US" dirty="0"/>
          </a:p>
          <a:p>
            <a:r>
              <a:rPr lang="en-US" dirty="0"/>
              <a:t>The conversion is checked at </a:t>
            </a:r>
            <a:r>
              <a:rPr lang="en-US" i="1" dirty="0"/>
              <a:t>runtime</a:t>
            </a:r>
            <a:r>
              <a:rPr lang="en-US" dirty="0"/>
              <a:t> </a:t>
            </a:r>
            <a:r>
              <a:rPr lang="mr-IN" dirty="0"/>
              <a:t>–</a:t>
            </a:r>
            <a:r>
              <a:rPr lang="en-US" dirty="0"/>
              <a:t> if it was invalid, a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ClassCastException</a:t>
            </a:r>
            <a:r>
              <a:rPr lang="en-US" dirty="0"/>
              <a:t> will be thrown</a:t>
            </a:r>
          </a:p>
          <a:p>
            <a:pPr marL="503972" lvl="1" indent="0">
              <a:buNone/>
            </a:pP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String s2 = (String) (Object) 5;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85030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Updating Variables in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Vet2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Pet2[]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pets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"6789"),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"5432",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true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),	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"8765",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false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for (Pet2 p : pets) {</a:t>
            </a:r>
          </a:p>
          <a:p>
            <a:pPr marL="0" indent="0"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59964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659D9-546A-5C14-E245-702E8D291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Overriding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BF2F2-EC39-8771-57C1-6BD98365B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1" y="1493837"/>
            <a:ext cx="8879681" cy="525912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Overriding is the process of redefining a method in a subclass that already exists in its parent class.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Key Rules: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Method name, return type, and parameters must be the same.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The overridden method in the subclass </a:t>
            </a:r>
            <a:r>
              <a:rPr lang="en-US" sz="2400" b="1" dirty="0"/>
              <a:t>cannot have a more restrictive</a:t>
            </a:r>
            <a:r>
              <a:rPr lang="en-US" sz="2400" dirty="0"/>
              <a:t> access modifier than in the superclass.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Final &amp; static methods cannot be overridden.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Super Keyword is used to call the parent class method inside the subclass.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400" dirty="0"/>
              <a:t>While overloading can be achieved at compile-time, overriding must occur at run-time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865200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Example (1)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Polly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4"/>
          </p:nvPr>
        </p:nvSpPr>
        <p:spPr>
          <a:xfrm>
            <a:off x="5120817" y="2254867"/>
            <a:ext cx="495980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p(Object o)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o.toString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p(new Polly());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Polly.java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271870" y="5902179"/>
            <a:ext cx="4304247" cy="7527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Polly@70dea4e</a:t>
            </a:r>
          </a:p>
        </p:txBody>
      </p:sp>
    </p:spTree>
    <p:extLst>
      <p:ext uri="{BB962C8B-B14F-4D97-AF65-F5344CB8AC3E}">
        <p14:creationId xmlns:p14="http://schemas.microsoft.com/office/powerpoint/2010/main" val="339666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Example (2)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5175262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class Polly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	return "wants a cracker";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0" name="Content Placeholder 19"/>
          <p:cNvSpPr>
            <a:spLocks noGrp="1"/>
          </p:cNvSpPr>
          <p:nvPr>
            <p:ph sz="quarter" idx="4"/>
          </p:nvPr>
        </p:nvSpPr>
        <p:spPr>
          <a:xfrm>
            <a:off x="5120818" y="2254867"/>
            <a:ext cx="5177294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p(Object o)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s%n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o.toString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6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	p(new Polly());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6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Polly.java</a:t>
            </a:r>
            <a:endParaRPr lang="en-US" dirty="0"/>
          </a:p>
        </p:txBody>
      </p:sp>
      <p:sp>
        <p:nvSpPr>
          <p:cNvPr id="9" name="Rounded Rectangle 8"/>
          <p:cNvSpPr/>
          <p:nvPr/>
        </p:nvSpPr>
        <p:spPr>
          <a:xfrm>
            <a:off x="5271870" y="5902179"/>
            <a:ext cx="4304247" cy="75278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wants a cracker</a:t>
            </a:r>
          </a:p>
        </p:txBody>
      </p:sp>
    </p:spTree>
    <p:extLst>
      <p:ext uri="{BB962C8B-B14F-4D97-AF65-F5344CB8AC3E}">
        <p14:creationId xmlns:p14="http://schemas.microsoft.com/office/powerpoint/2010/main" val="82994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Object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4535805" cy="5343668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r>
              <a:rPr lang="en-US" dirty="0"/>
              <a:t>The Object class is the root superclass of all Java classes.</a:t>
            </a:r>
          </a:p>
          <a:p>
            <a:r>
              <a:rPr lang="en-US" dirty="0"/>
              <a:t>Every class in Java implicitly extends Object, unless it explicitly extends another class.</a:t>
            </a:r>
          </a:p>
          <a:p>
            <a:r>
              <a:rPr lang="en-US" dirty="0"/>
              <a:t>It provides common methods that all Java objects inherit and can override.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1CEDE-3E2D-49BA-D683-A0E4477AED1C}"/>
              </a:ext>
            </a:extLst>
          </p:cNvPr>
          <p:cNvSpPr txBox="1"/>
          <p:nvPr/>
        </p:nvSpPr>
        <p:spPr>
          <a:xfrm>
            <a:off x="5461317" y="1533015"/>
            <a:ext cx="4114800" cy="5371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class Pet {</a:t>
            </a:r>
          </a:p>
          <a:p>
            <a:r>
              <a:rPr lang="en-US" sz="1400" dirty="0"/>
              <a:t>    String name, id;</a:t>
            </a:r>
          </a:p>
          <a:p>
            <a:r>
              <a:rPr lang="en-US" sz="1400" dirty="0"/>
              <a:t>    </a:t>
            </a:r>
          </a:p>
          <a:p>
            <a:r>
              <a:rPr lang="en-US" sz="1400" dirty="0"/>
              <a:t>    public Pet(String name, String id) { this.name = name; this.id = id; }</a:t>
            </a:r>
          </a:p>
          <a:p>
            <a:endParaRPr lang="en-US" sz="1400" dirty="0"/>
          </a:p>
          <a:p>
            <a:r>
              <a:rPr lang="en-US" sz="1400" dirty="0"/>
              <a:t>    @Override</a:t>
            </a:r>
          </a:p>
          <a:p>
            <a:r>
              <a:rPr lang="en-US" sz="1400" dirty="0"/>
              <a:t>    public String </a:t>
            </a:r>
            <a:r>
              <a:rPr lang="en-US" sz="1400" dirty="0" err="1"/>
              <a:t>toString</a:t>
            </a:r>
            <a:r>
              <a:rPr lang="en-US" sz="1400" dirty="0"/>
              <a:t>() { return name + " (" + id + ")"; }</a:t>
            </a:r>
          </a:p>
          <a:p>
            <a:endParaRPr lang="en-US" sz="1400" dirty="0"/>
          </a:p>
          <a:p>
            <a:r>
              <a:rPr lang="en-US" sz="1400" dirty="0"/>
              <a:t>    @Override</a:t>
            </a:r>
          </a:p>
          <a:p>
            <a:r>
              <a:rPr lang="en-US" sz="1400" dirty="0"/>
              <a:t>    public </a:t>
            </a:r>
            <a:r>
              <a:rPr lang="en-US" sz="1400" dirty="0" err="1"/>
              <a:t>boolean</a:t>
            </a:r>
            <a:r>
              <a:rPr lang="en-US" sz="1400" dirty="0"/>
              <a:t> equals(Object obj) { return obj </a:t>
            </a:r>
            <a:r>
              <a:rPr lang="en-US" sz="1400" dirty="0" err="1"/>
              <a:t>instanceof</a:t>
            </a:r>
            <a:r>
              <a:rPr lang="en-US" sz="1400" dirty="0"/>
              <a:t> Pet &amp;&amp; </a:t>
            </a:r>
            <a:r>
              <a:rPr lang="en-US" sz="1400" dirty="0" err="1"/>
              <a:t>this.id.equals</a:t>
            </a:r>
            <a:r>
              <a:rPr lang="en-US" sz="1400" dirty="0"/>
              <a:t>(((Pet) obj).id); }</a:t>
            </a:r>
          </a:p>
          <a:p>
            <a:r>
              <a:rPr lang="en-US" sz="1400" dirty="0"/>
              <a:t>}</a:t>
            </a:r>
          </a:p>
          <a:p>
            <a:endParaRPr lang="en-US" sz="1400" dirty="0"/>
          </a:p>
          <a:p>
            <a:r>
              <a:rPr lang="en-US" sz="1400" dirty="0"/>
              <a:t>public class Main {</a:t>
            </a:r>
          </a:p>
          <a:p>
            <a:r>
              <a:rPr lang="en-US" sz="1400" dirty="0"/>
              <a:t>    public static void main(String[] </a:t>
            </a:r>
            <a:r>
              <a:rPr lang="en-US" sz="1400" dirty="0" err="1"/>
              <a:t>args</a:t>
            </a:r>
            <a:r>
              <a:rPr lang="en-US" sz="1400" dirty="0"/>
              <a:t>) {</a:t>
            </a:r>
          </a:p>
          <a:p>
            <a:r>
              <a:rPr lang="en-US" sz="1400" dirty="0"/>
              <a:t>        Pet pet1 = new Pet("Spot", "1234"), pet2 = new Pet("Rover", "1234");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(pet1); // Output: Spot (1234)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System.out.println</a:t>
            </a:r>
            <a:r>
              <a:rPr lang="en-US" sz="1400" dirty="0"/>
              <a:t>(pet1.equals(pet2)); // Output: true</a:t>
            </a:r>
          </a:p>
          <a:p>
            <a:r>
              <a:rPr lang="en-US" sz="1400" dirty="0"/>
              <a:t>    }</a:t>
            </a:r>
          </a:p>
          <a:p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42824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695B-70D4-9FEF-D76A-3EB00009A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C8D25-3D27-9B7D-7869-26EF2ED49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5C9D19-D570-64B2-D693-968442B688A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When an object’s method is invoked, the implementation that is used will be determined by the JVM at runtime </a:t>
            </a:r>
            <a:r>
              <a:rPr lang="mr-IN" dirty="0"/>
              <a:t>–</a:t>
            </a:r>
            <a:r>
              <a:rPr lang="en-US" dirty="0"/>
              <a:t> this capability is known as </a:t>
            </a:r>
            <a:r>
              <a:rPr lang="en-US" b="1" dirty="0"/>
              <a:t>dynamic binding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The JVM searches the implementations for the method from the most specific to the most general</a:t>
            </a:r>
          </a:p>
          <a:p>
            <a:r>
              <a:rPr lang="en-US" dirty="0">
                <a:latin typeface="Arial" charset="0"/>
                <a:ea typeface="Arial" charset="0"/>
                <a:cs typeface="Arial" charset="0"/>
              </a:rPr>
              <a:t>Once an implementation is found, the search stops and the </a:t>
            </a:r>
            <a:r>
              <a:rPr lang="en-US" b="1" dirty="0">
                <a:latin typeface="Arial" charset="0"/>
                <a:ea typeface="Arial" charset="0"/>
                <a:cs typeface="Arial" charset="0"/>
              </a:rPr>
              <a:t>first-found implementation</a:t>
            </a:r>
            <a:r>
              <a:rPr lang="en-US" dirty="0">
                <a:latin typeface="Arial" charset="0"/>
                <a:ea typeface="Arial" charset="0"/>
                <a:cs typeface="Arial" charset="0"/>
              </a:rPr>
              <a:t> is invoked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5305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Dynamic Binding Visually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6512" y="1991702"/>
            <a:ext cx="4451809" cy="375775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 is 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 and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Object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1800" dirty="0"/>
              <a:t> is the most specific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sz="1800" dirty="0"/>
              <a:t> is the most general</a:t>
            </a:r>
            <a:endParaRPr lang="en-US" sz="2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2400" dirty="0"/>
              <a:t> is 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2400" dirty="0"/>
              <a:t>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 and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Object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1800" dirty="0"/>
              <a:t> is the most specific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sz="1800" dirty="0"/>
              <a:t> is the most general</a:t>
            </a:r>
            <a:endParaRPr lang="en-US" sz="2400" dirty="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lang="en-US" sz="2400" dirty="0"/>
              <a:t>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C3</a:t>
            </a:r>
            <a:r>
              <a:rPr lang="en-US" sz="2400" dirty="0"/>
              <a:t> is an instance of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C3</a:t>
            </a:r>
            <a:r>
              <a:rPr lang="en-US" sz="2400" dirty="0"/>
              <a:t>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C2</a:t>
            </a:r>
            <a:r>
              <a:rPr lang="en-US" sz="2400" dirty="0"/>
              <a:t>,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C1</a:t>
            </a:r>
            <a:r>
              <a:rPr lang="en-US" sz="2400" dirty="0"/>
              <a:t>, and </a:t>
            </a:r>
            <a:r>
              <a:rPr lang="en-US" sz="2400" b="1" dirty="0">
                <a:latin typeface="Consolas" charset="0"/>
                <a:ea typeface="Consolas" charset="0"/>
                <a:cs typeface="Consolas" charset="0"/>
              </a:rPr>
              <a:t>Object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C3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is the most specific</a:t>
            </a:r>
          </a:p>
          <a:p>
            <a:pPr lvl="1">
              <a:lnSpc>
                <a:spcPct val="100000"/>
              </a:lnSpc>
              <a:spcAft>
                <a:spcPts val="0"/>
              </a:spcAft>
            </a:pPr>
            <a:r>
              <a:rPr lang="en-US" sz="1800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sz="1800" dirty="0">
                <a:latin typeface="Arial" charset="0"/>
                <a:ea typeface="Arial" charset="0"/>
                <a:cs typeface="Arial" charset="0"/>
              </a:rPr>
              <a:t> the most general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213644" y="1399897"/>
            <a:ext cx="3155713" cy="5353063"/>
            <a:chOff x="1100516" y="1269961"/>
            <a:chExt cx="2862806" cy="4856202"/>
          </a:xfrm>
        </p:grpSpPr>
        <p:grpSp>
          <p:nvGrpSpPr>
            <p:cNvPr id="8" name="Group 7"/>
            <p:cNvGrpSpPr/>
            <p:nvPr/>
          </p:nvGrpSpPr>
          <p:grpSpPr>
            <a:xfrm>
              <a:off x="1100516" y="1269961"/>
              <a:ext cx="2862806" cy="988373"/>
              <a:chOff x="4356846" y="1783976"/>
              <a:chExt cx="2008095" cy="1172485"/>
            </a:xfrm>
          </p:grpSpPr>
          <p:sp>
            <p:nvSpPr>
              <p:cNvPr id="9" name="Rectangle 8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Object</a:t>
                </a:r>
              </a:p>
            </p:txBody>
          </p:sp>
          <p:sp>
            <p:nvSpPr>
              <p:cNvPr id="10" name="Rectangle 9"/>
              <p:cNvSpPr/>
              <p:nvPr/>
            </p:nvSpPr>
            <p:spPr>
              <a:xfrm>
                <a:off x="4356847" y="2142915"/>
                <a:ext cx="2008094" cy="813546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+Object()</a:t>
                </a:r>
              </a:p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</a:t>
                </a:r>
                <a:r>
                  <a:rPr lang="en-US" sz="1213" dirty="0" err="1">
                    <a:latin typeface="Consolas" charset="0"/>
                    <a:ea typeface="Consolas" charset="0"/>
                    <a:cs typeface="Consolas" charset="0"/>
                  </a:rPr>
                  <a:t>toString</a:t>
                </a:r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(): String</a:t>
                </a:r>
              </a:p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...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1100516" y="2717199"/>
              <a:ext cx="2862806" cy="830411"/>
              <a:chOff x="4356846" y="1783976"/>
              <a:chExt cx="2008095" cy="985098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C1</a:t>
                </a:r>
              </a:p>
            </p:txBody>
          </p:sp>
          <p:sp>
            <p:nvSpPr>
              <p:cNvPr id="13" name="Rectangle 12"/>
              <p:cNvSpPr/>
              <p:nvPr/>
            </p:nvSpPr>
            <p:spPr>
              <a:xfrm>
                <a:off x="4356847" y="2142915"/>
                <a:ext cx="2008094" cy="6261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+C1()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1100516" y="4006475"/>
              <a:ext cx="2862806" cy="830411"/>
              <a:chOff x="4356846" y="1783976"/>
              <a:chExt cx="2008095" cy="985098"/>
            </a:xfrm>
          </p:grpSpPr>
          <p:sp>
            <p:nvSpPr>
              <p:cNvPr id="15" name="Rectangle 14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C2</a:t>
                </a: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356847" y="2142915"/>
                <a:ext cx="2008094" cy="6261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+C2()</a:t>
                </a:r>
              </a:p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</a:t>
                </a:r>
                <a:r>
                  <a:rPr lang="en-US" sz="1213" dirty="0" err="1">
                    <a:latin typeface="Consolas" charset="0"/>
                    <a:ea typeface="Consolas" charset="0"/>
                    <a:cs typeface="Consolas" charset="0"/>
                  </a:rPr>
                  <a:t>toString</a:t>
                </a:r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(): String</a:t>
                </a:r>
              </a:p>
            </p:txBody>
          </p:sp>
        </p:grpSp>
        <p:grpSp>
          <p:nvGrpSpPr>
            <p:cNvPr id="17" name="Group 16"/>
            <p:cNvGrpSpPr/>
            <p:nvPr/>
          </p:nvGrpSpPr>
          <p:grpSpPr>
            <a:xfrm>
              <a:off x="1100516" y="5295752"/>
              <a:ext cx="2862806" cy="830411"/>
              <a:chOff x="4356846" y="1783976"/>
              <a:chExt cx="2008095" cy="985098"/>
            </a:xfrm>
          </p:grpSpPr>
          <p:sp>
            <p:nvSpPr>
              <p:cNvPr id="18" name="Rectangle 17"/>
              <p:cNvSpPr/>
              <p:nvPr/>
            </p:nvSpPr>
            <p:spPr>
              <a:xfrm>
                <a:off x="4356846" y="1783976"/>
                <a:ext cx="2008095" cy="35893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764" b="1" dirty="0">
                    <a:latin typeface="Consolas" charset="0"/>
                    <a:ea typeface="Consolas" charset="0"/>
                    <a:cs typeface="Consolas" charset="0"/>
                  </a:rPr>
                  <a:t>C3</a:t>
                </a:r>
              </a:p>
            </p:txBody>
          </p:sp>
          <p:sp>
            <p:nvSpPr>
              <p:cNvPr id="19" name="Rectangle 18"/>
              <p:cNvSpPr/>
              <p:nvPr/>
            </p:nvSpPr>
            <p:spPr>
              <a:xfrm>
                <a:off x="4356847" y="2142915"/>
                <a:ext cx="2008094" cy="626159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sz="1213" dirty="0">
                    <a:latin typeface="Consolas" charset="0"/>
                    <a:ea typeface="Consolas" charset="0"/>
                    <a:cs typeface="Consolas" charset="0"/>
                  </a:rPr>
                  <a:t>+C3()</a:t>
                </a:r>
              </a:p>
            </p:txBody>
          </p:sp>
        </p:grpSp>
        <p:sp>
          <p:nvSpPr>
            <p:cNvPr id="20" name="Triangle 19"/>
            <p:cNvSpPr/>
            <p:nvPr/>
          </p:nvSpPr>
          <p:spPr>
            <a:xfrm>
              <a:off x="2419234" y="2274487"/>
              <a:ext cx="225369" cy="194283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646"/>
            </a:p>
          </p:txBody>
        </p:sp>
        <p:sp>
          <p:nvSpPr>
            <p:cNvPr id="21" name="Triangle 20"/>
            <p:cNvSpPr/>
            <p:nvPr/>
          </p:nvSpPr>
          <p:spPr>
            <a:xfrm>
              <a:off x="2419233" y="3569123"/>
              <a:ext cx="225369" cy="194283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646"/>
            </a:p>
          </p:txBody>
        </p:sp>
        <p:sp>
          <p:nvSpPr>
            <p:cNvPr id="22" name="Triangle 21"/>
            <p:cNvSpPr/>
            <p:nvPr/>
          </p:nvSpPr>
          <p:spPr>
            <a:xfrm>
              <a:off x="2419233" y="4858693"/>
              <a:ext cx="225369" cy="194283"/>
            </a:xfrm>
            <a:prstGeom prst="triangl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646"/>
            </a:p>
          </p:txBody>
        </p:sp>
        <p:cxnSp>
          <p:nvCxnSpPr>
            <p:cNvPr id="24" name="Straight Connector 23"/>
            <p:cNvCxnSpPr>
              <a:stCxn id="18" idx="0"/>
              <a:endCxn id="22" idx="3"/>
            </p:cNvCxnSpPr>
            <p:nvPr/>
          </p:nvCxnSpPr>
          <p:spPr>
            <a:xfrm flipH="1" flipV="1">
              <a:off x="2531918" y="5052976"/>
              <a:ext cx="1" cy="242776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stCxn id="15" idx="0"/>
              <a:endCxn id="21" idx="3"/>
            </p:cNvCxnSpPr>
            <p:nvPr/>
          </p:nvCxnSpPr>
          <p:spPr>
            <a:xfrm flipH="1" flipV="1">
              <a:off x="2531918" y="3763406"/>
              <a:ext cx="1" cy="24306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2" idx="0"/>
              <a:endCxn id="20" idx="3"/>
            </p:cNvCxnSpPr>
            <p:nvPr/>
          </p:nvCxnSpPr>
          <p:spPr>
            <a:xfrm flipV="1">
              <a:off x="2531919" y="2468770"/>
              <a:ext cx="0" cy="248429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53012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Updating Method Calls in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Vet2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4176468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Pet2[]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pets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"6789"),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"5432",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true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),	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"8765",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false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for (Pet2 p : pets)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("%s says '%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s'%n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", p, 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p.says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21112" y="5151778"/>
            <a:ext cx="5755005" cy="157712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Spot (1234)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Rover (6789)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Mittens (5432) says 'meow'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Garfield (8765) says 'meow'</a:t>
            </a:r>
          </a:p>
        </p:txBody>
      </p:sp>
    </p:spTree>
    <p:extLst>
      <p:ext uri="{BB962C8B-B14F-4D97-AF65-F5344CB8AC3E}">
        <p14:creationId xmlns:p14="http://schemas.microsoft.com/office/powerpoint/2010/main" val="443181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Output?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17281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</p:txBody>
      </p:sp>
    </p:spTree>
    <p:extLst>
      <p:ext uri="{BB962C8B-B14F-4D97-AF65-F5344CB8AC3E}">
        <p14:creationId xmlns:p14="http://schemas.microsoft.com/office/powerpoint/2010/main" val="3500391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1" y="1399897"/>
            <a:ext cx="5126962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124318" y="1399897"/>
            <a:ext cx="5126962" cy="53530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97512" y="1583857"/>
            <a:ext cx="914400" cy="29098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8814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(2)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069681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124317" y="1399897"/>
            <a:ext cx="5069681" cy="53530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513" y="2255837"/>
            <a:ext cx="1053114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sz="2646" b="1" dirty="0">
              <a:solidFill>
                <a:schemeClr val="tx1"/>
              </a:solidFill>
              <a:latin typeface="Consolas" charset="0"/>
              <a:ea typeface="Consolas" charset="0"/>
              <a:cs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2051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(3)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17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5124317" y="1399897"/>
            <a:ext cx="4917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91" y="3322637"/>
            <a:ext cx="3756226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31874495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(4)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069681" cy="5353063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512" y="3551237"/>
            <a:ext cx="1600200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22641671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(5)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220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73835" y="2437687"/>
            <a:ext cx="3733718" cy="351549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36547826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(6)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934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516644" y="1798637"/>
            <a:ext cx="895268" cy="3048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28025842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(7)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0696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9312" y="4553947"/>
            <a:ext cx="1416050" cy="29269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379002486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(8)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4917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06512" y="2255837"/>
            <a:ext cx="1066800" cy="228600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</p:txBody>
      </p:sp>
    </p:spTree>
    <p:extLst>
      <p:ext uri="{BB962C8B-B14F-4D97-AF65-F5344CB8AC3E}">
        <p14:creationId xmlns:p14="http://schemas.microsoft.com/office/powerpoint/2010/main" val="21215928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(9)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145882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7412" y="5660428"/>
            <a:ext cx="3886905" cy="253009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715088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(10)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220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936" y="5884772"/>
            <a:ext cx="1701976" cy="257265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</p:txBody>
      </p:sp>
    </p:spTree>
    <p:extLst>
      <p:ext uri="{BB962C8B-B14F-4D97-AF65-F5344CB8AC3E}">
        <p14:creationId xmlns:p14="http://schemas.microsoft.com/office/powerpoint/2010/main" val="10435815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(11)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98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41094" y="2433939"/>
            <a:ext cx="3666459" cy="355298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</p:txBody>
      </p:sp>
    </p:spTree>
    <p:extLst>
      <p:ext uri="{BB962C8B-B14F-4D97-AF65-F5344CB8AC3E}">
        <p14:creationId xmlns:p14="http://schemas.microsoft.com/office/powerpoint/2010/main" val="33638903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Exercise </a:t>
            </a:r>
            <a:r>
              <a:rPr lang="mr-IN" dirty="0"/>
              <a:t>–</a:t>
            </a:r>
            <a:r>
              <a:rPr lang="en-US" dirty="0"/>
              <a:t> Trace (12)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504030" y="1399897"/>
            <a:ext cx="5298281" cy="53530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protected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7;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A()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(20);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("A():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2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B extends A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B()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("B():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=%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d%n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void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int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(%d)%n",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this.i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 = 3 *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A();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new B();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0035" y="4780379"/>
            <a:ext cx="3657518" cy="294858"/>
          </a:xfrm>
          <a:prstGeom prst="roundRect">
            <a:avLst/>
          </a:prstGeom>
          <a:solidFill>
            <a:schemeClr val="accent3">
              <a:alpha val="2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646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649912" y="4770437"/>
            <a:ext cx="4043447" cy="223284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=40</a:t>
            </a:r>
          </a:p>
          <a:p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B.setI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(20)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A():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B(): </a:t>
            </a:r>
            <a:r>
              <a:rPr lang="en-US" sz="2646" b="1" dirty="0" err="1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i</a:t>
            </a:r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=60</a:t>
            </a:r>
          </a:p>
        </p:txBody>
      </p:sp>
    </p:spTree>
    <p:extLst>
      <p:ext uri="{BB962C8B-B14F-4D97-AF65-F5344CB8AC3E}">
        <p14:creationId xmlns:p14="http://schemas.microsoft.com/office/powerpoint/2010/main" val="16881938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dirty="0"/>
              <a:t> Operator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4294967295"/>
          </p:nvPr>
        </p:nvSpPr>
        <p:spPr>
          <a:xfrm>
            <a:off x="468312" y="1417637"/>
            <a:ext cx="9071610" cy="5343668"/>
          </a:xfrm>
          <a:prstGeom prst="rect">
            <a:avLst/>
          </a:prstGeom>
        </p:spPr>
        <p:txBody>
          <a:bodyPr/>
          <a:lstStyle/>
          <a:p>
            <a:pPr indent="-457200"/>
            <a:r>
              <a:rPr lang="en-US" dirty="0"/>
              <a:t>Use the </a:t>
            </a:r>
            <a:r>
              <a:rPr lang="en-US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dirty="0"/>
              <a:t> operator to test whether an object is an instance of a class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Object o1 = "howdy";</a:t>
            </a:r>
          </a:p>
          <a:p>
            <a:pPr marL="0" indent="0">
              <a:buNone/>
            </a:pP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isS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o1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String; // true</a:t>
            </a:r>
          </a:p>
          <a:p>
            <a:pPr marL="0" indent="0">
              <a:buNone/>
            </a:pP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isD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= o1 </a:t>
            </a:r>
            <a:r>
              <a:rPr lang="en-US" sz="2866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2866" b="1" dirty="0">
                <a:latin typeface="Consolas" charset="0"/>
                <a:ea typeface="Consolas" charset="0"/>
                <a:cs typeface="Consolas" charset="0"/>
              </a:rPr>
              <a:t> Double; // false</a:t>
            </a:r>
          </a:p>
        </p:txBody>
      </p:sp>
    </p:spTree>
    <p:extLst>
      <p:ext uri="{BB962C8B-B14F-4D97-AF65-F5344CB8AC3E}">
        <p14:creationId xmlns:p14="http://schemas.microsoft.com/office/powerpoint/2010/main" val="17815673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 More Complex Example</a:t>
            </a:r>
          </a:p>
        </p:txBody>
      </p:sp>
      <p:sp>
        <p:nvSpPr>
          <p:cNvPr id="26" name="Content Placeholder 25"/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C1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C2 extends C1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@Override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public String </a:t>
            </a:r>
            <a:r>
              <a:rPr lang="en-US" sz="1400" b="1" dirty="0" err="1">
                <a:latin typeface="Consolas" charset="0"/>
                <a:ea typeface="Consolas" charset="0"/>
                <a:cs typeface="Consolas" charset="0"/>
              </a:rPr>
              <a:t>toString</a:t>
            </a: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()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	return "C2.toString()";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4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public class C3 extends C2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4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27" name="Content Placeholder 26"/>
          <p:cNvSpPr>
            <a:spLocks noGrp="1"/>
          </p:cNvSpPr>
          <p:nvPr>
            <p:ph sz="half" idx="2"/>
          </p:nvPr>
        </p:nvSpPr>
        <p:spPr>
          <a:xfrm>
            <a:off x="5124308" y="1341437"/>
            <a:ext cx="4955787" cy="3709885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public static void main(String[]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args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Object o1 = new C1();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Object o2 = new C2();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final Object o3 = new C3();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("%b %b %b %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Object,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C1,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C2,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o1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C3);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("%b %b %b %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Object,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C1,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C2,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o2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C3);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("%b %b %b %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Object,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C1,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C2, 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o3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 C3);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84265" y="5608637"/>
            <a:ext cx="4304247" cy="139136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 true false 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 true true 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 true true true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065" y="4389437"/>
            <a:ext cx="1580647" cy="268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034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Cat-Specific Method Calls in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Vet2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4176468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Pet2[]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pets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Dog4("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"6789"),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"5432",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true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),	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 Cat4("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", "8765", </a:t>
            </a:r>
            <a:r>
              <a:rPr lang="mr-IN" sz="3307" b="1" dirty="0" err="1">
                <a:latin typeface="Consolas" charset="0"/>
                <a:ea typeface="Consolas" charset="0"/>
                <a:cs typeface="Consolas" charset="0"/>
              </a:rPr>
              <a:t>false</a:t>
            </a: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3307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3307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for (Pet2 p : pets)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("%s says '%s'", p, 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p.says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if (p 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 Cat4)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final Cat4 c = (Cat4) p;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if (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()) {	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 :: CLEARS THROAT ::");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3307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3307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6912" y="5380037"/>
            <a:ext cx="9008599" cy="171310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Spot (1234)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Rover (6789) says 'woof'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Mittens (5432) says 'meow' :: CLEARS THROAT ::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Garfield (8765) says 'meow'</a:t>
            </a:r>
          </a:p>
        </p:txBody>
      </p:sp>
    </p:spTree>
    <p:extLst>
      <p:ext uri="{BB962C8B-B14F-4D97-AF65-F5344CB8AC3E}">
        <p14:creationId xmlns:p14="http://schemas.microsoft.com/office/powerpoint/2010/main" val="382277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Compare to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504506" y="2101143"/>
            <a:ext cx="6593206" cy="4498094"/>
          </a:xfrm>
        </p:spPr>
        <p:txBody>
          <a:bodyPr>
            <a:noAutofit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Spot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"1234"),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Rover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"6789")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[]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=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Mittens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"5432"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true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),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new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Garfield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"8765"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, false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dogs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'%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n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",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,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d.says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for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(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 : </a:t>
            </a:r>
            <a:r>
              <a:rPr lang="mr-IN" sz="1200" b="1" dirty="0" err="1">
                <a:latin typeface="Consolas" charset="0"/>
                <a:ea typeface="Consolas" charset="0"/>
                <a:cs typeface="Consolas" charset="0"/>
              </a:rPr>
              <a:t>cats</a:t>
            </a: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) {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("%s says '%s'", c, 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c.says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if (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c.hasHairBalls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()) {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 :: CLEARS THROAT ::");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	</a:t>
            </a:r>
            <a:r>
              <a:rPr lang="en-US" sz="1200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200" b="1" dirty="0">
                <a:latin typeface="Consolas" charset="0"/>
                <a:ea typeface="Consolas" charset="0"/>
                <a:cs typeface="Consolas" charset="0"/>
              </a:rPr>
              <a:t>("%n");</a:t>
            </a:r>
          </a:p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mr-IN" sz="1200" b="1" dirty="0">
                <a:latin typeface="Consolas" charset="0"/>
                <a:ea typeface="Consolas" charset="0"/>
                <a:cs typeface="Consolas" charset="0"/>
              </a:rPr>
              <a:t>}</a:t>
            </a:r>
            <a:endParaRPr lang="en-US" sz="1200" b="1" dirty="0">
              <a:latin typeface="Consolas" charset="0"/>
              <a:ea typeface="Consolas" charset="0"/>
              <a:cs typeface="Consolas" charset="0"/>
            </a:endParaRPr>
          </a:p>
        </p:txBody>
      </p:sp>
      <p:sp>
        <p:nvSpPr>
          <p:cNvPr id="12" name="Text Placeholder 1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Vet.java</a:t>
            </a:r>
            <a:endParaRPr lang="en-US" dirty="0"/>
          </a:p>
        </p:txBody>
      </p:sp>
      <p:sp>
        <p:nvSpPr>
          <p:cNvPr id="16" name="Rounded Rectangle 15"/>
          <p:cNvSpPr/>
          <p:nvPr/>
        </p:nvSpPr>
        <p:spPr>
          <a:xfrm>
            <a:off x="3177111" y="1850193"/>
            <a:ext cx="6866500" cy="130779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Spot (1234) says 'woof'</a:t>
            </a:r>
          </a:p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Rover (6789) says 'woof'</a:t>
            </a:r>
          </a:p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Mittens (5432) says 'meow' :: CLEARS THROAT ::</a:t>
            </a:r>
          </a:p>
          <a:p>
            <a:r>
              <a:rPr lang="en-US" sz="2000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Garfield (8765) says 'meow'</a:t>
            </a:r>
          </a:p>
        </p:txBody>
      </p:sp>
    </p:spTree>
    <p:extLst>
      <p:ext uri="{BB962C8B-B14F-4D97-AF65-F5344CB8AC3E}">
        <p14:creationId xmlns:p14="http://schemas.microsoft.com/office/powerpoint/2010/main" val="2189095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Method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4294967295"/>
          </p:nvPr>
        </p:nvSpPr>
        <p:spPr>
          <a:xfrm>
            <a:off x="504507" y="1409292"/>
            <a:ext cx="9071610" cy="5343668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method compares the contents of two objects</a:t>
            </a:r>
          </a:p>
          <a:p>
            <a:r>
              <a:rPr lang="en-US" dirty="0"/>
              <a:t>The default implementation of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method in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Object</a:t>
            </a:r>
            <a:r>
              <a:rPr lang="en-US" dirty="0"/>
              <a:t> class</a:t>
            </a:r>
            <a:r>
              <a:rPr lang="mr-IN" dirty="0"/>
              <a:t>…</a:t>
            </a:r>
            <a:endParaRPr lang="en-US" dirty="0"/>
          </a:p>
          <a:p>
            <a:pPr marL="0" indent="0">
              <a:buNone/>
            </a:pP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public </a:t>
            </a:r>
            <a:r>
              <a:rPr lang="en-US" sz="2800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equals(Object </a:t>
            </a:r>
            <a:r>
              <a:rPr lang="en-US" sz="2800" b="1" dirty="0" err="1">
                <a:latin typeface="Consolas" charset="0"/>
                <a:ea typeface="Consolas" charset="0"/>
                <a:cs typeface="Consolas" charset="0"/>
              </a:rPr>
              <a:t>obj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buNone/>
            </a:pP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  	return this == </a:t>
            </a:r>
            <a:r>
              <a:rPr lang="en-US" sz="2800" b="1" dirty="0" err="1">
                <a:latin typeface="Consolas" charset="0"/>
                <a:ea typeface="Consolas" charset="0"/>
                <a:cs typeface="Consolas" charset="0"/>
              </a:rPr>
              <a:t>obj</a:t>
            </a: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buNone/>
            </a:pPr>
            <a:r>
              <a:rPr lang="en-US" sz="2800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748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for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Class (1)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04031" y="2254867"/>
            <a:ext cx="5437114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// no equals method defined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887912" y="2254866"/>
            <a:ext cx="5558303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d1 = new Dog4("d1", "1");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d2 = new Dog4("d2", "2");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lost = new Dog4("?", "1");			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d1.equals(d2));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d1.equals(lost));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d2.equals(lost));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Pet2.java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1870" y="5445766"/>
            <a:ext cx="4304247" cy="128313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7" y="5342962"/>
            <a:ext cx="1921922" cy="138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24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equals</a:t>
            </a:r>
            <a:r>
              <a:rPr lang="en-US" dirty="0"/>
              <a:t> for the </a:t>
            </a:r>
            <a:r>
              <a:rPr lang="en-US" b="1" dirty="0">
                <a:latin typeface="Consolas" charset="0"/>
                <a:ea typeface="Consolas" charset="0"/>
                <a:cs typeface="Consolas" charset="0"/>
              </a:rPr>
              <a:t>Pet2</a:t>
            </a:r>
            <a:r>
              <a:rPr lang="en-US" dirty="0"/>
              <a:t> Class (2)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315912" y="2254867"/>
            <a:ext cx="4454027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@Override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public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boolean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 equals(Object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obj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if (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obj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instanceof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 Pet2) {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	final Pet2 p = (Pet2)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obj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	return 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this.id.equals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p.id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} else {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	return false;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	}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}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4932689" y="2254866"/>
            <a:ext cx="5253503" cy="449809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d1 = new Dog4("d1", "1");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d2 = new Dog4("d2", "2");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final Dog4 lost = new Dog4("?", "1");				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d1.equals(d2));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d1.equals(lost));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System.out.printf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("%</a:t>
            </a:r>
            <a:r>
              <a:rPr lang="en-US" sz="1653" b="1" dirty="0" err="1">
                <a:latin typeface="Consolas" charset="0"/>
                <a:ea typeface="Consolas" charset="0"/>
                <a:cs typeface="Consolas" charset="0"/>
              </a:rPr>
              <a:t>b%n</a:t>
            </a:r>
            <a:r>
              <a:rPr lang="en-US" sz="1653" b="1" dirty="0">
                <a:latin typeface="Consolas" charset="0"/>
                <a:ea typeface="Consolas" charset="0"/>
                <a:cs typeface="Consolas" charset="0"/>
              </a:rPr>
              <a:t>", 	d2.equals(lost));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Pet2.java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71870" y="5445766"/>
            <a:ext cx="4304247" cy="1283136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true</a:t>
            </a:r>
          </a:p>
          <a:p>
            <a:r>
              <a:rPr lang="en-US" sz="2646" b="1" dirty="0">
                <a:solidFill>
                  <a:schemeClr val="tx1"/>
                </a:solidFill>
                <a:latin typeface="Consolas" charset="0"/>
                <a:ea typeface="Consolas" charset="0"/>
                <a:cs typeface="Consolas" charset="0"/>
              </a:rPr>
              <a:t>false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06" y="5342962"/>
            <a:ext cx="1847921" cy="138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43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33D23-C36A-BC33-846B-35C7463A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8D70-E76C-AF6A-B2CE-CD46149B5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7475E-3CF7-BF83-9B98-EB5670D5A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1" y="1493837"/>
            <a:ext cx="8498682" cy="525912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 abstract class is a class that cannot be instantiated and is meant to be extended by subclasses.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can have both abstract methods (without a body) and concrete methods (with a body).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Key Features: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Declared with the abstract keyword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Can have abstract methods, which must be implemented by subclasses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Can have constructors, instance variables, and concrete methods</a:t>
            </a:r>
          </a:p>
          <a:p>
            <a:pPr lvl="1">
              <a:buFont typeface="+mj-lt"/>
              <a:buAutoNum type="arabicPeriod"/>
            </a:pPr>
            <a:r>
              <a:rPr lang="en-US" dirty="0"/>
              <a:t>Used as a blueprint for subclasses</a:t>
            </a:r>
          </a:p>
          <a:p>
            <a:r>
              <a:rPr lang="en-US" dirty="0"/>
              <a:t>Abstract classes allow shared code while enforcing structure for subclasses.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63339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4DA-0A77-3ED7-0F24-75814B2FB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4A035-26F7-7F72-7EC8-0A2FD2B3B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5912" y="1874837"/>
            <a:ext cx="4876800" cy="4137939"/>
          </a:xfrm>
        </p:spPr>
        <p:txBody>
          <a:bodyPr/>
          <a:lstStyle/>
          <a:p>
            <a:pPr marL="182880" indent="0">
              <a:buNone/>
            </a:pPr>
            <a:r>
              <a:rPr lang="en-US" sz="1200" dirty="0"/>
              <a:t>    private String name;</a:t>
            </a:r>
          </a:p>
          <a:p>
            <a:pPr marL="182880" indent="0">
              <a:buNone/>
            </a:pPr>
            <a:r>
              <a:rPr lang="en-US" sz="1200" dirty="0"/>
              <a:t>    private String id;</a:t>
            </a:r>
          </a:p>
          <a:p>
            <a:pPr marL="182880" indent="0">
              <a:buNone/>
            </a:pPr>
            <a:endParaRPr lang="en-US" sz="1200" dirty="0"/>
          </a:p>
          <a:p>
            <a:pPr marL="182880" indent="0">
              <a:buNone/>
            </a:pPr>
            <a:r>
              <a:rPr lang="en-US" sz="1200" dirty="0"/>
              <a:t>    public Pet(String name, String id) {</a:t>
            </a:r>
          </a:p>
          <a:p>
            <a:pPr marL="182880" indent="0">
              <a:buNone/>
            </a:pPr>
            <a:r>
              <a:rPr lang="en-US" sz="1200" dirty="0"/>
              <a:t>        this.name = name;</a:t>
            </a:r>
          </a:p>
          <a:p>
            <a:pPr marL="182880" indent="0">
              <a:buNone/>
            </a:pPr>
            <a:r>
              <a:rPr lang="en-US" sz="1200" dirty="0"/>
              <a:t>        this.id = id;</a:t>
            </a:r>
          </a:p>
          <a:p>
            <a:pPr marL="182880" indent="0">
              <a:buNone/>
            </a:pPr>
            <a:r>
              <a:rPr lang="en-US" sz="1200" dirty="0"/>
              <a:t>    }</a:t>
            </a:r>
          </a:p>
          <a:p>
            <a:pPr marL="182880" indent="0">
              <a:buNone/>
            </a:pPr>
            <a:endParaRPr lang="en-US" sz="1200" dirty="0"/>
          </a:p>
          <a:p>
            <a:pPr marL="182880" indent="0">
              <a:buNone/>
            </a:pPr>
            <a:r>
              <a:rPr lang="en-US" sz="1200" dirty="0"/>
              <a:t>    public String </a:t>
            </a:r>
            <a:r>
              <a:rPr lang="en-US" sz="1200" dirty="0" err="1"/>
              <a:t>getName</a:t>
            </a:r>
            <a:r>
              <a:rPr lang="en-US" sz="1200" dirty="0"/>
              <a:t>() {</a:t>
            </a:r>
          </a:p>
          <a:p>
            <a:pPr marL="182880" indent="0">
              <a:buNone/>
            </a:pPr>
            <a:r>
              <a:rPr lang="en-US" sz="1200" dirty="0"/>
              <a:t>        return name;</a:t>
            </a:r>
          </a:p>
          <a:p>
            <a:pPr marL="182880" indent="0">
              <a:buNone/>
            </a:pPr>
            <a:r>
              <a:rPr lang="en-US" sz="1200" dirty="0"/>
              <a:t>    }</a:t>
            </a:r>
          </a:p>
          <a:p>
            <a:pPr marL="182880" indent="0">
              <a:buNone/>
            </a:pPr>
            <a:endParaRPr lang="en-US" sz="1200" dirty="0"/>
          </a:p>
          <a:p>
            <a:pPr marL="182880" indent="0">
              <a:buNone/>
            </a:pPr>
            <a:r>
              <a:rPr lang="en-US" sz="1200" dirty="0"/>
              <a:t>    public String </a:t>
            </a:r>
            <a:r>
              <a:rPr lang="en-US" sz="1200" dirty="0" err="1"/>
              <a:t>getId</a:t>
            </a:r>
            <a:r>
              <a:rPr lang="en-US" sz="1200" dirty="0"/>
              <a:t>() {</a:t>
            </a:r>
          </a:p>
          <a:p>
            <a:pPr marL="182880" indent="0">
              <a:buNone/>
            </a:pPr>
            <a:r>
              <a:rPr lang="en-US" sz="1200" dirty="0"/>
              <a:t>        return id;</a:t>
            </a:r>
          </a:p>
          <a:p>
            <a:pPr marL="182880" indent="0">
              <a:buNone/>
            </a:pPr>
            <a:r>
              <a:rPr lang="en-US" sz="1200" dirty="0"/>
              <a:t>    }</a:t>
            </a:r>
          </a:p>
          <a:p>
            <a:pPr marL="182880" indent="0">
              <a:buNone/>
            </a:pPr>
            <a:endParaRPr lang="en-US" sz="1200" dirty="0"/>
          </a:p>
          <a:p>
            <a:pPr marL="182880" indent="0">
              <a:buNone/>
            </a:pPr>
            <a:r>
              <a:rPr lang="en-US" sz="1200" dirty="0"/>
              <a:t>    @Override</a:t>
            </a:r>
          </a:p>
          <a:p>
            <a:pPr marL="182880" indent="0">
              <a:buNone/>
            </a:pPr>
            <a:r>
              <a:rPr lang="en-US" sz="1200" dirty="0"/>
              <a:t>    public String </a:t>
            </a:r>
            <a:r>
              <a:rPr lang="en-US" sz="1200" dirty="0" err="1"/>
              <a:t>toString</a:t>
            </a:r>
            <a:r>
              <a:rPr lang="en-US" sz="1200" dirty="0"/>
              <a:t>() {</a:t>
            </a:r>
          </a:p>
          <a:p>
            <a:pPr marL="182880" indent="0">
              <a:buNone/>
            </a:pPr>
            <a:r>
              <a:rPr lang="en-US" sz="1200" dirty="0"/>
              <a:t>        return name + " (" + id + ")";</a:t>
            </a:r>
          </a:p>
          <a:p>
            <a:pPr marL="182880" indent="0">
              <a:buNone/>
            </a:pPr>
            <a:r>
              <a:rPr lang="en-US" sz="1200" dirty="0"/>
              <a:t>    }</a:t>
            </a:r>
          </a:p>
          <a:p>
            <a:pPr marL="182880" indent="0">
              <a:buNone/>
            </a:pPr>
            <a:endParaRPr lang="en-US" sz="1200" dirty="0"/>
          </a:p>
          <a:p>
            <a:pPr marL="182880" indent="0">
              <a:buNone/>
            </a:pPr>
            <a:r>
              <a:rPr lang="en-US" sz="1200" dirty="0"/>
              <a:t>    // Abstract method - must be implemented by subclasses</a:t>
            </a:r>
          </a:p>
          <a:p>
            <a:pPr marL="182880" indent="0">
              <a:buNone/>
            </a:pPr>
            <a:r>
              <a:rPr lang="en-US" sz="1200" dirty="0"/>
              <a:t>    abstract public String </a:t>
            </a:r>
            <a:r>
              <a:rPr lang="en-US" sz="1200" dirty="0" err="1"/>
              <a:t>makeSound</a:t>
            </a:r>
            <a:r>
              <a:rPr lang="en-US" sz="1200" dirty="0"/>
              <a:t>();</a:t>
            </a:r>
          </a:p>
          <a:p>
            <a:pPr marL="182880" indent="0">
              <a:buNone/>
            </a:pPr>
            <a:endParaRPr lang="en-US" sz="1200" dirty="0"/>
          </a:p>
          <a:p>
            <a:pPr marL="182880" indent="0">
              <a:buNone/>
            </a:pPr>
            <a:endParaRPr lang="en-US" sz="1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579B54-2C02-2E55-1266-193DF0E7F8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68912" y="1766067"/>
            <a:ext cx="4724400" cy="1937569"/>
          </a:xfrm>
        </p:spPr>
        <p:txBody>
          <a:bodyPr/>
          <a:lstStyle/>
          <a:p>
            <a:r>
              <a:rPr lang="en-US" sz="2400" dirty="0"/>
              <a:t>Pet provides common attributes and methods.</a:t>
            </a:r>
          </a:p>
          <a:p>
            <a:r>
              <a:rPr lang="en-US" sz="2400" dirty="0" err="1"/>
              <a:t>makeSound</a:t>
            </a:r>
            <a:r>
              <a:rPr lang="en-US" sz="2400" dirty="0"/>
              <a:t>() is abstract, requiring subclasses to define their own implementation.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89E1F-77F0-A2E0-18B3-43DCF3CCB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031" y="1036637"/>
            <a:ext cx="4454027" cy="705219"/>
          </a:xfrm>
        </p:spPr>
        <p:txBody>
          <a:bodyPr/>
          <a:lstStyle/>
          <a:p>
            <a:r>
              <a:rPr lang="en-US" dirty="0"/>
              <a:t>abstract class Pet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62B9F58-00B1-A3C5-C0B1-D6D8260E08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Dog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provide their own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makeSound()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implementation.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Abstract classes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 structure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allowing specialization. </a:t>
            </a:r>
          </a:p>
        </p:txBody>
      </p:sp>
    </p:spTree>
    <p:extLst>
      <p:ext uri="{BB962C8B-B14F-4D97-AF65-F5344CB8AC3E}">
        <p14:creationId xmlns:p14="http://schemas.microsoft.com/office/powerpoint/2010/main" val="2365607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F5032-CA28-FB3C-9BFC-34055DE0A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11C4E-BDA4-F1F4-6A07-12EC08598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Classes (3)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DA146-5AB1-E5A3-5F8F-27637D2B07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26024" y="3927000"/>
            <a:ext cx="4724400" cy="1937569"/>
          </a:xfrm>
        </p:spPr>
        <p:txBody>
          <a:bodyPr/>
          <a:lstStyle/>
          <a:p>
            <a:r>
              <a:rPr lang="en-US" sz="2400" dirty="0"/>
              <a:t>Dog and Cat extend Pet and provide their own </a:t>
            </a:r>
            <a:r>
              <a:rPr lang="en-US" sz="2400" dirty="0" err="1"/>
              <a:t>makeSound</a:t>
            </a:r>
            <a:r>
              <a:rPr lang="en-US" sz="2400" dirty="0"/>
              <a:t>() implementation.</a:t>
            </a:r>
          </a:p>
          <a:p>
            <a:r>
              <a:rPr lang="en-US" sz="2400" dirty="0"/>
              <a:t>Abstract classes enforce structure while allowing specialization.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8B643A6-FD7D-59EC-509C-574EDDDA0A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Dog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provide their own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makeSound()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implementation.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Abstract classes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 structure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allowing specialization. 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3159DF3-0844-12E4-4D98-F5D92AF9A852}"/>
              </a:ext>
            </a:extLst>
          </p:cNvPr>
          <p:cNvSpPr txBox="1">
            <a:spLocks/>
          </p:cNvSpPr>
          <p:nvPr/>
        </p:nvSpPr>
        <p:spPr bwMode="auto">
          <a:xfrm>
            <a:off x="315912" y="2027237"/>
            <a:ext cx="5181600" cy="4986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572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646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205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98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Dog(String name, String id)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super(name, id);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String </a:t>
            </a:r>
            <a:r>
              <a:rPr lang="en-US" sz="1050" kern="0" dirty="0" err="1"/>
              <a:t>makeSound</a:t>
            </a:r>
            <a:r>
              <a:rPr lang="en-US" sz="1050" kern="0" dirty="0"/>
              <a:t>()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return "Woof!";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// Cat class extends Pet and implements </a:t>
            </a:r>
            <a:r>
              <a:rPr lang="en-US" sz="1050" kern="0" dirty="0" err="1"/>
              <a:t>makeSound</a:t>
            </a:r>
            <a:r>
              <a:rPr lang="en-US" sz="1050" kern="0" dirty="0"/>
              <a:t>()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class Cat extends Pet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private </a:t>
            </a:r>
            <a:r>
              <a:rPr lang="en-US" sz="1050" kern="0" dirty="0" err="1"/>
              <a:t>boolean</a:t>
            </a:r>
            <a:r>
              <a:rPr lang="en-US" sz="1050" kern="0" dirty="0"/>
              <a:t> </a:t>
            </a:r>
            <a:r>
              <a:rPr lang="en-US" sz="1050" kern="0" dirty="0" err="1"/>
              <a:t>hasHairballs</a:t>
            </a:r>
            <a:r>
              <a:rPr lang="en-US" sz="1050" kern="0" dirty="0"/>
              <a:t>;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Cat(String name, String id, </a:t>
            </a:r>
            <a:r>
              <a:rPr lang="en-US" sz="1050" kern="0" dirty="0" err="1"/>
              <a:t>boolean</a:t>
            </a:r>
            <a:r>
              <a:rPr lang="en-US" sz="1050" kern="0" dirty="0"/>
              <a:t> </a:t>
            </a:r>
            <a:r>
              <a:rPr lang="en-US" sz="1050" kern="0" dirty="0" err="1"/>
              <a:t>hasHairballs</a:t>
            </a:r>
            <a:r>
              <a:rPr lang="en-US" sz="1050" kern="0" dirty="0"/>
              <a:t>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super(name, id);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</a:t>
            </a:r>
            <a:r>
              <a:rPr lang="en-US" sz="1050" kern="0" dirty="0" err="1"/>
              <a:t>this.hasHairballs</a:t>
            </a:r>
            <a:r>
              <a:rPr lang="en-US" sz="1050" kern="0" dirty="0"/>
              <a:t> = </a:t>
            </a:r>
            <a:r>
              <a:rPr lang="en-US" sz="1050" kern="0" dirty="0" err="1"/>
              <a:t>hasHairballs</a:t>
            </a:r>
            <a:r>
              <a:rPr lang="en-US" sz="1050" kern="0" dirty="0"/>
              <a:t>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String </a:t>
            </a:r>
            <a:r>
              <a:rPr lang="en-US" sz="1050" kern="0" dirty="0" err="1"/>
              <a:t>makeSound</a:t>
            </a:r>
            <a:r>
              <a:rPr lang="en-US" sz="1050" kern="0" dirty="0"/>
              <a:t>()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return "Meow!";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</a:t>
            </a:r>
            <a:r>
              <a:rPr lang="en-US" sz="1050" kern="0" dirty="0" err="1"/>
              <a:t>boolean</a:t>
            </a:r>
            <a:r>
              <a:rPr lang="en-US" sz="1050" kern="0" dirty="0"/>
              <a:t> </a:t>
            </a:r>
            <a:r>
              <a:rPr lang="en-US" sz="1050" kern="0" dirty="0" err="1"/>
              <a:t>hasHairballs</a:t>
            </a:r>
            <a:r>
              <a:rPr lang="en-US" sz="1050" kern="0" dirty="0"/>
              <a:t>()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return </a:t>
            </a:r>
            <a:r>
              <a:rPr lang="en-US" sz="1050" kern="0" dirty="0" err="1"/>
              <a:t>hasHairballs</a:t>
            </a:r>
            <a:r>
              <a:rPr lang="en-US" sz="1050" kern="0" dirty="0"/>
              <a:t>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29851AA-299E-D6BE-ED63-02E13204D9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7818" y="1145407"/>
            <a:ext cx="4455776" cy="705219"/>
          </a:xfrm>
        </p:spPr>
        <p:txBody>
          <a:bodyPr/>
          <a:lstStyle/>
          <a:p>
            <a:r>
              <a:rPr lang="en-US" dirty="0"/>
              <a:t>class Dog extends Pet 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EB49F32-014C-D24B-E494-55F0B74D6E84}"/>
              </a:ext>
            </a:extLst>
          </p:cNvPr>
          <p:cNvSpPr txBox="1">
            <a:spLocks/>
          </p:cNvSpPr>
          <p:nvPr/>
        </p:nvSpPr>
        <p:spPr bwMode="auto">
          <a:xfrm>
            <a:off x="5419653" y="1498016"/>
            <a:ext cx="4345060" cy="216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572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646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205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98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// Testing Abstract Class and Subclasses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public class Main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static void main(String[] </a:t>
            </a:r>
            <a:r>
              <a:rPr lang="en-US" sz="1050" kern="0" dirty="0" err="1"/>
              <a:t>args</a:t>
            </a:r>
            <a:r>
              <a:rPr lang="en-US" sz="1050" kern="0" dirty="0"/>
              <a:t>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Pet </a:t>
            </a:r>
            <a:r>
              <a:rPr lang="en-US" sz="1050" kern="0" dirty="0" err="1"/>
              <a:t>myDog</a:t>
            </a:r>
            <a:r>
              <a:rPr lang="en-US" sz="1050" kern="0" dirty="0"/>
              <a:t> = new Dog("Spot", "1234");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Pet </a:t>
            </a:r>
            <a:r>
              <a:rPr lang="en-US" sz="1050" kern="0" dirty="0" err="1"/>
              <a:t>myCat</a:t>
            </a:r>
            <a:r>
              <a:rPr lang="en-US" sz="1050" kern="0" dirty="0"/>
              <a:t> = new Cat("Mittens", "5432", true);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</a:t>
            </a:r>
            <a:r>
              <a:rPr lang="en-US" sz="1050" kern="0" dirty="0" err="1"/>
              <a:t>System.out.println</a:t>
            </a:r>
            <a:r>
              <a:rPr lang="en-US" sz="1050" kern="0" dirty="0"/>
              <a:t>(</a:t>
            </a:r>
            <a:r>
              <a:rPr lang="en-US" sz="1050" kern="0" dirty="0" err="1"/>
              <a:t>myDog</a:t>
            </a:r>
            <a:r>
              <a:rPr lang="en-US" sz="1050" kern="0" dirty="0"/>
              <a:t> + " says " + </a:t>
            </a:r>
            <a:r>
              <a:rPr lang="en-US" sz="1050" kern="0" dirty="0" err="1"/>
              <a:t>myDog.makeSound</a:t>
            </a:r>
            <a:r>
              <a:rPr lang="en-US" sz="1050" kern="0" dirty="0"/>
              <a:t>()); // Spot (1234) says Woof!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</a:t>
            </a:r>
            <a:r>
              <a:rPr lang="en-US" sz="1050" kern="0" dirty="0" err="1"/>
              <a:t>System.out.println</a:t>
            </a:r>
            <a:r>
              <a:rPr lang="en-US" sz="1050" kern="0" dirty="0"/>
              <a:t>(</a:t>
            </a:r>
            <a:r>
              <a:rPr lang="en-US" sz="1050" kern="0" dirty="0" err="1"/>
              <a:t>myCat</a:t>
            </a:r>
            <a:r>
              <a:rPr lang="en-US" sz="1050" kern="0" dirty="0"/>
              <a:t> + " says " + </a:t>
            </a:r>
            <a:r>
              <a:rPr lang="en-US" sz="1050" kern="0" dirty="0" err="1"/>
              <a:t>myCat.makeSound</a:t>
            </a:r>
            <a:r>
              <a:rPr lang="en-US" sz="1050" kern="0" dirty="0"/>
              <a:t>()); // Mittens (5432) says Meow!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</p:txBody>
      </p:sp>
    </p:spTree>
    <p:extLst>
      <p:ext uri="{BB962C8B-B14F-4D97-AF65-F5344CB8AC3E}">
        <p14:creationId xmlns:p14="http://schemas.microsoft.com/office/powerpoint/2010/main" val="32588302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1F154-6A5D-1E00-6EEA-C1BAFE4A26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0141D-EA0F-C302-273A-C279B543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DC9F3-A420-E551-D176-E677CFF9A8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1" y="1493837"/>
            <a:ext cx="8498682" cy="5259124"/>
          </a:xfrm>
        </p:spPr>
        <p:txBody>
          <a:bodyPr/>
          <a:lstStyle/>
          <a:p>
            <a:r>
              <a:rPr lang="en-US" sz="2800" dirty="0"/>
              <a:t>An interface is a blueprint for a class that contains only method signatures (before Java 8) and default/static methods (since Java 8).</a:t>
            </a:r>
          </a:p>
          <a:p>
            <a:r>
              <a:rPr lang="en-US" sz="2800" dirty="0"/>
              <a:t>Unlike abstract classes, interfaces do not contain instance variables or constructors.</a:t>
            </a:r>
          </a:p>
          <a:p>
            <a:r>
              <a:rPr lang="en-US" sz="2800" dirty="0"/>
              <a:t>Key Features:</a:t>
            </a:r>
          </a:p>
          <a:p>
            <a:pPr lvl="1"/>
            <a:r>
              <a:rPr lang="en-US" sz="2400" dirty="0"/>
              <a:t>Declared using the interface keyword</a:t>
            </a:r>
          </a:p>
          <a:p>
            <a:pPr lvl="1"/>
            <a:r>
              <a:rPr lang="en-US" sz="2400" dirty="0"/>
              <a:t>Methods are implicitly public and abstract</a:t>
            </a:r>
          </a:p>
          <a:p>
            <a:pPr lvl="1"/>
            <a:r>
              <a:rPr lang="en-US" sz="2400" dirty="0"/>
              <a:t>A class implements an interface using implements</a:t>
            </a:r>
          </a:p>
          <a:p>
            <a:pPr lvl="1"/>
            <a:r>
              <a:rPr lang="en-US" sz="2400" dirty="0"/>
              <a:t>Supports multiple inheritance (a class can implement multiple interfaces)</a:t>
            </a:r>
          </a:p>
          <a:p>
            <a:pPr marL="182880" indent="0"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2762794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60A3F-8BFE-94D1-B40B-88C685050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41403-3F15-DCF9-8CF4-F6E05F9C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a Pet Interface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6F0F55-FF08-3F27-B553-421186323D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15912" y="1605595"/>
            <a:ext cx="9067800" cy="1221742"/>
          </a:xfrm>
        </p:spPr>
        <p:txBody>
          <a:bodyPr/>
          <a:lstStyle/>
          <a:p>
            <a:r>
              <a:rPr lang="en-US" sz="2800" dirty="0"/>
              <a:t>An interface only defines method signatures, no implementation.</a:t>
            </a:r>
          </a:p>
          <a:p>
            <a:r>
              <a:rPr lang="en-US" sz="2800" dirty="0"/>
              <a:t>Any class implementing Pet must provide its own implementation.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F654C3A-B4EF-1EF1-DC38-1540E0DEFAC9}"/>
              </a:ext>
            </a:extLst>
          </p:cNvPr>
          <p:cNvSpPr txBox="1">
            <a:spLocks/>
          </p:cNvSpPr>
          <p:nvPr/>
        </p:nvSpPr>
        <p:spPr bwMode="auto">
          <a:xfrm>
            <a:off x="1992312" y="4237037"/>
            <a:ext cx="5181600" cy="49868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572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646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205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98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>
              <a:buFont typeface="Wingdings" pitchFamily="2" charset="2"/>
              <a:buNone/>
            </a:pPr>
            <a:r>
              <a:rPr lang="en-US" sz="1800" kern="0" dirty="0"/>
              <a:t>interface Pet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800" kern="0" dirty="0"/>
              <a:t>    String </a:t>
            </a:r>
            <a:r>
              <a:rPr lang="en-US" sz="1800" kern="0" dirty="0" err="1"/>
              <a:t>getName</a:t>
            </a:r>
            <a:r>
              <a:rPr lang="en-US" sz="1800" kern="0" dirty="0"/>
              <a:t>();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800" kern="0" dirty="0"/>
              <a:t>    String </a:t>
            </a:r>
            <a:r>
              <a:rPr lang="en-US" sz="1800" kern="0" dirty="0" err="1"/>
              <a:t>getId</a:t>
            </a:r>
            <a:r>
              <a:rPr lang="en-US" sz="1800" kern="0" dirty="0"/>
              <a:t>();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800" kern="0" dirty="0"/>
              <a:t>    String </a:t>
            </a:r>
            <a:r>
              <a:rPr lang="en-US" sz="1800" kern="0" dirty="0" err="1"/>
              <a:t>makeSound</a:t>
            </a:r>
            <a:r>
              <a:rPr lang="en-US" sz="1800" kern="0" dirty="0"/>
              <a:t>();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800" kern="0" dirty="0"/>
              <a:t>}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A543400-3733-425B-7CF5-75F3B2BF0C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844218" y="3355207"/>
            <a:ext cx="4455776" cy="705219"/>
          </a:xfrm>
        </p:spPr>
        <p:txBody>
          <a:bodyPr/>
          <a:lstStyle/>
          <a:p>
            <a:r>
              <a:rPr lang="en-US" sz="2800" kern="0" dirty="0"/>
              <a:t>interface Pet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32026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F90C6-51EB-506E-01C4-2EECB2004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DDED4-45C2-E8A7-7C64-814ACB90E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the Pet Interface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C9F3040-0FFB-ECCB-B8C5-7C6C6BEACD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080625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Dog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Cat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extend </a:t>
            </a:r>
            <a:r>
              <a:rPr kumimoji="0" lang="en-US" altLang="en-US" sz="10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Pet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and provide their own </a:t>
            </a:r>
            <a: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makeSound()</a:t>
            </a:r>
            <a:r>
              <a:rPr kumimoji="0" lang="en-US" altLang="en-US" sz="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implementation.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 Abstract classes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enforce structure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while allowing specialization. 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DBDB8EC-D0FF-4353-ED84-25AE9C14B65C}"/>
              </a:ext>
            </a:extLst>
          </p:cNvPr>
          <p:cNvSpPr txBox="1">
            <a:spLocks/>
          </p:cNvSpPr>
          <p:nvPr/>
        </p:nvSpPr>
        <p:spPr bwMode="auto">
          <a:xfrm>
            <a:off x="315912" y="2027237"/>
            <a:ext cx="518160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572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646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205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98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class Dog implements Pet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private String name;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private String id;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Dog(String name, String id)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this.name = name;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this.id = id;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String </a:t>
            </a:r>
            <a:r>
              <a:rPr lang="en-US" sz="1050" kern="0" dirty="0" err="1"/>
              <a:t>getName</a:t>
            </a:r>
            <a:r>
              <a:rPr lang="en-US" sz="1050" kern="0" dirty="0"/>
              <a:t>() { return name; 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String </a:t>
            </a:r>
            <a:r>
              <a:rPr lang="en-US" sz="1050" kern="0" dirty="0" err="1"/>
              <a:t>getId</a:t>
            </a:r>
            <a:r>
              <a:rPr lang="en-US" sz="1050" kern="0" dirty="0"/>
              <a:t>() { return id; }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String </a:t>
            </a:r>
            <a:r>
              <a:rPr lang="en-US" sz="1050" kern="0" dirty="0" err="1"/>
              <a:t>makeSound</a:t>
            </a:r>
            <a:r>
              <a:rPr lang="en-US" sz="1050" kern="0" dirty="0"/>
              <a:t>() { return "Woof!"; }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}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33C48EBF-CD84-B922-5C9D-A0ADF61D10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7818" y="1145407"/>
            <a:ext cx="4455776" cy="705219"/>
          </a:xfrm>
        </p:spPr>
        <p:txBody>
          <a:bodyPr/>
          <a:lstStyle/>
          <a:p>
            <a:r>
              <a:rPr lang="en-US" sz="1800" dirty="0"/>
              <a:t>Dog class implements Pet interface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E873CA78-0929-A004-3E1F-9F0A8A4BEE47}"/>
              </a:ext>
            </a:extLst>
          </p:cNvPr>
          <p:cNvSpPr txBox="1">
            <a:spLocks/>
          </p:cNvSpPr>
          <p:nvPr/>
        </p:nvSpPr>
        <p:spPr bwMode="auto">
          <a:xfrm>
            <a:off x="5447698" y="2042055"/>
            <a:ext cx="4345060" cy="2163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572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646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205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98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// Cat class implements Pet interface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class Cat implements Pet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private String name;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private String id;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private </a:t>
            </a:r>
            <a:r>
              <a:rPr lang="en-US" sz="900" kern="0" dirty="0" err="1"/>
              <a:t>boolean</a:t>
            </a:r>
            <a:r>
              <a:rPr lang="en-US" sz="900" kern="0" dirty="0"/>
              <a:t> </a:t>
            </a:r>
            <a:r>
              <a:rPr lang="en-US" sz="900" kern="0" dirty="0" err="1"/>
              <a:t>hasHairballs</a:t>
            </a:r>
            <a:r>
              <a:rPr lang="en-US" sz="900" kern="0" dirty="0"/>
              <a:t>;</a:t>
            </a:r>
          </a:p>
          <a:p>
            <a:pPr marL="182880" indent="0">
              <a:buFont typeface="Wingdings" pitchFamily="2" charset="2"/>
              <a:buNone/>
            </a:pPr>
            <a:endParaRPr lang="en-US" sz="90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public Cat(String name, String id, </a:t>
            </a:r>
            <a:r>
              <a:rPr lang="en-US" sz="900" kern="0" dirty="0" err="1"/>
              <a:t>boolean</a:t>
            </a:r>
            <a:r>
              <a:rPr lang="en-US" sz="900" kern="0" dirty="0"/>
              <a:t> </a:t>
            </a:r>
            <a:r>
              <a:rPr lang="en-US" sz="900" kern="0" dirty="0" err="1"/>
              <a:t>hasHairballs</a:t>
            </a:r>
            <a:r>
              <a:rPr lang="en-US" sz="900" kern="0" dirty="0"/>
              <a:t>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    this.name = name;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    this.id = id;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    </a:t>
            </a:r>
            <a:r>
              <a:rPr lang="en-US" sz="900" kern="0" dirty="0" err="1"/>
              <a:t>this.hasHairballs</a:t>
            </a:r>
            <a:r>
              <a:rPr lang="en-US" sz="900" kern="0" dirty="0"/>
              <a:t> = </a:t>
            </a:r>
            <a:r>
              <a:rPr lang="en-US" sz="900" kern="0" dirty="0" err="1"/>
              <a:t>hasHairballs</a:t>
            </a:r>
            <a:r>
              <a:rPr lang="en-US" sz="900" kern="0" dirty="0"/>
              <a:t>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endParaRPr lang="en-US" sz="90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public String </a:t>
            </a:r>
            <a:r>
              <a:rPr lang="en-US" sz="900" kern="0" dirty="0" err="1"/>
              <a:t>getName</a:t>
            </a:r>
            <a:r>
              <a:rPr lang="en-US" sz="900" kern="0" dirty="0"/>
              <a:t>() { return name; }</a:t>
            </a:r>
          </a:p>
          <a:p>
            <a:pPr marL="182880" indent="0">
              <a:buFont typeface="Wingdings" pitchFamily="2" charset="2"/>
              <a:buNone/>
            </a:pPr>
            <a:endParaRPr lang="en-US" sz="90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public String </a:t>
            </a:r>
            <a:r>
              <a:rPr lang="en-US" sz="900" kern="0" dirty="0" err="1"/>
              <a:t>getId</a:t>
            </a:r>
            <a:r>
              <a:rPr lang="en-US" sz="900" kern="0" dirty="0"/>
              <a:t>() { return id; }</a:t>
            </a:r>
          </a:p>
          <a:p>
            <a:pPr marL="182880" indent="0">
              <a:buFont typeface="Wingdings" pitchFamily="2" charset="2"/>
              <a:buNone/>
            </a:pPr>
            <a:endParaRPr lang="en-US" sz="90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@Override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public String </a:t>
            </a:r>
            <a:r>
              <a:rPr lang="en-US" sz="900" kern="0" dirty="0" err="1"/>
              <a:t>makeSound</a:t>
            </a:r>
            <a:r>
              <a:rPr lang="en-US" sz="900" kern="0" dirty="0"/>
              <a:t>() { return "Meow!"; }</a:t>
            </a:r>
          </a:p>
          <a:p>
            <a:pPr marL="182880" indent="0">
              <a:buFont typeface="Wingdings" pitchFamily="2" charset="2"/>
              <a:buNone/>
            </a:pPr>
            <a:endParaRPr lang="en-US" sz="90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    public </a:t>
            </a:r>
            <a:r>
              <a:rPr lang="en-US" sz="900" kern="0" dirty="0" err="1"/>
              <a:t>boolean</a:t>
            </a:r>
            <a:r>
              <a:rPr lang="en-US" sz="900" kern="0" dirty="0"/>
              <a:t> </a:t>
            </a:r>
            <a:r>
              <a:rPr lang="en-US" sz="900" kern="0" dirty="0" err="1"/>
              <a:t>hasHairballs</a:t>
            </a:r>
            <a:r>
              <a:rPr lang="en-US" sz="900" kern="0" dirty="0"/>
              <a:t>() { return </a:t>
            </a:r>
            <a:r>
              <a:rPr lang="en-US" sz="900" kern="0" dirty="0" err="1"/>
              <a:t>hasHairballs</a:t>
            </a:r>
            <a:r>
              <a:rPr lang="en-US" sz="900" kern="0" dirty="0"/>
              <a:t>; }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900" kern="0" dirty="0"/>
              <a:t>}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11F10E5E-12EE-0DC2-5236-826449385E6E}"/>
              </a:ext>
            </a:extLst>
          </p:cNvPr>
          <p:cNvSpPr txBox="1">
            <a:spLocks/>
          </p:cNvSpPr>
          <p:nvPr/>
        </p:nvSpPr>
        <p:spPr bwMode="auto">
          <a:xfrm>
            <a:off x="5392340" y="1063679"/>
            <a:ext cx="4455776" cy="705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2646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03972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None/>
              <a:defRPr sz="2205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007943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1984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511915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1764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15886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1764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9858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023829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527801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031772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/>
              <a:t>Cat class implements Pet interface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310CD24-A61E-B072-A174-396FB2BACCDE}"/>
              </a:ext>
            </a:extLst>
          </p:cNvPr>
          <p:cNvSpPr txBox="1">
            <a:spLocks/>
          </p:cNvSpPr>
          <p:nvPr/>
        </p:nvSpPr>
        <p:spPr bwMode="auto">
          <a:xfrm>
            <a:off x="540206" y="5608636"/>
            <a:ext cx="6862306" cy="211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572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646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205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98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public class Main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public static void main(String[] </a:t>
            </a:r>
            <a:r>
              <a:rPr lang="en-US" sz="1050" kern="0" dirty="0" err="1"/>
              <a:t>args</a:t>
            </a:r>
            <a:r>
              <a:rPr lang="en-US" sz="1050" kern="0" dirty="0"/>
              <a:t>) {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Pet </a:t>
            </a:r>
            <a:r>
              <a:rPr lang="en-US" sz="1050" kern="0" dirty="0" err="1"/>
              <a:t>myDog</a:t>
            </a:r>
            <a:r>
              <a:rPr lang="en-US" sz="1050" kern="0" dirty="0"/>
              <a:t> = new Dog("Spot", "1234");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Pet </a:t>
            </a:r>
            <a:r>
              <a:rPr lang="en-US" sz="1050" kern="0" dirty="0" err="1"/>
              <a:t>myCat</a:t>
            </a:r>
            <a:r>
              <a:rPr lang="en-US" sz="1050" kern="0" dirty="0"/>
              <a:t> = new Cat("Mittens", "5432", true);</a:t>
            </a:r>
          </a:p>
          <a:p>
            <a:pPr marL="182880" indent="0">
              <a:buFont typeface="Wingdings" pitchFamily="2" charset="2"/>
              <a:buNone/>
            </a:pPr>
            <a:endParaRPr lang="en-US" sz="1050" kern="0" dirty="0"/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</a:t>
            </a:r>
            <a:r>
              <a:rPr lang="en-US" sz="1050" kern="0" dirty="0" err="1"/>
              <a:t>System.out.println</a:t>
            </a:r>
            <a:r>
              <a:rPr lang="en-US" sz="1050" kern="0" dirty="0"/>
              <a:t>(</a:t>
            </a:r>
            <a:r>
              <a:rPr lang="en-US" sz="1050" kern="0" dirty="0" err="1"/>
              <a:t>myDog.getName</a:t>
            </a:r>
            <a:r>
              <a:rPr lang="en-US" sz="1050" kern="0" dirty="0"/>
              <a:t>() + " says " + </a:t>
            </a:r>
            <a:r>
              <a:rPr lang="en-US" sz="1050" kern="0" dirty="0" err="1"/>
              <a:t>myDog.makeSound</a:t>
            </a:r>
            <a:r>
              <a:rPr lang="en-US" sz="1050" kern="0" dirty="0"/>
              <a:t>()); // Spot says Woof!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    </a:t>
            </a:r>
            <a:r>
              <a:rPr lang="en-US" sz="1050" kern="0" dirty="0" err="1"/>
              <a:t>System.out.println</a:t>
            </a:r>
            <a:r>
              <a:rPr lang="en-US" sz="1050" kern="0" dirty="0"/>
              <a:t>(</a:t>
            </a:r>
            <a:r>
              <a:rPr lang="en-US" sz="1050" kern="0" dirty="0" err="1"/>
              <a:t>myCat.getName</a:t>
            </a:r>
            <a:r>
              <a:rPr lang="en-US" sz="1050" kern="0" dirty="0"/>
              <a:t>() + " says " + </a:t>
            </a:r>
            <a:r>
              <a:rPr lang="en-US" sz="1050" kern="0" dirty="0" err="1"/>
              <a:t>myCat.makeSound</a:t>
            </a:r>
            <a:r>
              <a:rPr lang="en-US" sz="1050" kern="0" dirty="0"/>
              <a:t>()); // Mittens says Meow!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    }</a:t>
            </a:r>
          </a:p>
          <a:p>
            <a:pPr marL="182880" indent="0">
              <a:buFont typeface="Wingdings" pitchFamily="2" charset="2"/>
              <a:buNone/>
            </a:pPr>
            <a:r>
              <a:rPr lang="en-US" sz="1050" kern="0" dirty="0"/>
              <a:t>}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D3A72-B96D-EFD7-483C-553FC6C2F2F9}"/>
              </a:ext>
            </a:extLst>
          </p:cNvPr>
          <p:cNvSpPr txBox="1">
            <a:spLocks/>
          </p:cNvSpPr>
          <p:nvPr/>
        </p:nvSpPr>
        <p:spPr bwMode="auto">
          <a:xfrm>
            <a:off x="315912" y="5207659"/>
            <a:ext cx="4455776" cy="260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2646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503972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None/>
              <a:defRPr sz="2205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007943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1984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511915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1764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015886" indent="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None/>
              <a:defRPr sz="1764" b="1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9858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3023829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527801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4031772" indent="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buNone/>
              <a:defRPr sz="1764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/>
              <a:t>Testing the Interface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A1D2F405-2D25-6DAB-54BD-E0F9C72F2932}"/>
              </a:ext>
            </a:extLst>
          </p:cNvPr>
          <p:cNvSpPr txBox="1">
            <a:spLocks/>
          </p:cNvSpPr>
          <p:nvPr/>
        </p:nvSpPr>
        <p:spPr bwMode="auto">
          <a:xfrm>
            <a:off x="6564312" y="5177496"/>
            <a:ext cx="3277983" cy="19375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4572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2646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1pPr>
            <a:lvl2pPr marL="9144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Verdana" pitchFamily="34" charset="0"/>
              <a:buChar char="»"/>
              <a:defRPr sz="2205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2pPr>
            <a:lvl3pPr marL="1257300" indent="-27432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98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3pPr>
            <a:lvl4pPr marL="17145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4pPr>
            <a:lvl5pPr marL="2171700" indent="-342900" algn="l" defTabSz="449263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820000"/>
              </a:buClr>
              <a:buSzPct val="100000"/>
              <a:buFont typeface="Wingdings" pitchFamily="2" charset="2"/>
              <a:buChar char="§"/>
              <a:defRPr sz="1764">
                <a:solidFill>
                  <a:srgbClr val="000000"/>
                </a:solidFill>
                <a:latin typeface="Tahoma" pitchFamily="34" charset="0"/>
                <a:ea typeface="Tahoma" pitchFamily="34" charset="0"/>
                <a:cs typeface="Tahoma" pitchFamily="34" charset="0"/>
              </a:defRPr>
            </a:lvl5pPr>
            <a:lvl6pPr marL="25146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eaLnBrk="1" fontAlgn="base" hangingPunct="1">
              <a:lnSpc>
                <a:spcPct val="11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1764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kern="0" dirty="0"/>
              <a:t>Dog and Cat implement Pet and provide concrete implementations for all methods.</a:t>
            </a:r>
          </a:p>
          <a:p>
            <a:r>
              <a:rPr lang="en-US" sz="1800" kern="0" dirty="0"/>
              <a:t>ensures flexibility and supports multiple inheritance.</a:t>
            </a:r>
          </a:p>
        </p:txBody>
      </p:sp>
    </p:spTree>
    <p:extLst>
      <p:ext uri="{BB962C8B-B14F-4D97-AF65-F5344CB8AC3E}">
        <p14:creationId xmlns:p14="http://schemas.microsoft.com/office/powerpoint/2010/main" val="104798716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592E-5659-D232-8740-CA31095F3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31A95-9A41-FF03-7C06-87A11E1D1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2" y="612007"/>
            <a:ext cx="9144000" cy="729430"/>
          </a:xfrm>
        </p:spPr>
        <p:txBody>
          <a:bodyPr/>
          <a:lstStyle/>
          <a:p>
            <a:r>
              <a:rPr lang="en-US" dirty="0"/>
              <a:t>Comparing Abstract Class vs. Interface</a:t>
            </a:r>
          </a:p>
        </p:txBody>
      </p:sp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891282E5-FA59-AF89-0FDD-722F5AB0A3E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012329757"/>
              </p:ext>
            </p:extLst>
          </p:nvPr>
        </p:nvGraphicFramePr>
        <p:xfrm>
          <a:off x="620711" y="1874837"/>
          <a:ext cx="8915399" cy="2493118"/>
        </p:xfrm>
        <a:graphic>
          <a:graphicData uri="http://schemas.openxmlformats.org/drawingml/2006/table">
            <a:tbl>
              <a:tblPr/>
              <a:tblGrid>
                <a:gridCol w="1758435">
                  <a:extLst>
                    <a:ext uri="{9D8B030D-6E8A-4147-A177-3AD203B41FA5}">
                      <a16:colId xmlns:a16="http://schemas.microsoft.com/office/drawing/2014/main" val="3832610005"/>
                    </a:ext>
                  </a:extLst>
                </a:gridCol>
                <a:gridCol w="3357013">
                  <a:extLst>
                    <a:ext uri="{9D8B030D-6E8A-4147-A177-3AD203B41FA5}">
                      <a16:colId xmlns:a16="http://schemas.microsoft.com/office/drawing/2014/main" val="3608337394"/>
                    </a:ext>
                  </a:extLst>
                </a:gridCol>
                <a:gridCol w="3799951">
                  <a:extLst>
                    <a:ext uri="{9D8B030D-6E8A-4147-A177-3AD203B41FA5}">
                      <a16:colId xmlns:a16="http://schemas.microsoft.com/office/drawing/2014/main" val="1041273323"/>
                    </a:ext>
                  </a:extLst>
                </a:gridCol>
              </a:tblGrid>
              <a:tr h="342776">
                <a:tc>
                  <a:txBody>
                    <a:bodyPr/>
                    <a:lstStyle/>
                    <a:p>
                      <a:r>
                        <a:rPr lang="en-US" sz="1700" b="1" dirty="0"/>
                        <a:t>Feature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Abstract Class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 dirty="0"/>
                        <a:t>Interface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200888"/>
                  </a:ext>
                </a:extLst>
              </a:tr>
              <a:tr h="599858">
                <a:tc>
                  <a:txBody>
                    <a:bodyPr/>
                    <a:lstStyle/>
                    <a:p>
                      <a:r>
                        <a:rPr lang="en-US" sz="1700"/>
                        <a:t>Methods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Can have abstract &amp; concrete methods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Only abstract methods (before Java 8)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0277374"/>
                  </a:ext>
                </a:extLst>
              </a:tr>
              <a:tr h="599858">
                <a:tc>
                  <a:txBody>
                    <a:bodyPr/>
                    <a:lstStyle/>
                    <a:p>
                      <a:r>
                        <a:rPr lang="en-US" sz="1700"/>
                        <a:t>Variables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Can have instance variables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Only constants (public static final)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6737791"/>
                  </a:ext>
                </a:extLst>
              </a:tr>
              <a:tr h="342776">
                <a:tc>
                  <a:txBody>
                    <a:bodyPr/>
                    <a:lstStyle/>
                    <a:p>
                      <a:r>
                        <a:rPr lang="en-US" sz="1700"/>
                        <a:t>Constructors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Can have constructors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No constructors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967428"/>
                  </a:ext>
                </a:extLst>
              </a:tr>
              <a:tr h="599858">
                <a:tc>
                  <a:txBody>
                    <a:bodyPr/>
                    <a:lstStyle/>
                    <a:p>
                      <a:r>
                        <a:rPr lang="en-US" sz="1700"/>
                        <a:t>Inheritance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Single inheritance (extends)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Multiple inheritance (implements)</a:t>
                      </a:r>
                    </a:p>
                  </a:txBody>
                  <a:tcPr marL="85694" marR="85694" marT="42847" marB="4284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8249747"/>
                  </a:ext>
                </a:extLst>
              </a:tr>
            </a:tbl>
          </a:graphicData>
        </a:graphic>
      </p:graphicFrame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4A080FCD-BE37-B13E-73C7-3CD7D8BCD1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8312" y="4896592"/>
            <a:ext cx="9067800" cy="1221742"/>
          </a:xfrm>
        </p:spPr>
        <p:txBody>
          <a:bodyPr/>
          <a:lstStyle/>
          <a:p>
            <a:r>
              <a:rPr lang="en-US" sz="2800" dirty="0"/>
              <a:t>Use abstract classes when defining shared behavior.</a:t>
            </a:r>
          </a:p>
          <a:p>
            <a:r>
              <a:rPr lang="en-US" sz="2800" dirty="0"/>
              <a:t>Use interfaces when defining a contract multiple classes must follow.</a:t>
            </a:r>
          </a:p>
        </p:txBody>
      </p:sp>
    </p:spTree>
    <p:extLst>
      <p:ext uri="{BB962C8B-B14F-4D97-AF65-F5344CB8AC3E}">
        <p14:creationId xmlns:p14="http://schemas.microsoft.com/office/powerpoint/2010/main" val="646515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C9333-698A-9D45-00A2-8EE7B99D7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2061-5515-1D85-977E-532A8B72C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7D5ADB-0B93-2BC7-1D90-7BFBB470F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4031" y="1493837"/>
            <a:ext cx="8498682" cy="525912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4540939"/>
      </p:ext>
    </p:extLst>
  </p:cSld>
  <p:clrMapOvr>
    <a:masterClrMapping/>
  </p:clrMapOvr>
</p:sld>
</file>

<file path=ppt/theme/theme1.xml><?xml version="1.0" encoding="utf-8"?>
<a:theme xmlns:a="http://schemas.openxmlformats.org/drawingml/2006/main" name="comp1000 titl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F4BC01AD-2D5C-4646-84B3-8A39092DAA06}"/>
    </a:ext>
  </a:extLst>
</a:theme>
</file>

<file path=ppt/theme/theme2.xml><?xml version="1.0" encoding="utf-8"?>
<a:theme xmlns:a="http://schemas.openxmlformats.org/drawingml/2006/main" name="comp1000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Comic Sans MS"/>
        <a:ea typeface="msmincho"/>
        <a:cs typeface="msmincho"/>
      </a:majorFont>
      <a:minorFont>
        <a:latin typeface="Comic Sans MS"/>
        <a:ea typeface="msmincho"/>
        <a:cs typeface="msminch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8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US" sz="2400" b="0" i="0" u="none" strike="noStrike" cap="none" normalizeH="0" baseline="0" smtClean="0">
            <a:ln>
              <a:noFill/>
            </a:ln>
            <a:effectLst/>
            <a:latin typeface="Bitstream Vera Serif" pitchFamily="16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omp1050" id="{11D25B1B-902C-4B4C-8A1B-85A2907C13B6}" vid="{58E7F4CB-296A-CC41-895D-204CB6F6FDE3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comp1050</Template>
  <TotalTime>19532</TotalTime>
  <Words>6490</Words>
  <Application>Microsoft Office PowerPoint</Application>
  <PresentationFormat>Custom</PresentationFormat>
  <Paragraphs>1009</Paragraphs>
  <Slides>48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48</vt:i4>
      </vt:variant>
    </vt:vector>
  </HeadingPairs>
  <TitlesOfParts>
    <vt:vector size="60" baseType="lpstr">
      <vt:lpstr>Arial</vt:lpstr>
      <vt:lpstr>Arial Unicode MS</vt:lpstr>
      <vt:lpstr>Bitstream Vera Serif</vt:lpstr>
      <vt:lpstr>Comic Sans MS</vt:lpstr>
      <vt:lpstr>Consolas</vt:lpstr>
      <vt:lpstr>Georgia</vt:lpstr>
      <vt:lpstr>Tahoma</vt:lpstr>
      <vt:lpstr>Times New Roman</vt:lpstr>
      <vt:lpstr>Verdana</vt:lpstr>
      <vt:lpstr>Wingdings</vt:lpstr>
      <vt:lpstr>comp1000 title</vt:lpstr>
      <vt:lpstr>comp1000</vt:lpstr>
      <vt:lpstr>Welcome to COMP1050!</vt:lpstr>
      <vt:lpstr>Abstract Classes</vt:lpstr>
      <vt:lpstr>The final Keyword</vt:lpstr>
      <vt:lpstr>Return of the Pets…</vt:lpstr>
      <vt:lpstr>Getting Abstract</vt:lpstr>
      <vt:lpstr>Pet2: Now with More Abstract!</vt:lpstr>
      <vt:lpstr>Dog4/Cat4: Very Concrete</vt:lpstr>
      <vt:lpstr>Abstract Visual</vt:lpstr>
      <vt:lpstr>Revisiting the Vet</vt:lpstr>
      <vt:lpstr>Polymorphism</vt:lpstr>
      <vt:lpstr>Casting Objects (1)</vt:lpstr>
      <vt:lpstr>Casting Objects (2)</vt:lpstr>
      <vt:lpstr>Updating Variables in Vet2</vt:lpstr>
      <vt:lpstr>Overriding</vt:lpstr>
      <vt:lpstr>Example (1)</vt:lpstr>
      <vt:lpstr>Example (2)</vt:lpstr>
      <vt:lpstr>The Object Class</vt:lpstr>
      <vt:lpstr>Dynamic Binding</vt:lpstr>
      <vt:lpstr>Dynamic Binding Visually</vt:lpstr>
      <vt:lpstr>Updating Method Calls in Vet2</vt:lpstr>
      <vt:lpstr>Exercise – Output?</vt:lpstr>
      <vt:lpstr>Exercise – Trace (1)</vt:lpstr>
      <vt:lpstr>Exercise – Trace (2)</vt:lpstr>
      <vt:lpstr>Exercise – Trace (3)</vt:lpstr>
      <vt:lpstr>Exercise – Trace (4)</vt:lpstr>
      <vt:lpstr>Exercise – Trace (5)</vt:lpstr>
      <vt:lpstr>Exercise – Trace (6)</vt:lpstr>
      <vt:lpstr>Exercise – Trace (7)</vt:lpstr>
      <vt:lpstr>Exercise – Trace (8)</vt:lpstr>
      <vt:lpstr>Exercise – Trace (9)</vt:lpstr>
      <vt:lpstr>Exercise – Trace (10)</vt:lpstr>
      <vt:lpstr>Exercise – Trace (11)</vt:lpstr>
      <vt:lpstr>Exercise – Trace (12)</vt:lpstr>
      <vt:lpstr>The instanceof Operator</vt:lpstr>
      <vt:lpstr>A More Complex Example</vt:lpstr>
      <vt:lpstr>Cat-Specific Method Calls in Vet2</vt:lpstr>
      <vt:lpstr>Compare to…</vt:lpstr>
      <vt:lpstr>The equals Method</vt:lpstr>
      <vt:lpstr>equals for the Pet2 Class (1)</vt:lpstr>
      <vt:lpstr>equals for the Pet2 Class (2)</vt:lpstr>
      <vt:lpstr>Abstract Classes</vt:lpstr>
      <vt:lpstr>Abstract Classes (2)</vt:lpstr>
      <vt:lpstr>Abstract Classes (3)</vt:lpstr>
      <vt:lpstr>Interfaces</vt:lpstr>
      <vt:lpstr>Defining a Pet Interface</vt:lpstr>
      <vt:lpstr>Implementing the Pet Interface</vt:lpstr>
      <vt:lpstr>Comparing Abstract Class vs. Interface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WIT COMP1050</dc:title>
  <dc:creator>Wiseman, Charles</dc:creator>
  <cp:lastModifiedBy>Folajimi, Yetunde</cp:lastModifiedBy>
  <cp:revision>19</cp:revision>
  <cp:lastPrinted>1601-01-01T00:00:00Z</cp:lastPrinted>
  <dcterms:created xsi:type="dcterms:W3CDTF">2017-09-08T01:15:12Z</dcterms:created>
  <dcterms:modified xsi:type="dcterms:W3CDTF">2025-03-21T12:19:07Z</dcterms:modified>
</cp:coreProperties>
</file>