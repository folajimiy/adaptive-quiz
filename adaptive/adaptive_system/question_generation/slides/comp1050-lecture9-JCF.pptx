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39"/>
  </p:notesMasterIdLst>
  <p:handoutMasterIdLst>
    <p:handoutMasterId r:id="rId40"/>
  </p:handoutMasterIdLst>
  <p:sldIdLst>
    <p:sldId id="258" r:id="rId3"/>
    <p:sldId id="395" r:id="rId4"/>
    <p:sldId id="298" r:id="rId5"/>
    <p:sldId id="397" r:id="rId6"/>
    <p:sldId id="305" r:id="rId7"/>
    <p:sldId id="306" r:id="rId8"/>
    <p:sldId id="400" r:id="rId9"/>
    <p:sldId id="300" r:id="rId10"/>
    <p:sldId id="301" r:id="rId11"/>
    <p:sldId id="303" r:id="rId12"/>
    <p:sldId id="402" r:id="rId13"/>
    <p:sldId id="403" r:id="rId14"/>
    <p:sldId id="404" r:id="rId15"/>
    <p:sldId id="405" r:id="rId16"/>
    <p:sldId id="406" r:id="rId17"/>
    <p:sldId id="307" r:id="rId18"/>
    <p:sldId id="308" r:id="rId19"/>
    <p:sldId id="295" r:id="rId20"/>
    <p:sldId id="296" r:id="rId21"/>
    <p:sldId id="297" r:id="rId22"/>
    <p:sldId id="401" r:id="rId23"/>
    <p:sldId id="398" r:id="rId24"/>
    <p:sldId id="316" r:id="rId25"/>
    <p:sldId id="317" r:id="rId26"/>
    <p:sldId id="325" r:id="rId27"/>
    <p:sldId id="326" r:id="rId28"/>
    <p:sldId id="329" r:id="rId29"/>
    <p:sldId id="330" r:id="rId30"/>
    <p:sldId id="331" r:id="rId31"/>
    <p:sldId id="332" r:id="rId32"/>
    <p:sldId id="327" r:id="rId33"/>
    <p:sldId id="328" r:id="rId34"/>
    <p:sldId id="333" r:id="rId35"/>
    <p:sldId id="334" r:id="rId36"/>
    <p:sldId id="309" r:id="rId37"/>
    <p:sldId id="283" r:id="rId38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238CA8-B502-4F69-9425-378525407C31}" v="16" dt="2024-11-15T14:54:42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4" autoAdjust="0"/>
    <p:restoredTop sz="79951" autoAdjust="0"/>
  </p:normalViewPr>
  <p:slideViewPr>
    <p:cSldViewPr snapToGrid="0">
      <p:cViewPr varScale="1">
        <p:scale>
          <a:sx n="80" d="100"/>
          <a:sy n="80" d="100"/>
        </p:scale>
        <p:origin x="1748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08C554E3-152E-4019-AB90-97F7C75D3B6C}"/>
    <pc:docChg chg="custSel addSld delSld modSld">
      <pc:chgData name="Folajimi, Yetunde" userId="3a54126c-7470-4734-afae-d4449bb90691" providerId="ADAL" clId="{08C554E3-152E-4019-AB90-97F7C75D3B6C}" dt="2021-04-16T11:30:08.502" v="62" actId="20577"/>
      <pc:docMkLst>
        <pc:docMk/>
      </pc:docMkLst>
      <pc:sldChg chg="modSp add mod">
        <pc:chgData name="Folajimi, Yetunde" userId="3a54126c-7470-4734-afae-d4449bb90691" providerId="ADAL" clId="{08C554E3-152E-4019-AB90-97F7C75D3B6C}" dt="2021-04-16T09:52:39.326" v="2" actId="27636"/>
        <pc:sldMkLst>
          <pc:docMk/>
          <pc:sldMk cId="974700857" sldId="298"/>
        </pc:sldMkLst>
        <pc:spChg chg="mod">
          <ac:chgData name="Folajimi, Yetunde" userId="3a54126c-7470-4734-afae-d4449bb90691" providerId="ADAL" clId="{08C554E3-152E-4019-AB90-97F7C75D3B6C}" dt="2021-04-16T09:52:39.326" v="2" actId="27636"/>
          <ac:spMkLst>
            <pc:docMk/>
            <pc:sldMk cId="974700857" sldId="298"/>
            <ac:spMk id="3" creationId="{00000000-0000-0000-0000-000000000000}"/>
          </ac:spMkLst>
        </pc:spChg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509141008" sldId="298"/>
        </pc:sldMkLst>
      </pc:sldChg>
      <pc:sldChg chg="del">
        <pc:chgData name="Folajimi, Yetunde" userId="3a54126c-7470-4734-afae-d4449bb90691" providerId="ADAL" clId="{08C554E3-152E-4019-AB90-97F7C75D3B6C}" dt="2021-04-16T09:52:42.695" v="6" actId="47"/>
        <pc:sldMkLst>
          <pc:docMk/>
          <pc:sldMk cId="203566739" sldId="299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404732702" sldId="300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1784620275" sldId="300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208864276" sldId="301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881085130" sldId="301"/>
        </pc:sldMkLst>
      </pc:sldChg>
      <pc:sldChg chg="modSp add mod">
        <pc:chgData name="Folajimi, Yetunde" userId="3a54126c-7470-4734-afae-d4449bb90691" providerId="ADAL" clId="{08C554E3-152E-4019-AB90-97F7C75D3B6C}" dt="2021-04-16T09:52:39.343" v="3" actId="27636"/>
        <pc:sldMkLst>
          <pc:docMk/>
          <pc:sldMk cId="1393607534" sldId="302"/>
        </pc:sldMkLst>
        <pc:spChg chg="mod">
          <ac:chgData name="Folajimi, Yetunde" userId="3a54126c-7470-4734-afae-d4449bb90691" providerId="ADAL" clId="{08C554E3-152E-4019-AB90-97F7C75D3B6C}" dt="2021-04-16T09:52:39.343" v="3" actId="27636"/>
          <ac:spMkLst>
            <pc:docMk/>
            <pc:sldMk cId="1393607534" sldId="302"/>
            <ac:spMk id="3" creationId="{00000000-0000-0000-0000-000000000000}"/>
          </ac:spMkLst>
        </pc:spChg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498033845" sldId="302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356555487" sldId="303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1905169756" sldId="303"/>
        </pc:sldMkLst>
      </pc:sldChg>
      <pc:sldChg chg="modSp add mod">
        <pc:chgData name="Folajimi, Yetunde" userId="3a54126c-7470-4734-afae-d4449bb90691" providerId="ADAL" clId="{08C554E3-152E-4019-AB90-97F7C75D3B6C}" dt="2021-04-16T09:52:39.371" v="4" actId="27636"/>
        <pc:sldMkLst>
          <pc:docMk/>
          <pc:sldMk cId="1206912322" sldId="304"/>
        </pc:sldMkLst>
        <pc:spChg chg="mod">
          <ac:chgData name="Folajimi, Yetunde" userId="3a54126c-7470-4734-afae-d4449bb90691" providerId="ADAL" clId="{08C554E3-152E-4019-AB90-97F7C75D3B6C}" dt="2021-04-16T09:52:39.371" v="4" actId="27636"/>
          <ac:spMkLst>
            <pc:docMk/>
            <pc:sldMk cId="1206912322" sldId="304"/>
            <ac:spMk id="3" creationId="{00000000-0000-0000-0000-000000000000}"/>
          </ac:spMkLst>
        </pc:spChg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1592349939" sldId="305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684215859" sldId="306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1988496175" sldId="307"/>
        </pc:sldMkLst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1514698611" sldId="308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675031411" sldId="309"/>
        </pc:sldMkLst>
      </pc:sldChg>
      <pc:sldChg chg="modSp add mod">
        <pc:chgData name="Folajimi, Yetunde" userId="3a54126c-7470-4734-afae-d4449bb90691" providerId="ADAL" clId="{08C554E3-152E-4019-AB90-97F7C75D3B6C}" dt="2021-04-16T09:52:39.383" v="5" actId="27636"/>
        <pc:sldMkLst>
          <pc:docMk/>
          <pc:sldMk cId="1268403539" sldId="309"/>
        </pc:sldMkLst>
        <pc:spChg chg="mod">
          <ac:chgData name="Folajimi, Yetunde" userId="3a54126c-7470-4734-afae-d4449bb90691" providerId="ADAL" clId="{08C554E3-152E-4019-AB90-97F7C75D3B6C}" dt="2021-04-16T09:52:39.383" v="5" actId="27636"/>
          <ac:spMkLst>
            <pc:docMk/>
            <pc:sldMk cId="1268403539" sldId="309"/>
            <ac:spMk id="3" creationId="{00000000-0000-0000-0000-000000000000}"/>
          </ac:spMkLst>
        </pc:spChg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96817576" sldId="310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567879053" sldId="311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718895081" sldId="312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519606923" sldId="313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685298436" sldId="318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182405042" sldId="322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2015355203" sldId="323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106346201" sldId="325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429786245" sldId="326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89457601" sldId="327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2079051711" sldId="328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907909619" sldId="329"/>
        </pc:sldMkLst>
      </pc:sldChg>
      <pc:sldChg chg="del">
        <pc:chgData name="Folajimi, Yetunde" userId="3a54126c-7470-4734-afae-d4449bb90691" providerId="ADAL" clId="{08C554E3-152E-4019-AB90-97F7C75D3B6C}" dt="2021-04-16T09:52:37.594" v="0" actId="47"/>
        <pc:sldMkLst>
          <pc:docMk/>
          <pc:sldMk cId="1701328405" sldId="393"/>
        </pc:sldMkLst>
      </pc:sldChg>
      <pc:sldChg chg="modSp mod">
        <pc:chgData name="Folajimi, Yetunde" userId="3a54126c-7470-4734-afae-d4449bb90691" providerId="ADAL" clId="{08C554E3-152E-4019-AB90-97F7C75D3B6C}" dt="2021-04-16T09:53:02.693" v="39" actId="14100"/>
        <pc:sldMkLst>
          <pc:docMk/>
          <pc:sldMk cId="2144636512" sldId="395"/>
        </pc:sldMkLst>
        <pc:spChg chg="mod">
          <ac:chgData name="Folajimi, Yetunde" userId="3a54126c-7470-4734-afae-d4449bb90691" providerId="ADAL" clId="{08C554E3-152E-4019-AB90-97F7C75D3B6C}" dt="2021-04-16T09:52:59.848" v="38" actId="1076"/>
          <ac:spMkLst>
            <pc:docMk/>
            <pc:sldMk cId="2144636512" sldId="395"/>
            <ac:spMk id="40" creationId="{264A7E7F-CD34-4F8F-AB3C-77115DCC7840}"/>
          </ac:spMkLst>
        </pc:spChg>
        <pc:picChg chg="mod">
          <ac:chgData name="Folajimi, Yetunde" userId="3a54126c-7470-4734-afae-d4449bb90691" providerId="ADAL" clId="{08C554E3-152E-4019-AB90-97F7C75D3B6C}" dt="2021-04-16T09:53:02.693" v="39" actId="14100"/>
          <ac:picMkLst>
            <pc:docMk/>
            <pc:sldMk cId="2144636512" sldId="395"/>
            <ac:picMk id="39" creationId="{C4F2A3C2-FF83-411C-B1E4-9A419463B39C}"/>
          </ac:picMkLst>
        </pc:picChg>
      </pc:sldChg>
      <pc:sldChg chg="add">
        <pc:chgData name="Folajimi, Yetunde" userId="3a54126c-7470-4734-afae-d4449bb90691" providerId="ADAL" clId="{08C554E3-152E-4019-AB90-97F7C75D3B6C}" dt="2021-04-16T09:52:39.292" v="1"/>
        <pc:sldMkLst>
          <pc:docMk/>
          <pc:sldMk cId="792044283" sldId="396"/>
        </pc:sldMkLst>
      </pc:sldChg>
      <pc:sldChg chg="addSp delSp modSp new mod">
        <pc:chgData name="Folajimi, Yetunde" userId="3a54126c-7470-4734-afae-d4449bb90691" providerId="ADAL" clId="{08C554E3-152E-4019-AB90-97F7C75D3B6C}" dt="2021-04-16T11:30:08.502" v="62" actId="20577"/>
        <pc:sldMkLst>
          <pc:docMk/>
          <pc:sldMk cId="2703077332" sldId="397"/>
        </pc:sldMkLst>
        <pc:spChg chg="mod">
          <ac:chgData name="Folajimi, Yetunde" userId="3a54126c-7470-4734-afae-d4449bb90691" providerId="ADAL" clId="{08C554E3-152E-4019-AB90-97F7C75D3B6C}" dt="2021-04-16T11:30:08.502" v="62" actId="20577"/>
          <ac:spMkLst>
            <pc:docMk/>
            <pc:sldMk cId="2703077332" sldId="397"/>
            <ac:spMk id="2" creationId="{EB3CDE7A-3135-4749-B639-D87818354A5B}"/>
          </ac:spMkLst>
        </pc:spChg>
        <pc:spChg chg="del">
          <ac:chgData name="Folajimi, Yetunde" userId="3a54126c-7470-4734-afae-d4449bb90691" providerId="ADAL" clId="{08C554E3-152E-4019-AB90-97F7C75D3B6C}" dt="2021-04-16T11:29:55.428" v="41"/>
          <ac:spMkLst>
            <pc:docMk/>
            <pc:sldMk cId="2703077332" sldId="397"/>
            <ac:spMk id="3" creationId="{5696BAEA-7985-49BD-B719-90638F649B75}"/>
          </ac:spMkLst>
        </pc:spChg>
        <pc:spChg chg="add mod">
          <ac:chgData name="Folajimi, Yetunde" userId="3a54126c-7470-4734-afae-d4449bb90691" providerId="ADAL" clId="{08C554E3-152E-4019-AB90-97F7C75D3B6C}" dt="2021-04-16T11:29:55.428" v="41"/>
          <ac:spMkLst>
            <pc:docMk/>
            <pc:sldMk cId="2703077332" sldId="397"/>
            <ac:spMk id="4" creationId="{DACFD86C-2F7D-4C93-AEB6-ECF8215D2D93}"/>
          </ac:spMkLst>
        </pc:spChg>
      </pc:sldChg>
      <pc:sldMasterChg chg="delSldLayout">
        <pc:chgData name="Folajimi, Yetunde" userId="3a54126c-7470-4734-afae-d4449bb90691" providerId="ADAL" clId="{08C554E3-152E-4019-AB90-97F7C75D3B6C}" dt="2021-04-16T09:52:37.594" v="0" actId="47"/>
        <pc:sldMasterMkLst>
          <pc:docMk/>
          <pc:sldMasterMk cId="0" sldId="2147483648"/>
        </pc:sldMasterMkLst>
        <pc:sldLayoutChg chg="del">
          <pc:chgData name="Folajimi, Yetunde" userId="3a54126c-7470-4734-afae-d4449bb90691" providerId="ADAL" clId="{08C554E3-152E-4019-AB90-97F7C75D3B6C}" dt="2021-04-16T09:52:37.594" v="0" actId="47"/>
          <pc:sldLayoutMkLst>
            <pc:docMk/>
            <pc:sldMasterMk cId="0" sldId="2147483648"/>
            <pc:sldLayoutMk cId="820357865" sldId="2147483654"/>
          </pc:sldLayoutMkLst>
        </pc:sldLayoutChg>
      </pc:sldMasterChg>
    </pc:docChg>
  </pc:docChgLst>
  <pc:docChgLst>
    <pc:chgData name="Folajimi, Yetunde" userId="3a54126c-7470-4734-afae-d4449bb90691" providerId="ADAL" clId="{632CAAEE-9461-4917-A341-18D5CAFF461E}"/>
    <pc:docChg chg="undo custSel modSld sldOrd">
      <pc:chgData name="Folajimi, Yetunde" userId="3a54126c-7470-4734-afae-d4449bb90691" providerId="ADAL" clId="{632CAAEE-9461-4917-A341-18D5CAFF461E}" dt="2023-03-31T09:49:03.106" v="148" actId="20577"/>
      <pc:docMkLst>
        <pc:docMk/>
      </pc:docMkLst>
      <pc:sldChg chg="modNotesTx">
        <pc:chgData name="Folajimi, Yetunde" userId="3a54126c-7470-4734-afae-d4449bb90691" providerId="ADAL" clId="{632CAAEE-9461-4917-A341-18D5CAFF461E}" dt="2023-03-31T09:47:45.626" v="142"/>
        <pc:sldMkLst>
          <pc:docMk/>
          <pc:sldMk cId="562478740" sldId="295"/>
        </pc:sldMkLst>
      </pc:sldChg>
      <pc:sldChg chg="modNotesTx">
        <pc:chgData name="Folajimi, Yetunde" userId="3a54126c-7470-4734-afae-d4449bb90691" providerId="ADAL" clId="{632CAAEE-9461-4917-A341-18D5CAFF461E}" dt="2023-03-31T09:47:42.821" v="141"/>
        <pc:sldMkLst>
          <pc:docMk/>
          <pc:sldMk cId="1604179106" sldId="296"/>
        </pc:sldMkLst>
      </pc:sldChg>
      <pc:sldChg chg="modNotesTx">
        <pc:chgData name="Folajimi, Yetunde" userId="3a54126c-7470-4734-afae-d4449bb90691" providerId="ADAL" clId="{632CAAEE-9461-4917-A341-18D5CAFF461E}" dt="2023-03-31T09:47:39.807" v="140"/>
        <pc:sldMkLst>
          <pc:docMk/>
          <pc:sldMk cId="1214551316" sldId="297"/>
        </pc:sldMkLst>
      </pc:sldChg>
      <pc:sldChg chg="modNotesTx">
        <pc:chgData name="Folajimi, Yetunde" userId="3a54126c-7470-4734-afae-d4449bb90691" providerId="ADAL" clId="{632CAAEE-9461-4917-A341-18D5CAFF461E}" dt="2023-03-31T09:47:29.942" v="137"/>
        <pc:sldMkLst>
          <pc:docMk/>
          <pc:sldMk cId="760708038" sldId="316"/>
        </pc:sldMkLst>
      </pc:sldChg>
      <pc:sldChg chg="modNotesTx">
        <pc:chgData name="Folajimi, Yetunde" userId="3a54126c-7470-4734-afae-d4449bb90691" providerId="ADAL" clId="{632CAAEE-9461-4917-A341-18D5CAFF461E}" dt="2023-03-31T09:47:27.281" v="136"/>
        <pc:sldMkLst>
          <pc:docMk/>
          <pc:sldMk cId="1774013896" sldId="317"/>
        </pc:sldMkLst>
      </pc:sldChg>
      <pc:sldChg chg="modNotesTx">
        <pc:chgData name="Folajimi, Yetunde" userId="3a54126c-7470-4734-afae-d4449bb90691" providerId="ADAL" clId="{632CAAEE-9461-4917-A341-18D5CAFF461E}" dt="2023-03-31T09:47:24.009" v="135"/>
        <pc:sldMkLst>
          <pc:docMk/>
          <pc:sldMk cId="1081422748" sldId="325"/>
        </pc:sldMkLst>
      </pc:sldChg>
      <pc:sldChg chg="modNotesTx">
        <pc:chgData name="Folajimi, Yetunde" userId="3a54126c-7470-4734-afae-d4449bb90691" providerId="ADAL" clId="{632CAAEE-9461-4917-A341-18D5CAFF461E}" dt="2023-03-31T09:47:21.777" v="134"/>
        <pc:sldMkLst>
          <pc:docMk/>
          <pc:sldMk cId="89002477" sldId="326"/>
        </pc:sldMkLst>
      </pc:sldChg>
      <pc:sldChg chg="ord modNotesTx">
        <pc:chgData name="Folajimi, Yetunde" userId="3a54126c-7470-4734-afae-d4449bb90691" providerId="ADAL" clId="{632CAAEE-9461-4917-A341-18D5CAFF461E}" dt="2023-03-31T09:49:03.106" v="148" actId="20577"/>
        <pc:sldMkLst>
          <pc:docMk/>
          <pc:sldMk cId="1376965154" sldId="327"/>
        </pc:sldMkLst>
      </pc:sldChg>
      <pc:sldChg chg="modSp ord modNotesTx">
        <pc:chgData name="Folajimi, Yetunde" userId="3a54126c-7470-4734-afae-d4449bb90691" providerId="ADAL" clId="{632CAAEE-9461-4917-A341-18D5CAFF461E}" dt="2023-03-31T09:48:01.635" v="143"/>
        <pc:sldMkLst>
          <pc:docMk/>
          <pc:sldMk cId="1570339605" sldId="328"/>
        </pc:sldMkLst>
        <pc:spChg chg="mod">
          <ac:chgData name="Folajimi, Yetunde" userId="3a54126c-7470-4734-afae-d4449bb90691" providerId="ADAL" clId="{632CAAEE-9461-4917-A341-18D5CAFF461E}" dt="2023-03-31T09:46:23.311" v="123" actId="1076"/>
          <ac:spMkLst>
            <pc:docMk/>
            <pc:sldMk cId="1570339605" sldId="328"/>
            <ac:spMk id="3" creationId="{00000000-0000-0000-0000-000000000000}"/>
          </ac:spMkLst>
        </pc:spChg>
      </pc:sldChg>
      <pc:sldChg chg="modNotesTx">
        <pc:chgData name="Folajimi, Yetunde" userId="3a54126c-7470-4734-afae-d4449bb90691" providerId="ADAL" clId="{632CAAEE-9461-4917-A341-18D5CAFF461E}" dt="2023-03-31T09:47:18.309" v="133"/>
        <pc:sldMkLst>
          <pc:docMk/>
          <pc:sldMk cId="691755389" sldId="329"/>
        </pc:sldMkLst>
      </pc:sldChg>
      <pc:sldChg chg="addSp delSp mod modNotesTx">
        <pc:chgData name="Folajimi, Yetunde" userId="3a54126c-7470-4734-afae-d4449bb90691" providerId="ADAL" clId="{632CAAEE-9461-4917-A341-18D5CAFF461E}" dt="2023-03-31T09:47:14.871" v="132"/>
        <pc:sldMkLst>
          <pc:docMk/>
          <pc:sldMk cId="1122529290" sldId="330"/>
        </pc:sldMkLst>
        <pc:spChg chg="add del">
          <ac:chgData name="Folajimi, Yetunde" userId="3a54126c-7470-4734-afae-d4449bb90691" providerId="ADAL" clId="{632CAAEE-9461-4917-A341-18D5CAFF461E}" dt="2023-03-29T11:57:00.050" v="1" actId="22"/>
          <ac:spMkLst>
            <pc:docMk/>
            <pc:sldMk cId="1122529290" sldId="330"/>
            <ac:spMk id="3" creationId="{6D135790-B456-639B-B24E-BF4D59CE4D07}"/>
          </ac:spMkLst>
        </pc:spChg>
      </pc:sldChg>
      <pc:sldChg chg="modNotesTx">
        <pc:chgData name="Folajimi, Yetunde" userId="3a54126c-7470-4734-afae-d4449bb90691" providerId="ADAL" clId="{632CAAEE-9461-4917-A341-18D5CAFF461E}" dt="2023-03-31T09:47:11.233" v="131"/>
        <pc:sldMkLst>
          <pc:docMk/>
          <pc:sldMk cId="1395014383" sldId="331"/>
        </pc:sldMkLst>
      </pc:sldChg>
      <pc:sldChg chg="modNotesTx">
        <pc:chgData name="Folajimi, Yetunde" userId="3a54126c-7470-4734-afae-d4449bb90691" providerId="ADAL" clId="{632CAAEE-9461-4917-A341-18D5CAFF461E}" dt="2023-03-31T09:47:08.662" v="130"/>
        <pc:sldMkLst>
          <pc:docMk/>
          <pc:sldMk cId="1879988381" sldId="332"/>
        </pc:sldMkLst>
      </pc:sldChg>
      <pc:sldChg chg="modNotesTx">
        <pc:chgData name="Folajimi, Yetunde" userId="3a54126c-7470-4734-afae-d4449bb90691" providerId="ADAL" clId="{632CAAEE-9461-4917-A341-18D5CAFF461E}" dt="2023-03-31T09:08:27.793" v="115"/>
        <pc:sldMkLst>
          <pc:docMk/>
          <pc:sldMk cId="829327977" sldId="334"/>
        </pc:sldMkLst>
      </pc:sldChg>
      <pc:sldChg chg="modNotesTx">
        <pc:chgData name="Folajimi, Yetunde" userId="3a54126c-7470-4734-afae-d4449bb90691" providerId="ADAL" clId="{632CAAEE-9461-4917-A341-18D5CAFF461E}" dt="2023-03-31T09:47:36.566" v="139"/>
        <pc:sldMkLst>
          <pc:docMk/>
          <pc:sldMk cId="2075359968" sldId="397"/>
        </pc:sldMkLst>
      </pc:sldChg>
      <pc:sldChg chg="modNotesTx">
        <pc:chgData name="Folajimi, Yetunde" userId="3a54126c-7470-4734-afae-d4449bb90691" providerId="ADAL" clId="{632CAAEE-9461-4917-A341-18D5CAFF461E}" dt="2023-03-31T09:47:33.305" v="138"/>
        <pc:sldMkLst>
          <pc:docMk/>
          <pc:sldMk cId="1183333346" sldId="398"/>
        </pc:sldMkLst>
      </pc:sldChg>
    </pc:docChg>
  </pc:docChgLst>
  <pc:docChgLst>
    <pc:chgData name="Folajimi, Yetunde" userId="3a54126c-7470-4734-afae-d4449bb90691" providerId="ADAL" clId="{DA238CA8-B502-4F69-9425-378525407C31}"/>
    <pc:docChg chg="undo custSel addSld delSld modSld">
      <pc:chgData name="Folajimi, Yetunde" userId="3a54126c-7470-4734-afae-d4449bb90691" providerId="ADAL" clId="{DA238CA8-B502-4F69-9425-378525407C31}" dt="2024-11-15T14:54:42.607" v="114"/>
      <pc:docMkLst>
        <pc:docMk/>
      </pc:docMkLst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55680054" sldId="283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470848069" sldId="283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140733614" sldId="295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562478740" sldId="295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604179106" sldId="296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3101671867" sldId="296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214551316" sldId="297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3618975578" sldId="297"/>
        </pc:sldMkLst>
      </pc:sldChg>
      <pc:sldChg chg="modSp mod">
        <pc:chgData name="Folajimi, Yetunde" userId="3a54126c-7470-4734-afae-d4449bb90691" providerId="ADAL" clId="{DA238CA8-B502-4F69-9425-378525407C31}" dt="2024-11-15T14:47:31.428" v="31" actId="6549"/>
        <pc:sldMkLst>
          <pc:docMk/>
          <pc:sldMk cId="974700857" sldId="298"/>
        </pc:sldMkLst>
        <pc:spChg chg="mod">
          <ac:chgData name="Folajimi, Yetunde" userId="3a54126c-7470-4734-afae-d4449bb90691" providerId="ADAL" clId="{DA238CA8-B502-4F69-9425-378525407C31}" dt="2024-11-15T14:47:31.428" v="31" actId="6549"/>
          <ac:spMkLst>
            <pc:docMk/>
            <pc:sldMk cId="974700857" sldId="298"/>
            <ac:spMk id="2" creationId="{00000000-0000-0000-0000-000000000000}"/>
          </ac:spMkLst>
        </pc:spChg>
      </pc:sldChg>
      <pc:sldChg chg="add del">
        <pc:chgData name="Folajimi, Yetunde" userId="3a54126c-7470-4734-afae-d4449bb90691" providerId="ADAL" clId="{DA238CA8-B502-4F69-9425-378525407C31}" dt="2024-11-15T14:47:31.790" v="32" actId="47"/>
        <pc:sldMkLst>
          <pc:docMk/>
          <pc:sldMk cId="1784620275" sldId="300"/>
        </pc:sldMkLst>
      </pc:sldChg>
      <pc:sldChg chg="add del">
        <pc:chgData name="Folajimi, Yetunde" userId="3a54126c-7470-4734-afae-d4449bb90691" providerId="ADAL" clId="{DA238CA8-B502-4F69-9425-378525407C31}" dt="2024-11-15T14:47:31.790" v="32" actId="47"/>
        <pc:sldMkLst>
          <pc:docMk/>
          <pc:sldMk cId="208864276" sldId="301"/>
        </pc:sldMkLst>
      </pc:sldChg>
      <pc:sldChg chg="add del">
        <pc:chgData name="Folajimi, Yetunde" userId="3a54126c-7470-4734-afae-d4449bb90691" providerId="ADAL" clId="{DA238CA8-B502-4F69-9425-378525407C31}" dt="2024-11-15T14:54:14.355" v="108" actId="47"/>
        <pc:sldMkLst>
          <pc:docMk/>
          <pc:sldMk cId="947771806" sldId="302"/>
        </pc:sldMkLst>
      </pc:sldChg>
      <pc:sldChg chg="add">
        <pc:chgData name="Folajimi, Yetunde" userId="3a54126c-7470-4734-afae-d4449bb90691" providerId="ADAL" clId="{DA238CA8-B502-4F69-9425-378525407C31}" dt="2024-11-15T14:54:42.607" v="114"/>
        <pc:sldMkLst>
          <pc:docMk/>
          <pc:sldMk cId="1058479759" sldId="303"/>
        </pc:sldMkLst>
      </pc:sldChg>
      <pc:sldChg chg="add del">
        <pc:chgData name="Folajimi, Yetunde" userId="3a54126c-7470-4734-afae-d4449bb90691" providerId="ADAL" clId="{DA238CA8-B502-4F69-9425-378525407C31}" dt="2024-11-15T14:54:36.731" v="113" actId="2696"/>
        <pc:sldMkLst>
          <pc:docMk/>
          <pc:sldMk cId="1453449029" sldId="303"/>
        </pc:sldMkLst>
      </pc:sldChg>
      <pc:sldChg chg="add 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582463281" sldId="304"/>
        </pc:sldMkLst>
      </pc:sldChg>
      <pc:sldChg chg="del modNotesTx">
        <pc:chgData name="Folajimi, Yetunde" userId="3a54126c-7470-4734-afae-d4449bb90691" providerId="ADAL" clId="{DA238CA8-B502-4F69-9425-378525407C31}" dt="2024-11-15T14:47:48.144" v="33" actId="47"/>
        <pc:sldMkLst>
          <pc:docMk/>
          <pc:sldMk cId="2439575897" sldId="305"/>
        </pc:sldMkLst>
      </pc:sldChg>
      <pc:sldChg chg="add">
        <pc:chgData name="Folajimi, Yetunde" userId="3a54126c-7470-4734-afae-d4449bb90691" providerId="ADAL" clId="{DA238CA8-B502-4F69-9425-378525407C31}" dt="2024-11-15T14:48:50.849" v="36"/>
        <pc:sldMkLst>
          <pc:docMk/>
          <pc:sldMk cId="2664428234" sldId="305"/>
        </pc:sldMkLst>
      </pc:sldChg>
      <pc:sldChg chg="add del">
        <pc:chgData name="Folajimi, Yetunde" userId="3a54126c-7470-4734-afae-d4449bb90691" providerId="ADAL" clId="{DA238CA8-B502-4F69-9425-378525407C31}" dt="2024-11-15T14:48:30.437" v="35" actId="2696"/>
        <pc:sldMkLst>
          <pc:docMk/>
          <pc:sldMk cId="3532313188" sldId="305"/>
        </pc:sldMkLst>
      </pc:sldChg>
      <pc:sldChg chg="add">
        <pc:chgData name="Folajimi, Yetunde" userId="3a54126c-7470-4734-afae-d4449bb90691" providerId="ADAL" clId="{DA238CA8-B502-4F69-9425-378525407C31}" dt="2024-11-15T14:48:50.849" v="36"/>
        <pc:sldMkLst>
          <pc:docMk/>
          <pc:sldMk cId="1463474612" sldId="306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518221452" sldId="306"/>
        </pc:sldMkLst>
      </pc:sldChg>
      <pc:sldChg chg="add del">
        <pc:chgData name="Folajimi, Yetunde" userId="3a54126c-7470-4734-afae-d4449bb90691" providerId="ADAL" clId="{DA238CA8-B502-4F69-9425-378525407C31}" dt="2024-11-15T14:48:30.437" v="35" actId="2696"/>
        <pc:sldMkLst>
          <pc:docMk/>
          <pc:sldMk cId="1638829899" sldId="306"/>
        </pc:sldMkLst>
      </pc:sldChg>
      <pc:sldChg chg="add del">
        <pc:chgData name="Folajimi, Yetunde" userId="3a54126c-7470-4734-afae-d4449bb90691" providerId="ADAL" clId="{DA238CA8-B502-4F69-9425-378525407C31}" dt="2024-11-15T14:54:34.610" v="112" actId="2696"/>
        <pc:sldMkLst>
          <pc:docMk/>
          <pc:sldMk cId="86192195" sldId="307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895543540" sldId="307"/>
        </pc:sldMkLst>
      </pc:sldChg>
      <pc:sldChg chg="add del">
        <pc:chgData name="Folajimi, Yetunde" userId="3a54126c-7470-4734-afae-d4449bb90691" providerId="ADAL" clId="{DA238CA8-B502-4F69-9425-378525407C31}" dt="2024-11-15T14:54:29.537" v="111"/>
        <pc:sldMkLst>
          <pc:docMk/>
          <pc:sldMk cId="3753046987" sldId="307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308458706" sldId="308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079646217" sldId="308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268403539" sldId="309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087254480" sldId="309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760708038" sldId="316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3368188598" sldId="316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774013896" sldId="317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398645117" sldId="317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081422748" sldId="325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3730930158" sldId="325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89002477" sldId="326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4057187980" sldId="326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376965154" sldId="327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1640351754" sldId="327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416701184" sldId="328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570339605" sldId="328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691755389" sldId="329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689280892" sldId="329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995091906" sldId="330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122529290" sldId="330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975350939" sldId="331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395014383" sldId="331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879988381" sldId="332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4228315163" sldId="332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61491363" sldId="333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031117208" sldId="333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668635862" sldId="334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829327977" sldId="334"/>
        </pc:sldMkLst>
      </pc:sldChg>
      <pc:sldChg chg="modSp del mod modNotesTx">
        <pc:chgData name="Folajimi, Yetunde" userId="3a54126c-7470-4734-afae-d4449bb90691" providerId="ADAL" clId="{DA238CA8-B502-4F69-9425-378525407C31}" dt="2024-11-15T14:49:03.281" v="37" actId="47"/>
        <pc:sldMkLst>
          <pc:docMk/>
          <pc:sldMk cId="792044283" sldId="396"/>
        </pc:sldMkLst>
        <pc:spChg chg="mod">
          <ac:chgData name="Folajimi, Yetunde" userId="3a54126c-7470-4734-afae-d4449bb90691" providerId="ADAL" clId="{DA238CA8-B502-4F69-9425-378525407C31}" dt="2024-11-15T14:47:30.865" v="29"/>
          <ac:spMkLst>
            <pc:docMk/>
            <pc:sldMk cId="792044283" sldId="396"/>
            <ac:spMk id="3" creationId="{00000000-0000-0000-0000-000000000000}"/>
          </ac:spMkLst>
        </pc:spChg>
      </pc:sldChg>
      <pc:sldChg chg="add del">
        <pc:chgData name="Folajimi, Yetunde" userId="3a54126c-7470-4734-afae-d4449bb90691" providerId="ADAL" clId="{DA238CA8-B502-4F69-9425-378525407C31}" dt="2024-11-15T14:48:30.437" v="35" actId="2696"/>
        <pc:sldMkLst>
          <pc:docMk/>
          <pc:sldMk cId="412858990" sldId="397"/>
        </pc:sldMkLst>
      </pc:sldChg>
      <pc:sldChg chg="add">
        <pc:chgData name="Folajimi, Yetunde" userId="3a54126c-7470-4734-afae-d4449bb90691" providerId="ADAL" clId="{DA238CA8-B502-4F69-9425-378525407C31}" dt="2024-11-15T14:48:50.849" v="36"/>
        <pc:sldMkLst>
          <pc:docMk/>
          <pc:sldMk cId="1881087770" sldId="397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2075359968" sldId="397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1183333346" sldId="398"/>
        </pc:sldMkLst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2477385535" sldId="398"/>
        </pc:sldMkLst>
      </pc:sldChg>
      <pc:sldChg chg="del">
        <pc:chgData name="Folajimi, Yetunde" userId="3a54126c-7470-4734-afae-d4449bb90691" providerId="ADAL" clId="{DA238CA8-B502-4F69-9425-378525407C31}" dt="2024-11-15T14:47:48.144" v="33" actId="47"/>
        <pc:sldMkLst>
          <pc:docMk/>
          <pc:sldMk cId="2481535198" sldId="399"/>
        </pc:sldMkLst>
      </pc:sldChg>
      <pc:sldChg chg="modSp new del mod">
        <pc:chgData name="Folajimi, Yetunde" userId="3a54126c-7470-4734-afae-d4449bb90691" providerId="ADAL" clId="{DA238CA8-B502-4F69-9425-378525407C31}" dt="2024-11-15T14:47:27.607" v="20" actId="680"/>
        <pc:sldMkLst>
          <pc:docMk/>
          <pc:sldMk cId="615268456" sldId="400"/>
        </pc:sldMkLst>
        <pc:spChg chg="mod">
          <ac:chgData name="Folajimi, Yetunde" userId="3a54126c-7470-4734-afae-d4449bb90691" providerId="ADAL" clId="{DA238CA8-B502-4F69-9425-378525407C31}" dt="2024-11-15T14:47:27.162" v="19"/>
          <ac:spMkLst>
            <pc:docMk/>
            <pc:sldMk cId="615268456" sldId="400"/>
            <ac:spMk id="2" creationId="{4DF8BB23-6054-7F8C-7617-BB396A1892E7}"/>
          </ac:spMkLst>
        </pc:spChg>
      </pc:sldChg>
      <pc:sldChg chg="add del">
        <pc:chgData name="Folajimi, Yetunde" userId="3a54126c-7470-4734-afae-d4449bb90691" providerId="ADAL" clId="{DA238CA8-B502-4F69-9425-378525407C31}" dt="2024-11-15T14:48:30.437" v="35" actId="2696"/>
        <pc:sldMkLst>
          <pc:docMk/>
          <pc:sldMk cId="846197144" sldId="400"/>
        </pc:sldMkLst>
      </pc:sldChg>
      <pc:sldChg chg="modSp add mod modNotesTx">
        <pc:chgData name="Folajimi, Yetunde" userId="3a54126c-7470-4734-afae-d4449bb90691" providerId="ADAL" clId="{DA238CA8-B502-4F69-9425-378525407C31}" dt="2024-11-15T14:49:25.705" v="41" actId="15"/>
        <pc:sldMkLst>
          <pc:docMk/>
          <pc:sldMk cId="3224467406" sldId="400"/>
        </pc:sldMkLst>
        <pc:spChg chg="mod">
          <ac:chgData name="Folajimi, Yetunde" userId="3a54126c-7470-4734-afae-d4449bb90691" providerId="ADAL" clId="{DA238CA8-B502-4F69-9425-378525407C31}" dt="2024-11-15T14:49:25.705" v="41" actId="15"/>
          <ac:spMkLst>
            <pc:docMk/>
            <pc:sldMk cId="3224467406" sldId="400"/>
            <ac:spMk id="3" creationId="{2A9D3137-C7FF-919D-85C8-1BB5D00AE96D}"/>
          </ac:spMkLst>
        </pc:spChg>
      </pc:sldChg>
      <pc:sldChg chg="add">
        <pc:chgData name="Folajimi, Yetunde" userId="3a54126c-7470-4734-afae-d4449bb90691" providerId="ADAL" clId="{DA238CA8-B502-4F69-9425-378525407C31}" dt="2024-11-15T14:47:48.827" v="34"/>
        <pc:sldMkLst>
          <pc:docMk/>
          <pc:sldMk cId="3557438523" sldId="401"/>
        </pc:sldMkLst>
      </pc:sldChg>
      <pc:sldChg chg="addSp modSp new mod modNotesTx">
        <pc:chgData name="Folajimi, Yetunde" userId="3a54126c-7470-4734-afae-d4449bb90691" providerId="ADAL" clId="{DA238CA8-B502-4F69-9425-378525407C31}" dt="2024-11-15T14:50:14.658" v="49" actId="1076"/>
        <pc:sldMkLst>
          <pc:docMk/>
          <pc:sldMk cId="2435377945" sldId="402"/>
        </pc:sldMkLst>
        <pc:spChg chg="mod">
          <ac:chgData name="Folajimi, Yetunde" userId="3a54126c-7470-4734-afae-d4449bb90691" providerId="ADAL" clId="{DA238CA8-B502-4F69-9425-378525407C31}" dt="2024-11-15T14:49:47.583" v="43"/>
          <ac:spMkLst>
            <pc:docMk/>
            <pc:sldMk cId="2435377945" sldId="402"/>
            <ac:spMk id="2" creationId="{5D8912E0-22FF-5776-A12D-49BD3A886DD9}"/>
          </ac:spMkLst>
        </pc:spChg>
        <pc:spChg chg="mod">
          <ac:chgData name="Folajimi, Yetunde" userId="3a54126c-7470-4734-afae-d4449bb90691" providerId="ADAL" clId="{DA238CA8-B502-4F69-9425-378525407C31}" dt="2024-11-15T14:50:04.258" v="47"/>
          <ac:spMkLst>
            <pc:docMk/>
            <pc:sldMk cId="2435377945" sldId="402"/>
            <ac:spMk id="3" creationId="{394B4030-862C-892B-52F2-E836C6704FCD}"/>
          </ac:spMkLst>
        </pc:spChg>
        <pc:spChg chg="add mod">
          <ac:chgData name="Folajimi, Yetunde" userId="3a54126c-7470-4734-afae-d4449bb90691" providerId="ADAL" clId="{DA238CA8-B502-4F69-9425-378525407C31}" dt="2024-11-15T14:50:14.658" v="49" actId="1076"/>
          <ac:spMkLst>
            <pc:docMk/>
            <pc:sldMk cId="2435377945" sldId="402"/>
            <ac:spMk id="6" creationId="{C954FAE1-6CEC-8E07-9BDB-677400F28C45}"/>
          </ac:spMkLst>
        </pc:spChg>
      </pc:sldChg>
      <pc:sldChg chg="modSp add mod">
        <pc:chgData name="Folajimi, Yetunde" userId="3a54126c-7470-4734-afae-d4449bb90691" providerId="ADAL" clId="{DA238CA8-B502-4F69-9425-378525407C31}" dt="2024-11-15T14:51:11.746" v="58"/>
        <pc:sldMkLst>
          <pc:docMk/>
          <pc:sldMk cId="400092950" sldId="403"/>
        </pc:sldMkLst>
        <pc:spChg chg="mod">
          <ac:chgData name="Folajimi, Yetunde" userId="3a54126c-7470-4734-afae-d4449bb90691" providerId="ADAL" clId="{DA238CA8-B502-4F69-9425-378525407C31}" dt="2024-11-15T14:51:04.748" v="57" actId="20577"/>
          <ac:spMkLst>
            <pc:docMk/>
            <pc:sldMk cId="400092950" sldId="403"/>
            <ac:spMk id="3" creationId="{095D6108-75EE-E4EB-B809-D55E36E50264}"/>
          </ac:spMkLst>
        </pc:spChg>
        <pc:spChg chg="mod">
          <ac:chgData name="Folajimi, Yetunde" userId="3a54126c-7470-4734-afae-d4449bb90691" providerId="ADAL" clId="{DA238CA8-B502-4F69-9425-378525407C31}" dt="2024-11-15T14:51:11.746" v="58"/>
          <ac:spMkLst>
            <pc:docMk/>
            <pc:sldMk cId="400092950" sldId="403"/>
            <ac:spMk id="6" creationId="{AC144AFC-768E-1F7F-A8BD-E436E4C66F6C}"/>
          </ac:spMkLst>
        </pc:spChg>
      </pc:sldChg>
      <pc:sldChg chg="modSp add mod modNotesTx">
        <pc:chgData name="Folajimi, Yetunde" userId="3a54126c-7470-4734-afae-d4449bb90691" providerId="ADAL" clId="{DA238CA8-B502-4F69-9425-378525407C31}" dt="2024-11-15T14:52:19.132" v="76" actId="14100"/>
        <pc:sldMkLst>
          <pc:docMk/>
          <pc:sldMk cId="4024124621" sldId="404"/>
        </pc:sldMkLst>
        <pc:spChg chg="mod">
          <ac:chgData name="Folajimi, Yetunde" userId="3a54126c-7470-4734-afae-d4449bb90691" providerId="ADAL" clId="{DA238CA8-B502-4F69-9425-378525407C31}" dt="2024-11-15T14:51:41.442" v="61"/>
          <ac:spMkLst>
            <pc:docMk/>
            <pc:sldMk cId="4024124621" sldId="404"/>
            <ac:spMk id="2" creationId="{1B64FFB3-D22E-E8EE-AF98-EEB10E52F696}"/>
          </ac:spMkLst>
        </pc:spChg>
        <pc:spChg chg="mod">
          <ac:chgData name="Folajimi, Yetunde" userId="3a54126c-7470-4734-afae-d4449bb90691" providerId="ADAL" clId="{DA238CA8-B502-4F69-9425-378525407C31}" dt="2024-11-15T14:51:57.366" v="71" actId="20577"/>
          <ac:spMkLst>
            <pc:docMk/>
            <pc:sldMk cId="4024124621" sldId="404"/>
            <ac:spMk id="3" creationId="{FF183316-9F67-0F5C-E8E9-80DAC430F704}"/>
          </ac:spMkLst>
        </pc:spChg>
        <pc:spChg chg="mod">
          <ac:chgData name="Folajimi, Yetunde" userId="3a54126c-7470-4734-afae-d4449bb90691" providerId="ADAL" clId="{DA238CA8-B502-4F69-9425-378525407C31}" dt="2024-11-15T14:52:19.132" v="76" actId="14100"/>
          <ac:spMkLst>
            <pc:docMk/>
            <pc:sldMk cId="4024124621" sldId="404"/>
            <ac:spMk id="6" creationId="{F27ABECC-C939-18F4-F492-A953284F5DC4}"/>
          </ac:spMkLst>
        </pc:spChg>
      </pc:sldChg>
      <pc:sldChg chg="addSp modSp new mod modNotesTx">
        <pc:chgData name="Folajimi, Yetunde" userId="3a54126c-7470-4734-afae-d4449bb90691" providerId="ADAL" clId="{DA238CA8-B502-4F69-9425-378525407C31}" dt="2024-11-15T14:53:03.050" v="88" actId="14100"/>
        <pc:sldMkLst>
          <pc:docMk/>
          <pc:sldMk cId="861830376" sldId="405"/>
        </pc:sldMkLst>
        <pc:spChg chg="mod">
          <ac:chgData name="Folajimi, Yetunde" userId="3a54126c-7470-4734-afae-d4449bb90691" providerId="ADAL" clId="{DA238CA8-B502-4F69-9425-378525407C31}" dt="2024-11-15T14:52:34.620" v="78"/>
          <ac:spMkLst>
            <pc:docMk/>
            <pc:sldMk cId="861830376" sldId="405"/>
            <ac:spMk id="2" creationId="{DDCC2444-317B-5F51-AD4A-80542EE32C55}"/>
          </ac:spMkLst>
        </pc:spChg>
        <pc:spChg chg="mod">
          <ac:chgData name="Folajimi, Yetunde" userId="3a54126c-7470-4734-afae-d4449bb90691" providerId="ADAL" clId="{DA238CA8-B502-4F69-9425-378525407C31}" dt="2024-11-15T14:52:50.915" v="84" actId="404"/>
          <ac:spMkLst>
            <pc:docMk/>
            <pc:sldMk cId="861830376" sldId="405"/>
            <ac:spMk id="3" creationId="{3DB87698-D2B6-5DE3-F42E-4C2801F343AE}"/>
          </ac:spMkLst>
        </pc:spChg>
        <pc:spChg chg="add mod">
          <ac:chgData name="Folajimi, Yetunde" userId="3a54126c-7470-4734-afae-d4449bb90691" providerId="ADAL" clId="{DA238CA8-B502-4F69-9425-378525407C31}" dt="2024-11-15T14:53:03.050" v="88" actId="14100"/>
          <ac:spMkLst>
            <pc:docMk/>
            <pc:sldMk cId="861830376" sldId="405"/>
            <ac:spMk id="6" creationId="{53C4063F-9849-316F-2A74-C740DFD961FD}"/>
          </ac:spMkLst>
        </pc:spChg>
      </pc:sldChg>
      <pc:sldChg chg="addSp delSp modSp new mod">
        <pc:chgData name="Folajimi, Yetunde" userId="3a54126c-7470-4734-afae-d4449bb90691" providerId="ADAL" clId="{DA238CA8-B502-4F69-9425-378525407C31}" dt="2024-11-15T14:54:07.910" v="107" actId="1076"/>
        <pc:sldMkLst>
          <pc:docMk/>
          <pc:sldMk cId="3142121076" sldId="406"/>
        </pc:sldMkLst>
        <pc:spChg chg="mod">
          <ac:chgData name="Folajimi, Yetunde" userId="3a54126c-7470-4734-afae-d4449bb90691" providerId="ADAL" clId="{DA238CA8-B502-4F69-9425-378525407C31}" dt="2024-11-15T14:53:16.698" v="90"/>
          <ac:spMkLst>
            <pc:docMk/>
            <pc:sldMk cId="3142121076" sldId="406"/>
            <ac:spMk id="2" creationId="{8D53AB58-33A6-1F64-2678-691780323F55}"/>
          </ac:spMkLst>
        </pc:spChg>
        <pc:spChg chg="del">
          <ac:chgData name="Folajimi, Yetunde" userId="3a54126c-7470-4734-afae-d4449bb90691" providerId="ADAL" clId="{DA238CA8-B502-4F69-9425-378525407C31}" dt="2024-11-15T14:54:01.171" v="106" actId="478"/>
          <ac:spMkLst>
            <pc:docMk/>
            <pc:sldMk cId="3142121076" sldId="406"/>
            <ac:spMk id="3" creationId="{0378D7D7-0907-375D-07C9-E1AC264864BD}"/>
          </ac:spMkLst>
        </pc:spChg>
        <pc:spChg chg="add mod">
          <ac:chgData name="Folajimi, Yetunde" userId="3a54126c-7470-4734-afae-d4449bb90691" providerId="ADAL" clId="{DA238CA8-B502-4F69-9425-378525407C31}" dt="2024-11-15T14:53:58.550" v="105" actId="1076"/>
          <ac:spMkLst>
            <pc:docMk/>
            <pc:sldMk cId="3142121076" sldId="406"/>
            <ac:spMk id="6" creationId="{C52AD106-C668-DDFC-D6DB-75A01B914EEA}"/>
          </ac:spMkLst>
        </pc:spChg>
        <pc:spChg chg="add mod">
          <ac:chgData name="Folajimi, Yetunde" userId="3a54126c-7470-4734-afae-d4449bb90691" providerId="ADAL" clId="{DA238CA8-B502-4F69-9425-378525407C31}" dt="2024-11-15T14:54:07.910" v="107" actId="1076"/>
          <ac:spMkLst>
            <pc:docMk/>
            <pc:sldMk cId="3142121076" sldId="406"/>
            <ac:spMk id="7" creationId="{AB3282DB-D06C-DADD-C8E7-250E8E9101A3}"/>
          </ac:spMkLst>
        </pc:spChg>
      </pc:sldChg>
      <pc:sldMasterChg chg="delSldLayout">
        <pc:chgData name="Folajimi, Yetunde" userId="3a54126c-7470-4734-afae-d4449bb90691" providerId="ADAL" clId="{DA238CA8-B502-4F69-9425-378525407C31}" dt="2024-11-15T14:47:48.144" v="33" actId="47"/>
        <pc:sldMasterMkLst>
          <pc:docMk/>
          <pc:sldMasterMk cId="0" sldId="2147483648"/>
        </pc:sldMasterMkLst>
        <pc:sldLayoutChg chg="del">
          <pc:chgData name="Folajimi, Yetunde" userId="3a54126c-7470-4734-afae-d4449bb90691" providerId="ADAL" clId="{DA238CA8-B502-4F69-9425-378525407C31}" dt="2024-11-15T14:47:48.144" v="33" actId="47"/>
          <pc:sldLayoutMkLst>
            <pc:docMk/>
            <pc:sldMasterMk cId="0" sldId="2147483648"/>
            <pc:sldLayoutMk cId="1518378597" sldId="2147483654"/>
          </pc:sldLayoutMkLst>
        </pc:sldLayoutChg>
        <pc:sldLayoutChg chg="del">
          <pc:chgData name="Folajimi, Yetunde" userId="3a54126c-7470-4734-afae-d4449bb90691" providerId="ADAL" clId="{DA238CA8-B502-4F69-9425-378525407C31}" dt="2024-11-15T14:47:48.144" v="33" actId="47"/>
          <pc:sldLayoutMkLst>
            <pc:docMk/>
            <pc:sldMasterMk cId="0" sldId="2147483648"/>
            <pc:sldLayoutMk cId="3298776197" sldId="2147483655"/>
          </pc:sldLayoutMkLst>
        </pc:sldLayoutChg>
      </pc:sldMasterChg>
    </pc:docChg>
  </pc:docChgLst>
  <pc:docChgLst>
    <pc:chgData name="Folajimi, Yetunde" userId="3a54126c-7470-4734-afae-d4449bb90691" providerId="ADAL" clId="{63CF3C23-FCA2-407B-90CE-98FFFE93B8DF}"/>
    <pc:docChg chg="addSld modSld">
      <pc:chgData name="Folajimi, Yetunde" userId="3a54126c-7470-4734-afae-d4449bb90691" providerId="ADAL" clId="{63CF3C23-FCA2-407B-90CE-98FFFE93B8DF}" dt="2024-04-15T11:00:55.502" v="9" actId="21"/>
      <pc:docMkLst>
        <pc:docMk/>
      </pc:docMkLst>
      <pc:sldChg chg="modSp">
        <pc:chgData name="Folajimi, Yetunde" userId="3a54126c-7470-4734-afae-d4449bb90691" providerId="ADAL" clId="{63CF3C23-FCA2-407B-90CE-98FFFE93B8DF}" dt="2024-04-03T14:28:40.532" v="1" actId="1076"/>
        <pc:sldMkLst>
          <pc:docMk/>
          <pc:sldMk cId="2439575897" sldId="305"/>
        </pc:sldMkLst>
        <pc:spChg chg="mod">
          <ac:chgData name="Folajimi, Yetunde" userId="3a54126c-7470-4734-afae-d4449bb90691" providerId="ADAL" clId="{63CF3C23-FCA2-407B-90CE-98FFFE93B8DF}" dt="2024-04-03T14:28:40.532" v="1" actId="1076"/>
          <ac:spMkLst>
            <pc:docMk/>
            <pc:sldMk cId="2439575897" sldId="305"/>
            <ac:spMk id="3" creationId="{00000000-0000-0000-0000-000000000000}"/>
          </ac:spMkLst>
        </pc:spChg>
      </pc:sldChg>
      <pc:sldChg chg="addSp delSp modSp new">
        <pc:chgData name="Folajimi, Yetunde" userId="3a54126c-7470-4734-afae-d4449bb90691" providerId="ADAL" clId="{63CF3C23-FCA2-407B-90CE-98FFFE93B8DF}" dt="2024-04-15T11:00:55.502" v="9" actId="21"/>
        <pc:sldMkLst>
          <pc:docMk/>
          <pc:sldMk cId="2481535198" sldId="399"/>
        </pc:sldMkLst>
        <pc:spChg chg="del">
          <ac:chgData name="Folajimi, Yetunde" userId="3a54126c-7470-4734-afae-d4449bb90691" providerId="ADAL" clId="{63CF3C23-FCA2-407B-90CE-98FFFE93B8DF}" dt="2024-04-15T11:00:31.046" v="3"/>
          <ac:spMkLst>
            <pc:docMk/>
            <pc:sldMk cId="2481535198" sldId="399"/>
            <ac:spMk id="3" creationId="{CB35EDF5-7C93-B5CA-FFC2-5FFC69FA9194}"/>
          </ac:spMkLst>
        </pc:spChg>
        <pc:spChg chg="add mod">
          <ac:chgData name="Folajimi, Yetunde" userId="3a54126c-7470-4734-afae-d4449bb90691" providerId="ADAL" clId="{63CF3C23-FCA2-407B-90CE-98FFFE93B8DF}" dt="2024-04-15T11:00:55.502" v="9" actId="21"/>
          <ac:spMkLst>
            <pc:docMk/>
            <pc:sldMk cId="2481535198" sldId="399"/>
            <ac:spMk id="7" creationId="{23BF67F7-ED1B-665C-D0AB-888B3B90ED3E}"/>
          </ac:spMkLst>
        </pc:spChg>
        <pc:picChg chg="add del mod">
          <ac:chgData name="Folajimi, Yetunde" userId="3a54126c-7470-4734-afae-d4449bb90691" providerId="ADAL" clId="{63CF3C23-FCA2-407B-90CE-98FFFE93B8DF}" dt="2024-04-15T11:00:55.502" v="9" actId="21"/>
          <ac:picMkLst>
            <pc:docMk/>
            <pc:sldMk cId="2481535198" sldId="399"/>
            <ac:picMk id="6" creationId="{B41E6103-8D14-2AE4-049F-4A2EC5192E4C}"/>
          </ac:picMkLst>
        </pc:picChg>
      </pc:sldChg>
    </pc:docChg>
  </pc:docChgLst>
  <pc:docChgLst>
    <pc:chgData name="Folajimi, Yetunde" userId="3a54126c-7470-4734-afae-d4449bb90691" providerId="ADAL" clId="{2DF5C04D-A618-4F36-97D9-BEDC91D96E59}"/>
    <pc:docChg chg="undo custSel addSld delSld modSld sldOrd">
      <pc:chgData name="Folajimi, Yetunde" userId="3a54126c-7470-4734-afae-d4449bb90691" providerId="ADAL" clId="{2DF5C04D-A618-4F36-97D9-BEDC91D96E59}" dt="2022-04-13T12:35:19.846" v="63" actId="1076"/>
      <pc:docMkLst>
        <pc:docMk/>
      </pc:docMkLst>
      <pc:sldChg chg="modSp add mod">
        <pc:chgData name="Folajimi, Yetunde" userId="3a54126c-7470-4734-afae-d4449bb90691" providerId="ADAL" clId="{2DF5C04D-A618-4F36-97D9-BEDC91D96E59}" dt="2022-04-13T12:25:09.082" v="44" actId="20577"/>
        <pc:sldMkLst>
          <pc:docMk/>
          <pc:sldMk cId="55680054" sldId="283"/>
        </pc:sldMkLst>
        <pc:spChg chg="mod">
          <ac:chgData name="Folajimi, Yetunde" userId="3a54126c-7470-4734-afae-d4449bb90691" providerId="ADAL" clId="{2DF5C04D-A618-4F36-97D9-BEDC91D96E59}" dt="2022-04-13T12:25:09.082" v="44" actId="20577"/>
          <ac:spMkLst>
            <pc:docMk/>
            <pc:sldMk cId="55680054" sldId="283"/>
            <ac:spMk id="2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24:47.825" v="40" actId="1076"/>
          <ac:spMkLst>
            <pc:docMk/>
            <pc:sldMk cId="55680054" sldId="283"/>
            <ac:spMk id="3" creationId="{00000000-0000-0000-0000-000000000000}"/>
          </ac:spMkLst>
        </pc:spChg>
      </pc:sldChg>
      <pc:sldChg chg="modSp add mod ord">
        <pc:chgData name="Folajimi, Yetunde" userId="3a54126c-7470-4734-afae-d4449bb90691" providerId="ADAL" clId="{2DF5C04D-A618-4F36-97D9-BEDC91D96E59}" dt="2022-04-13T12:20:57.263" v="4"/>
        <pc:sldMkLst>
          <pc:docMk/>
          <pc:sldMk cId="562478740" sldId="295"/>
        </pc:sldMkLst>
        <pc:spChg chg="mod">
          <ac:chgData name="Folajimi, Yetunde" userId="3a54126c-7470-4734-afae-d4449bb90691" providerId="ADAL" clId="{2DF5C04D-A618-4F36-97D9-BEDC91D96E59}" dt="2022-04-13T12:20:40.972" v="2" actId="27636"/>
          <ac:spMkLst>
            <pc:docMk/>
            <pc:sldMk cId="562478740" sldId="295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1:21.872" v="6" actId="27636"/>
        <pc:sldMkLst>
          <pc:docMk/>
          <pc:sldMk cId="1604179106" sldId="296"/>
        </pc:sldMkLst>
        <pc:spChg chg="mod">
          <ac:chgData name="Folajimi, Yetunde" userId="3a54126c-7470-4734-afae-d4449bb90691" providerId="ADAL" clId="{2DF5C04D-A618-4F36-97D9-BEDC91D96E59}" dt="2022-04-13T12:21:21.872" v="6" actId="27636"/>
          <ac:spMkLst>
            <pc:docMk/>
            <pc:sldMk cId="1604179106" sldId="296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1:21.921" v="7" actId="27636"/>
        <pc:sldMkLst>
          <pc:docMk/>
          <pc:sldMk cId="1214551316" sldId="297"/>
        </pc:sldMkLst>
        <pc:spChg chg="mod">
          <ac:chgData name="Folajimi, Yetunde" userId="3a54126c-7470-4734-afae-d4449bb90691" providerId="ADAL" clId="{2DF5C04D-A618-4F36-97D9-BEDC91D96E59}" dt="2022-04-13T12:21:21.921" v="7" actId="27636"/>
          <ac:spMkLst>
            <pc:docMk/>
            <pc:sldMk cId="1214551316" sldId="297"/>
            <ac:spMk id="2" creationId="{00000000-0000-0000-0000-000000000000}"/>
          </ac:spMkLst>
        </pc:spChg>
      </pc:sldChg>
      <pc:sldChg chg="add">
        <pc:chgData name="Folajimi, Yetunde" userId="3a54126c-7470-4734-afae-d4449bb90691" providerId="ADAL" clId="{2DF5C04D-A618-4F36-97D9-BEDC91D96E59}" dt="2022-04-13T12:33:00.268" v="46"/>
        <pc:sldMkLst>
          <pc:docMk/>
          <pc:sldMk cId="947771806" sldId="302"/>
        </pc:sldMkLst>
      </pc:sldChg>
      <pc:sldChg chg="del">
        <pc:chgData name="Folajimi, Yetunde" userId="3a54126c-7470-4734-afae-d4449bb90691" providerId="ADAL" clId="{2DF5C04D-A618-4F36-97D9-BEDC91D96E59}" dt="2022-04-13T12:32:47.999" v="45" actId="2696"/>
        <pc:sldMkLst>
          <pc:docMk/>
          <pc:sldMk cId="1393607534" sldId="302"/>
        </pc:sldMkLst>
      </pc:sldChg>
      <pc:sldChg chg="add">
        <pc:chgData name="Folajimi, Yetunde" userId="3a54126c-7470-4734-afae-d4449bb90691" providerId="ADAL" clId="{2DF5C04D-A618-4F36-97D9-BEDC91D96E59}" dt="2022-04-13T12:33:00.268" v="46"/>
        <pc:sldMkLst>
          <pc:docMk/>
          <pc:sldMk cId="1453449029" sldId="303"/>
        </pc:sldMkLst>
      </pc:sldChg>
      <pc:sldChg chg="del">
        <pc:chgData name="Folajimi, Yetunde" userId="3a54126c-7470-4734-afae-d4449bb90691" providerId="ADAL" clId="{2DF5C04D-A618-4F36-97D9-BEDC91D96E59}" dt="2022-04-13T12:32:47.999" v="45" actId="2696"/>
        <pc:sldMkLst>
          <pc:docMk/>
          <pc:sldMk cId="1905169756" sldId="303"/>
        </pc:sldMkLst>
      </pc:sldChg>
      <pc:sldChg chg="del">
        <pc:chgData name="Folajimi, Yetunde" userId="3a54126c-7470-4734-afae-d4449bb90691" providerId="ADAL" clId="{2DF5C04D-A618-4F36-97D9-BEDC91D96E59}" dt="2022-04-13T12:32:47.999" v="45" actId="2696"/>
        <pc:sldMkLst>
          <pc:docMk/>
          <pc:sldMk cId="1206912322" sldId="304"/>
        </pc:sldMkLst>
      </pc:sldChg>
      <pc:sldChg chg="add">
        <pc:chgData name="Folajimi, Yetunde" userId="3a54126c-7470-4734-afae-d4449bb90691" providerId="ADAL" clId="{2DF5C04D-A618-4F36-97D9-BEDC91D96E59}" dt="2022-04-13T12:33:00.268" v="46"/>
        <pc:sldMkLst>
          <pc:docMk/>
          <pc:sldMk cId="1582463281" sldId="304"/>
        </pc:sldMkLst>
      </pc:sldChg>
      <pc:sldChg chg="del">
        <pc:chgData name="Folajimi, Yetunde" userId="3a54126c-7470-4734-afae-d4449bb90691" providerId="ADAL" clId="{2DF5C04D-A618-4F36-97D9-BEDC91D96E59}" dt="2022-04-13T12:32:47.999" v="45" actId="2696"/>
        <pc:sldMkLst>
          <pc:docMk/>
          <pc:sldMk cId="1592349939" sldId="305"/>
        </pc:sldMkLst>
      </pc:sldChg>
      <pc:sldChg chg="add">
        <pc:chgData name="Folajimi, Yetunde" userId="3a54126c-7470-4734-afae-d4449bb90691" providerId="ADAL" clId="{2DF5C04D-A618-4F36-97D9-BEDC91D96E59}" dt="2022-04-13T12:33:00.268" v="46"/>
        <pc:sldMkLst>
          <pc:docMk/>
          <pc:sldMk cId="2439575897" sldId="305"/>
        </pc:sldMkLst>
      </pc:sldChg>
      <pc:sldChg chg="del">
        <pc:chgData name="Folajimi, Yetunde" userId="3a54126c-7470-4734-afae-d4449bb90691" providerId="ADAL" clId="{2DF5C04D-A618-4F36-97D9-BEDC91D96E59}" dt="2022-04-13T12:32:47.999" v="45" actId="2696"/>
        <pc:sldMkLst>
          <pc:docMk/>
          <pc:sldMk cId="684215859" sldId="306"/>
        </pc:sldMkLst>
      </pc:sldChg>
      <pc:sldChg chg="add">
        <pc:chgData name="Folajimi, Yetunde" userId="3a54126c-7470-4734-afae-d4449bb90691" providerId="ADAL" clId="{2DF5C04D-A618-4F36-97D9-BEDC91D96E59}" dt="2022-04-13T12:33:00.268" v="46"/>
        <pc:sldMkLst>
          <pc:docMk/>
          <pc:sldMk cId="1518221452" sldId="306"/>
        </pc:sldMkLst>
      </pc:sldChg>
      <pc:sldChg chg="add del">
        <pc:chgData name="Folajimi, Yetunde" userId="3a54126c-7470-4734-afae-d4449bb90691" providerId="ADAL" clId="{2DF5C04D-A618-4F36-97D9-BEDC91D96E59}" dt="2022-04-13T12:33:39.255" v="49"/>
        <pc:sldMkLst>
          <pc:docMk/>
          <pc:sldMk cId="867600564" sldId="307"/>
        </pc:sldMkLst>
      </pc:sldChg>
      <pc:sldChg chg="add">
        <pc:chgData name="Folajimi, Yetunde" userId="3a54126c-7470-4734-afae-d4449bb90691" providerId="ADAL" clId="{2DF5C04D-A618-4F36-97D9-BEDC91D96E59}" dt="2022-04-13T12:33:41.611" v="50"/>
        <pc:sldMkLst>
          <pc:docMk/>
          <pc:sldMk cId="895543540" sldId="307"/>
        </pc:sldMkLst>
      </pc:sldChg>
      <pc:sldChg chg="del">
        <pc:chgData name="Folajimi, Yetunde" userId="3a54126c-7470-4734-afae-d4449bb90691" providerId="ADAL" clId="{2DF5C04D-A618-4F36-97D9-BEDC91D96E59}" dt="2022-04-13T12:33:27.025" v="47" actId="2696"/>
        <pc:sldMkLst>
          <pc:docMk/>
          <pc:sldMk cId="1988496175" sldId="307"/>
        </pc:sldMkLst>
      </pc:sldChg>
      <pc:sldChg chg="add">
        <pc:chgData name="Folajimi, Yetunde" userId="3a54126c-7470-4734-afae-d4449bb90691" providerId="ADAL" clId="{2DF5C04D-A618-4F36-97D9-BEDC91D96E59}" dt="2022-04-13T12:33:41.611" v="50"/>
        <pc:sldMkLst>
          <pc:docMk/>
          <pc:sldMk cId="308458706" sldId="308"/>
        </pc:sldMkLst>
      </pc:sldChg>
      <pc:sldChg chg="del">
        <pc:chgData name="Folajimi, Yetunde" userId="3a54126c-7470-4734-afae-d4449bb90691" providerId="ADAL" clId="{2DF5C04D-A618-4F36-97D9-BEDC91D96E59}" dt="2022-04-13T12:33:27.025" v="47" actId="2696"/>
        <pc:sldMkLst>
          <pc:docMk/>
          <pc:sldMk cId="1514698611" sldId="308"/>
        </pc:sldMkLst>
      </pc:sldChg>
      <pc:sldChg chg="add del">
        <pc:chgData name="Folajimi, Yetunde" userId="3a54126c-7470-4734-afae-d4449bb90691" providerId="ADAL" clId="{2DF5C04D-A618-4F36-97D9-BEDC91D96E59}" dt="2022-04-13T12:33:39.255" v="49"/>
        <pc:sldMkLst>
          <pc:docMk/>
          <pc:sldMk cId="4184194599" sldId="308"/>
        </pc:sldMkLst>
      </pc:sldChg>
      <pc:sldChg chg="modSp add mod">
        <pc:chgData name="Folajimi, Yetunde" userId="3a54126c-7470-4734-afae-d4449bb90691" providerId="ADAL" clId="{2DF5C04D-A618-4F36-97D9-BEDC91D96E59}" dt="2022-04-13T12:22:50.298" v="13" actId="27636"/>
        <pc:sldMkLst>
          <pc:docMk/>
          <pc:sldMk cId="760708038" sldId="316"/>
        </pc:sldMkLst>
        <pc:spChg chg="mod">
          <ac:chgData name="Folajimi, Yetunde" userId="3a54126c-7470-4734-afae-d4449bb90691" providerId="ADAL" clId="{2DF5C04D-A618-4F36-97D9-BEDC91D96E59}" dt="2022-04-13T12:22:50.286" v="12" actId="27636"/>
          <ac:spMkLst>
            <pc:docMk/>
            <pc:sldMk cId="760708038" sldId="316"/>
            <ac:spMk id="2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22:50.298" v="13" actId="27636"/>
          <ac:spMkLst>
            <pc:docMk/>
            <pc:sldMk cId="760708038" sldId="316"/>
            <ac:spMk id="3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2:50.446" v="14" actId="27636"/>
        <pc:sldMkLst>
          <pc:docMk/>
          <pc:sldMk cId="1774013896" sldId="317"/>
        </pc:sldMkLst>
        <pc:spChg chg="mod">
          <ac:chgData name="Folajimi, Yetunde" userId="3a54126c-7470-4734-afae-d4449bb90691" providerId="ADAL" clId="{2DF5C04D-A618-4F36-97D9-BEDC91D96E59}" dt="2022-04-13T12:22:50.446" v="14" actId="27636"/>
          <ac:spMkLst>
            <pc:docMk/>
            <pc:sldMk cId="1774013896" sldId="317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3:53.380" v="17" actId="27636"/>
        <pc:sldMkLst>
          <pc:docMk/>
          <pc:sldMk cId="1081422748" sldId="325"/>
        </pc:sldMkLst>
        <pc:spChg chg="mod">
          <ac:chgData name="Folajimi, Yetunde" userId="3a54126c-7470-4734-afae-d4449bb90691" providerId="ADAL" clId="{2DF5C04D-A618-4F36-97D9-BEDC91D96E59}" dt="2022-04-13T12:23:53.380" v="17" actId="27636"/>
          <ac:spMkLst>
            <pc:docMk/>
            <pc:sldMk cId="1081422748" sldId="325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23:53.379" v="16" actId="27636"/>
          <ac:spMkLst>
            <pc:docMk/>
            <pc:sldMk cId="1081422748" sldId="325"/>
            <ac:spMk id="8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3:53.410" v="18" actId="27636"/>
        <pc:sldMkLst>
          <pc:docMk/>
          <pc:sldMk cId="89002477" sldId="326"/>
        </pc:sldMkLst>
        <pc:spChg chg="mod">
          <ac:chgData name="Folajimi, Yetunde" userId="3a54126c-7470-4734-afae-d4449bb90691" providerId="ADAL" clId="{2DF5C04D-A618-4F36-97D9-BEDC91D96E59}" dt="2022-04-13T12:23:53.410" v="18" actId="27636"/>
          <ac:spMkLst>
            <pc:docMk/>
            <pc:sldMk cId="89002477" sldId="326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3:53.418" v="19" actId="27636"/>
        <pc:sldMkLst>
          <pc:docMk/>
          <pc:sldMk cId="1376965154" sldId="327"/>
        </pc:sldMkLst>
        <pc:spChg chg="mod">
          <ac:chgData name="Folajimi, Yetunde" userId="3a54126c-7470-4734-afae-d4449bb90691" providerId="ADAL" clId="{2DF5C04D-A618-4F36-97D9-BEDC91D96E59}" dt="2022-04-13T12:23:53.418" v="19" actId="27636"/>
          <ac:spMkLst>
            <pc:docMk/>
            <pc:sldMk cId="1376965154" sldId="327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3:53.484" v="20" actId="27636"/>
        <pc:sldMkLst>
          <pc:docMk/>
          <pc:sldMk cId="1570339605" sldId="328"/>
        </pc:sldMkLst>
        <pc:spChg chg="mod">
          <ac:chgData name="Folajimi, Yetunde" userId="3a54126c-7470-4734-afae-d4449bb90691" providerId="ADAL" clId="{2DF5C04D-A618-4F36-97D9-BEDC91D96E59}" dt="2022-04-13T12:23:53.484" v="20" actId="27636"/>
          <ac:spMkLst>
            <pc:docMk/>
            <pc:sldMk cId="1570339605" sldId="328"/>
            <ac:spMk id="2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00.366" v="53" actId="27636"/>
        <pc:sldMkLst>
          <pc:docMk/>
          <pc:sldMk cId="691755389" sldId="329"/>
        </pc:sldMkLst>
        <pc:spChg chg="mod">
          <ac:chgData name="Folajimi, Yetunde" userId="3a54126c-7470-4734-afae-d4449bb90691" providerId="ADAL" clId="{2DF5C04D-A618-4F36-97D9-BEDC91D96E59}" dt="2022-04-13T12:35:00.366" v="53" actId="27636"/>
          <ac:spMkLst>
            <pc:docMk/>
            <pc:sldMk cId="691755389" sldId="329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00.362" v="52" actId="27636"/>
          <ac:spMkLst>
            <pc:docMk/>
            <pc:sldMk cId="691755389" sldId="329"/>
            <ac:spMk id="9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00.458" v="55" actId="27636"/>
        <pc:sldMkLst>
          <pc:docMk/>
          <pc:sldMk cId="1122529290" sldId="330"/>
        </pc:sldMkLst>
        <pc:spChg chg="mod">
          <ac:chgData name="Folajimi, Yetunde" userId="3a54126c-7470-4734-afae-d4449bb90691" providerId="ADAL" clId="{2DF5C04D-A618-4F36-97D9-BEDC91D96E59}" dt="2022-04-13T12:35:00.458" v="55" actId="27636"/>
          <ac:spMkLst>
            <pc:docMk/>
            <pc:sldMk cId="1122529290" sldId="330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00.457" v="54" actId="27636"/>
          <ac:spMkLst>
            <pc:docMk/>
            <pc:sldMk cId="1122529290" sldId="330"/>
            <ac:spMk id="9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00.471" v="57" actId="27636"/>
        <pc:sldMkLst>
          <pc:docMk/>
          <pc:sldMk cId="1395014383" sldId="331"/>
        </pc:sldMkLst>
        <pc:spChg chg="mod">
          <ac:chgData name="Folajimi, Yetunde" userId="3a54126c-7470-4734-afae-d4449bb90691" providerId="ADAL" clId="{2DF5C04D-A618-4F36-97D9-BEDC91D96E59}" dt="2022-04-13T12:35:00.466" v="56" actId="27636"/>
          <ac:spMkLst>
            <pc:docMk/>
            <pc:sldMk cId="1395014383" sldId="331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00.471" v="57" actId="27636"/>
          <ac:spMkLst>
            <pc:docMk/>
            <pc:sldMk cId="1395014383" sldId="331"/>
            <ac:spMk id="9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19.846" v="63" actId="1076"/>
        <pc:sldMkLst>
          <pc:docMk/>
          <pc:sldMk cId="1879988381" sldId="332"/>
        </pc:sldMkLst>
        <pc:spChg chg="mod">
          <ac:chgData name="Folajimi, Yetunde" userId="3a54126c-7470-4734-afae-d4449bb90691" providerId="ADAL" clId="{2DF5C04D-A618-4F36-97D9-BEDC91D96E59}" dt="2022-04-13T12:35:00.479" v="59" actId="27636"/>
          <ac:spMkLst>
            <pc:docMk/>
            <pc:sldMk cId="1879988381" sldId="332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19.846" v="63" actId="1076"/>
          <ac:spMkLst>
            <pc:docMk/>
            <pc:sldMk cId="1879988381" sldId="332"/>
            <ac:spMk id="8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00.478" v="58" actId="27636"/>
          <ac:spMkLst>
            <pc:docMk/>
            <pc:sldMk cId="1879988381" sldId="332"/>
            <ac:spMk id="9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00.484" v="60" actId="27636"/>
        <pc:sldMkLst>
          <pc:docMk/>
          <pc:sldMk cId="161491363" sldId="333"/>
        </pc:sldMkLst>
        <pc:spChg chg="mod">
          <ac:chgData name="Folajimi, Yetunde" userId="3a54126c-7470-4734-afae-d4449bb90691" providerId="ADAL" clId="{2DF5C04D-A618-4F36-97D9-BEDC91D96E59}" dt="2022-04-13T12:35:00.484" v="60" actId="27636"/>
          <ac:spMkLst>
            <pc:docMk/>
            <pc:sldMk cId="161491363" sldId="333"/>
            <ac:spMk id="8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35:10.385" v="62" actId="1076"/>
        <pc:sldMkLst>
          <pc:docMk/>
          <pc:sldMk cId="829327977" sldId="334"/>
        </pc:sldMkLst>
        <pc:spChg chg="mod">
          <ac:chgData name="Folajimi, Yetunde" userId="3a54126c-7470-4734-afae-d4449bb90691" providerId="ADAL" clId="{2DF5C04D-A618-4F36-97D9-BEDC91D96E59}" dt="2022-04-13T12:35:00.585" v="61" actId="27636"/>
          <ac:spMkLst>
            <pc:docMk/>
            <pc:sldMk cId="829327977" sldId="334"/>
            <ac:spMk id="2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35:10.385" v="62" actId="1076"/>
          <ac:spMkLst>
            <pc:docMk/>
            <pc:sldMk cId="829327977" sldId="334"/>
            <ac:spMk id="3" creationId="{00000000-0000-0000-0000-000000000000}"/>
          </ac:spMkLst>
        </pc:spChg>
      </pc:sldChg>
      <pc:sldChg chg="modSp add mod">
        <pc:chgData name="Folajimi, Yetunde" userId="3a54126c-7470-4734-afae-d4449bb90691" providerId="ADAL" clId="{2DF5C04D-A618-4F36-97D9-BEDC91D96E59}" dt="2022-04-13T12:22:02.393" v="9" actId="27636"/>
        <pc:sldMkLst>
          <pc:docMk/>
          <pc:sldMk cId="2075359968" sldId="397"/>
        </pc:sldMkLst>
        <pc:spChg chg="mod">
          <ac:chgData name="Folajimi, Yetunde" userId="3a54126c-7470-4734-afae-d4449bb90691" providerId="ADAL" clId="{2DF5C04D-A618-4F36-97D9-BEDC91D96E59}" dt="2022-04-13T12:22:02.393" v="9" actId="27636"/>
          <ac:spMkLst>
            <pc:docMk/>
            <pc:sldMk cId="2075359968" sldId="397"/>
            <ac:spMk id="2" creationId="{00000000-0000-0000-0000-000000000000}"/>
          </ac:spMkLst>
        </pc:spChg>
      </pc:sldChg>
      <pc:sldChg chg="del">
        <pc:chgData name="Folajimi, Yetunde" userId="3a54126c-7470-4734-afae-d4449bb90691" providerId="ADAL" clId="{2DF5C04D-A618-4F36-97D9-BEDC91D96E59}" dt="2022-04-13T12:14:11.619" v="0" actId="47"/>
        <pc:sldMkLst>
          <pc:docMk/>
          <pc:sldMk cId="2703077332" sldId="397"/>
        </pc:sldMkLst>
      </pc:sldChg>
      <pc:sldChg chg="modSp add mod">
        <pc:chgData name="Folajimi, Yetunde" userId="3a54126c-7470-4734-afae-d4449bb90691" providerId="ADAL" clId="{2DF5C04D-A618-4F36-97D9-BEDC91D96E59}" dt="2022-04-13T12:22:02.411" v="10" actId="27636"/>
        <pc:sldMkLst>
          <pc:docMk/>
          <pc:sldMk cId="1183333346" sldId="398"/>
        </pc:sldMkLst>
        <pc:spChg chg="mod">
          <ac:chgData name="Folajimi, Yetunde" userId="3a54126c-7470-4734-afae-d4449bb90691" providerId="ADAL" clId="{2DF5C04D-A618-4F36-97D9-BEDC91D96E59}" dt="2022-04-13T12:22:02.411" v="10" actId="27636"/>
          <ac:spMkLst>
            <pc:docMk/>
            <pc:sldMk cId="1183333346" sldId="398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33.156" v="36"/>
        <pc:sldMkLst>
          <pc:docMk/>
          <pc:sldMk cId="2158735930" sldId="399"/>
        </pc:sldMkLst>
        <pc:spChg chg="mod">
          <ac:chgData name="Folajimi, Yetunde" userId="3a54126c-7470-4734-afae-d4449bb90691" providerId="ADAL" clId="{2DF5C04D-A618-4F36-97D9-BEDC91D96E59}" dt="2022-04-13T12:24:33.156" v="36"/>
          <ac:spMkLst>
            <pc:docMk/>
            <pc:sldMk cId="2158735930" sldId="399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24:33.156" v="36"/>
          <ac:spMkLst>
            <pc:docMk/>
            <pc:sldMk cId="2158735930" sldId="399"/>
            <ac:spMk id="8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22.261" v="28"/>
        <pc:sldMkLst>
          <pc:docMk/>
          <pc:sldMk cId="3927937888" sldId="399"/>
        </pc:sldMkLst>
        <pc:spChg chg="mod">
          <ac:chgData name="Folajimi, Yetunde" userId="3a54126c-7470-4734-afae-d4449bb90691" providerId="ADAL" clId="{2DF5C04D-A618-4F36-97D9-BEDC91D96E59}" dt="2022-04-13T12:24:22.261" v="28"/>
          <ac:spMkLst>
            <pc:docMk/>
            <pc:sldMk cId="3927937888" sldId="399"/>
            <ac:spMk id="7" creationId="{00000000-0000-0000-0000-000000000000}"/>
          </ac:spMkLst>
        </pc:spChg>
        <pc:spChg chg="mod">
          <ac:chgData name="Folajimi, Yetunde" userId="3a54126c-7470-4734-afae-d4449bb90691" providerId="ADAL" clId="{2DF5C04D-A618-4F36-97D9-BEDC91D96E59}" dt="2022-04-13T12:24:22.261" v="28"/>
          <ac:spMkLst>
            <pc:docMk/>
            <pc:sldMk cId="3927937888" sldId="399"/>
            <ac:spMk id="8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33.156" v="36"/>
        <pc:sldMkLst>
          <pc:docMk/>
          <pc:sldMk cId="589785769" sldId="400"/>
        </pc:sldMkLst>
        <pc:spChg chg="mod">
          <ac:chgData name="Folajimi, Yetunde" userId="3a54126c-7470-4734-afae-d4449bb90691" providerId="ADAL" clId="{2DF5C04D-A618-4F36-97D9-BEDC91D96E59}" dt="2022-04-13T12:24:33.156" v="36"/>
          <ac:spMkLst>
            <pc:docMk/>
            <pc:sldMk cId="589785769" sldId="400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22.261" v="28"/>
        <pc:sldMkLst>
          <pc:docMk/>
          <pc:sldMk cId="3325860331" sldId="400"/>
        </pc:sldMkLst>
        <pc:spChg chg="mod">
          <ac:chgData name="Folajimi, Yetunde" userId="3a54126c-7470-4734-afae-d4449bb90691" providerId="ADAL" clId="{2DF5C04D-A618-4F36-97D9-BEDC91D96E59}" dt="2022-04-13T12:24:22.261" v="28"/>
          <ac:spMkLst>
            <pc:docMk/>
            <pc:sldMk cId="3325860331" sldId="400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33.156" v="36"/>
        <pc:sldMkLst>
          <pc:docMk/>
          <pc:sldMk cId="1376315081" sldId="401"/>
        </pc:sldMkLst>
        <pc:spChg chg="mod">
          <ac:chgData name="Folajimi, Yetunde" userId="3a54126c-7470-4734-afae-d4449bb90691" providerId="ADAL" clId="{2DF5C04D-A618-4F36-97D9-BEDC91D96E59}" dt="2022-04-13T12:24:33.156" v="36"/>
          <ac:spMkLst>
            <pc:docMk/>
            <pc:sldMk cId="1376315081" sldId="401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22.261" v="28"/>
        <pc:sldMkLst>
          <pc:docMk/>
          <pc:sldMk cId="2180788021" sldId="401"/>
        </pc:sldMkLst>
        <pc:spChg chg="mod">
          <ac:chgData name="Folajimi, Yetunde" userId="3a54126c-7470-4734-afae-d4449bb90691" providerId="ADAL" clId="{2DF5C04D-A618-4F36-97D9-BEDC91D96E59}" dt="2022-04-13T12:24:22.261" v="28"/>
          <ac:spMkLst>
            <pc:docMk/>
            <pc:sldMk cId="2180788021" sldId="401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33.156" v="36"/>
        <pc:sldMkLst>
          <pc:docMk/>
          <pc:sldMk cId="4014048214" sldId="402"/>
        </pc:sldMkLst>
        <pc:spChg chg="mod">
          <ac:chgData name="Folajimi, Yetunde" userId="3a54126c-7470-4734-afae-d4449bb90691" providerId="ADAL" clId="{2DF5C04D-A618-4F36-97D9-BEDC91D96E59}" dt="2022-04-13T12:24:33.156" v="36"/>
          <ac:spMkLst>
            <pc:docMk/>
            <pc:sldMk cId="4014048214" sldId="402"/>
            <ac:spMk id="2" creationId="{00000000-0000-0000-0000-000000000000}"/>
          </ac:spMkLst>
        </pc:spChg>
      </pc:sldChg>
      <pc:sldChg chg="modSp add del mod">
        <pc:chgData name="Folajimi, Yetunde" userId="3a54126c-7470-4734-afae-d4449bb90691" providerId="ADAL" clId="{2DF5C04D-A618-4F36-97D9-BEDC91D96E59}" dt="2022-04-13T12:24:22.261" v="28"/>
        <pc:sldMkLst>
          <pc:docMk/>
          <pc:sldMk cId="4105871472" sldId="402"/>
        </pc:sldMkLst>
        <pc:spChg chg="mod">
          <ac:chgData name="Folajimi, Yetunde" userId="3a54126c-7470-4734-afae-d4449bb90691" providerId="ADAL" clId="{2DF5C04D-A618-4F36-97D9-BEDC91D96E59}" dt="2022-04-13T12:24:22.261" v="28"/>
          <ac:spMkLst>
            <pc:docMk/>
            <pc:sldMk cId="4105871472" sldId="402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/>
              <a:t>WIT COMP1050 Computer Science II Course Material by Wentworth</a:t>
            </a:r>
            <a:r>
              <a:rPr lang="en-US" baseline="0"/>
              <a:t> Institute of Technology</a:t>
            </a:r>
            <a:r>
              <a:rPr lang="en-US"/>
              <a:t> (http://www.wit.edu/computer-science) is licensed under a Creative Commons Attribution-</a:t>
            </a:r>
            <a:r>
              <a:rPr lang="en-US" err="1"/>
              <a:t>NonCommercial</a:t>
            </a:r>
            <a:r>
              <a:rPr lang="en-US"/>
              <a:t> 4.0 International License (http://creativecommons.org/licenses/by-nc/4.0/).</a:t>
            </a:r>
            <a:r>
              <a:rPr lang="en-US" sz="1200" b="0" i="0" kern="120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Object-oriented programming (OOP) is a computer programming model that organizes software design around data, or objects, rather than functions and logic. An object can be defined as a data field that has unique attributes and behavior.</a:t>
            </a:r>
          </a:p>
          <a:p>
            <a:endParaRPr lang="en-US"/>
          </a:p>
          <a:p>
            <a:r>
              <a:rPr lang="en-US"/>
              <a:t>OOP focuses on the objects that developers want to manipulate rather than the logic required to manipulate them. This approach to programming is well-suited for programs that are large, complex and actively updated or maintained.</a:t>
            </a:r>
          </a:p>
          <a:p>
            <a:endParaRPr lang="en-US"/>
          </a:p>
          <a:p>
            <a:r>
              <a:rPr lang="en-US"/>
              <a:t>The organization of an object-oriented program also makes the method beneficial to collaborative development, where projects are divided into groups.</a:t>
            </a:r>
          </a:p>
          <a:p>
            <a:endParaRPr lang="en-US"/>
          </a:p>
          <a:p>
            <a:r>
              <a:rPr lang="en-US"/>
              <a:t>Additional benefits of OOP include code reusability, scalability and efficiency. Even when using microservices, developers should continue to apply the principles of OOP.</a:t>
            </a:r>
          </a:p>
          <a:p>
            <a:endParaRPr lang="en-US"/>
          </a:p>
          <a:p>
            <a:r>
              <a:rPr lang="en-US"/>
              <a:t>The first step in OOP is to collect all of the objects a programmer wants to manipulate and identify how they relate to each other -- an exercise often known as data modeling.</a:t>
            </a:r>
          </a:p>
          <a:p>
            <a:endParaRPr lang="en-US"/>
          </a:p>
          <a:p>
            <a:r>
              <a:rPr lang="en-US"/>
              <a:t>Examples of an object can range from physical entities, such as a human being who is described by properties like name and address, down to small computer programs, such as widgets.</a:t>
            </a:r>
          </a:p>
          <a:p>
            <a:endParaRPr lang="en-US"/>
          </a:p>
          <a:p>
            <a:r>
              <a:rPr lang="en-US"/>
              <a:t>Once an object is known, it is labeled with a class of objects that defines the kind of data it contains and any logic sequences that can manipulate it. Each distinct logic sequence is known as a method. Objects can communicate with well-defined interfaces called messages.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3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3E21-D90A-23EF-9CC0-33957EC5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DFB6E-4192-EA5E-7119-8C22CA14F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D95-D0E1-F0BD-B4AE-AF3251C4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Features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programming effort by providing reusable data structures and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type safety and eliminates the need for manually implementing collections.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Interfaces, Classes, and Algorithms.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6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B891-B998-9897-DCC2-6F6B095C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E31D9-951C-AEDD-573A-BAA990138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4C385-9FA8-589A-F040-B8EA349E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dirty="0" err="1"/>
              <a:t>names.add</a:t>
            </a:r>
            <a:r>
              <a:rPr lang="en-US" dirty="0"/>
              <a:t>("Alice");</a:t>
            </a:r>
          </a:p>
          <a:p>
            <a:r>
              <a:rPr lang="en-US" dirty="0" err="1"/>
              <a:t>names.add</a:t>
            </a:r>
            <a:r>
              <a:rPr lang="en-US" dirty="0"/>
              <a:t>("Bob");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27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4A5D9-176B-E1F7-C77C-F287D75C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1ED6D-D71A-5C41-BF3C-5B7F1293E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87ACE-C134-AAEF-EF86-07CEA99C9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53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List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insertion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/>
              <a:t>ArrayList</a:t>
            </a:r>
            <a:r>
              <a:rPr lang="en-US" dirty="0"/>
              <a:t>, LinkedList.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Case: Storing ordered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574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44D6-D2F0-554B-8BC3-1D997594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F0381-296E-954B-FD5D-0B73833F1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9461E-CE87-D95B-EB21-67177BC43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List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insertion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/>
              <a:t>ArrayList</a:t>
            </a:r>
            <a:r>
              <a:rPr lang="en-US" dirty="0"/>
              <a:t>, LinkedList.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Case: Storing ordered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6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F3CC-2119-99F2-5856-B530A9D3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F1EF5-0FE3-5CB6-3EC4-64453EF75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D6F13-9023-F65F-29C3-16B86E214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76391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72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D5CF-0039-9F77-5455-5C44EA98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2F715-43A5-355F-D401-8F7F491C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43503-9A76-A973-1F0F-6D7BB3C05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47496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5CC9-53AA-CB66-5C0C-21B1A36C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35AFA-C973-9EF1-FB1B-BA1C1DD63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05523-2C7D-100A-8992-A8C1D4CF4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38897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C710-025A-529D-ED90-54635B7B9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D8FD6-2031-D0AF-4810-697CE377D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D5240-7EE0-B843-96D9-381BEB32E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2679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8380-2D6A-D499-AB4D-9BC087DA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4D410-8996-20BC-839D-28AB9F2F6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744A6-4D17-7D0C-3FF1-75A21F994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62377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0497-DB43-1FD0-02C4-9A7B45A1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9D093-1A97-5413-3AAF-75ADA7624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CCCB-E4A2-739A-0A36-FE2A005A4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16864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8AFF-1354-1046-934E-1AB5E748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00DBB-3609-5EF6-DAE9-E37DD49B7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6F724-4C08-0842-A8E7-304F5766B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7947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4A38-E932-A74C-3479-BE1E28911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CBB87-5E17-7326-9EC9-9B83A94BC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22A07-F59D-8A64-0F7A-BD8ED1DE7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99593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96AB-3791-11F8-C781-93BA4F3A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2C8A7-6DBD-2EE3-3EE9-3F7A0A43A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21E95-0ED1-393F-2EC3-0862BDDA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40691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0162-F8EA-8DE4-8D0A-60C13A91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78D51-6675-C207-9727-ADF9F20A9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DD098-E7BC-0751-FF20-508BF4A8E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45585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64C0-1CB1-08F0-0051-46DAE563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1C2B3-8508-5F6A-F248-172572874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8085E-564B-07A2-BDCF-F9F8BCDC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28861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4CDB-FAEB-9102-377E-2F821CBC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A4787-0844-269E-EC5B-E69631555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99643-8D59-2B35-98AC-306987A41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39169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335A-5703-12BE-298A-AA9CEAAF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00CCE-AFB0-5B6E-4A6A-B2942AD7D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FE4A3-032E-BA18-E402-DD00761E2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800"/>
              <a:t>: fastest, no key ordering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800"/>
              <a:t>: very fast, insertion order</a:t>
            </a:r>
          </a:p>
          <a:p>
            <a:r>
              <a:rPr lang="en-US" sz="18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800"/>
              <a:t>: fast, order via 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800"/>
              <a:t>/</a:t>
            </a:r>
            <a:r>
              <a:rPr lang="en-US" sz="18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8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8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8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8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8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8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8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64697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E10B5-97C7-9B05-95AC-46D65ECD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A9A3F-4CE3-08BA-42F0-CEB0762C8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90C05-6602-A934-B0EB-EF79413B1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200"/>
              <a:t>: fastest, no key ordering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200"/>
              <a:t>: very fast, insertion order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200"/>
              <a:t>: fast, order via 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200"/>
              <a:t>/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2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2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2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2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2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2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1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6A590-BBA8-1B0C-E706-5C07D70F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897AB-D72A-AC9C-312D-AA4200B0E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5AB52-C820-3687-4B41-2A848C882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Entry interface </a:t>
            </a:r>
            <a:r>
              <a:rPr lang="en-US" b="0" i="0">
                <a:solidFill>
                  <a:srgbClr val="040C28"/>
                </a:solidFill>
                <a:effectLst/>
                <a:latin typeface="Google Sans"/>
              </a:rPr>
              <a:t>enables you to work with a map entry</a:t>
            </a:r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The </a:t>
            </a:r>
            <a:r>
              <a:rPr lang="en-US" b="0" i="0" err="1">
                <a:solidFill>
                  <a:srgbClr val="202124"/>
                </a:solidFill>
                <a:effectLst/>
                <a:latin typeface="Google Sans"/>
              </a:rPr>
              <a:t>entrySet</a:t>
            </a:r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( ) method declared by the Map interface returns a Set containing the map entries. </a:t>
            </a:r>
          </a:p>
          <a:p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Each of these set elements is a Map</a:t>
            </a:r>
            <a:endParaRPr lang="en-US" sz="1200" b="1">
              <a:latin typeface="Consolas" charset="0"/>
              <a:ea typeface="Consolas" charset="0"/>
              <a:cs typeface="Consolas" charset="0"/>
            </a:endParaRPr>
          </a:p>
          <a:p>
            <a:endParaRPr lang="en-US" sz="1200" b="1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200"/>
              <a:t>: fastest, no key ordering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200"/>
              <a:t>: very fast, insertion order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200"/>
              <a:t>: fast, order via 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200"/>
              <a:t>/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2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2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2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2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2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2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469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FAE13-EBEF-5CE0-D933-1D21A583D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88EEB-0ED8-F528-EB2B-0D4D5EDAC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B8B34-B44E-27A8-3C43-37C9EDD89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200"/>
              <a:t>: fastest, no key ordering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200"/>
              <a:t>: very fast, insertion order</a:t>
            </a:r>
          </a:p>
          <a:p>
            <a:r>
              <a:rPr lang="en-US" sz="1200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200"/>
              <a:t>: fast, order via 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1200"/>
              <a:t>/</a:t>
            </a:r>
            <a:r>
              <a:rPr lang="en-US" sz="1200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FFFFFF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2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2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2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2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2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2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94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5D8E-CADD-889F-945E-7EAFB9D1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019EE-CF57-18B3-D339-D84570EBA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1C71B-63E0-67E7-CF24-46F002C75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09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B372-5683-444A-BE0C-5E22A29A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2CE93-646D-64A0-DB53-6C038A297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4FFE-6212-E2A5-186F-4888ADDF9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List      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</a:t>
            </a:r>
            <a:r>
              <a:rPr lang="en-US" sz="1200" b="1" i="0" u="none" strike="noStrike" kern="1200" baseline="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sequence; access via index, search       </a:t>
            </a:r>
            <a:r>
              <a:rPr lang="en-US" sz="1200" b="1" i="0" u="none" strike="noStrike" kern="1200" err="1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 </a:t>
            </a:r>
            <a:r>
              <a:rPr lang="en-US" sz="1200" b="1" i="0" u="none" strike="noStrike" kern="1200">
                <a:solidFill>
                  <a:srgbClr val="FFFFFF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push, pop, peek (i.e. </a:t>
            </a:r>
            <a:r>
              <a:rPr lang="en-US" sz="1200" b="1" i="1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LIFO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         Stack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Set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Distinct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objects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no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duplicates)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Linked/HashSet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,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</a:t>
            </a:r>
            <a:r>
              <a:rPr lang="en-US" sz="1200" b="1" i="0" u="none" strike="noStrike" kern="1200" baseline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TreeSet</a:t>
            </a:r>
            <a:endParaRPr lang="en-US" sz="1200" b="1" i="0" u="none" strike="noStrike" kern="1200" baseline="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Queue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Hold elements in line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(i.e. </a:t>
            </a:r>
            <a:r>
              <a:rPr lang="en-US" sz="1200" b="1" i="1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FIFO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)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LinkedList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custom ordering  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PriorityQueue</a:t>
            </a:r>
            <a:endParaRPr lang="en-US" sz="1200" b="1" i="0" u="none" strike="noStrike" kern="1200">
              <a:solidFill>
                <a:srgbClr val="000000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Map          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Associate two objects    </a:t>
            </a:r>
            <a:r>
              <a:rPr lang="en-US" sz="1200" b="1" i="0" u="none" strike="noStrike" kern="1200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HashMap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+ ordered</a:t>
            </a:r>
            <a:r>
              <a:rPr lang="en-US" sz="1200" b="0" i="0" u="none" strike="noStrike" kern="1200" baseline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msmincho"/>
                <a:cs typeface="msmincho"/>
              </a:rPr>
              <a:t> iteration     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LinkedHashMap</a:t>
            </a:r>
            <a:r>
              <a:rPr lang="en-US" sz="1200" b="0" i="0" u="none" strike="noStrike" kern="120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0" u="none" strike="noStrike" kern="12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TreeMap</a:t>
            </a:r>
            <a:endParaRPr lang="en-US" sz="1200" b="0" i="0" u="none" strike="noStrike">
              <a:effectLst/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409293"/>
            <a:ext cx="9072563" cy="5343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9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7655-7F97-7346-8624-545EB5EDC047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8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4"/>
            <a:r>
              <a:rPr lang="en-US"/>
              <a:t>Sixth Outline Level</a:t>
            </a:r>
          </a:p>
          <a:p>
            <a:pPr lvl="4"/>
            <a:r>
              <a:rPr lang="en-US"/>
              <a:t>Seventh Outline Level</a:t>
            </a:r>
          </a:p>
          <a:p>
            <a:pPr lvl="4"/>
            <a:r>
              <a:rPr lang="en-US"/>
              <a:t>Eighth Outline Level</a:t>
            </a:r>
          </a:p>
          <a:p>
            <a:pPr lvl="4"/>
            <a:r>
              <a:rPr lang="en-US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4"/>
            <a:r>
              <a:rPr lang="en-US"/>
              <a:t>Sixth Outline Level</a:t>
            </a:r>
          </a:p>
          <a:p>
            <a:pPr lvl="4"/>
            <a:r>
              <a:rPr lang="en-US"/>
              <a:t>Seventh Outline Level</a:t>
            </a:r>
          </a:p>
          <a:p>
            <a:pPr lvl="4"/>
            <a:r>
              <a:rPr lang="en-US"/>
              <a:t>Eighth Outline Level</a:t>
            </a:r>
          </a:p>
          <a:p>
            <a:pPr lvl="4"/>
            <a:r>
              <a:rPr lang="en-US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JavaFX - Wikipedia">
            <a:extLst>
              <a:ext uri="{FF2B5EF4-FFF2-40B4-BE49-F238E27FC236}">
                <a16:creationId xmlns:a16="http://schemas.microsoft.com/office/drawing/2014/main" id="{C4F2A3C2-FF83-411C-B1E4-9A419463B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48"/>
          <a:stretch/>
        </p:blipFill>
        <p:spPr bwMode="auto">
          <a:xfrm>
            <a:off x="1839912" y="2179637"/>
            <a:ext cx="5771901" cy="373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itle 2">
            <a:extLst>
              <a:ext uri="{FF2B5EF4-FFF2-40B4-BE49-F238E27FC236}">
                <a16:creationId xmlns:a16="http://schemas.microsoft.com/office/drawing/2014/main" id="{264A7E7F-CD34-4F8F-AB3C-77115DCC7840}"/>
              </a:ext>
            </a:extLst>
          </p:cNvPr>
          <p:cNvSpPr txBox="1">
            <a:spLocks/>
          </p:cNvSpPr>
          <p:nvPr/>
        </p:nvSpPr>
        <p:spPr bwMode="auto">
          <a:xfrm>
            <a:off x="4354512" y="1951037"/>
            <a:ext cx="48006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3600">
                <a:solidFill>
                  <a:srgbClr val="82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2pPr>
            <a:lvl3pPr marL="11430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3pPr>
            <a:lvl4pPr marL="16002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4pPr>
            <a:lvl5pPr marL="20574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5pPr>
            <a:lvl6pPr marL="25146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6pPr>
            <a:lvl7pPr marL="29718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7pPr>
            <a:lvl8pPr marL="34290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8pPr>
            <a:lvl9pPr marL="3886200" indent="-228600" algn="ctr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Comic Sans MS" charset="0"/>
                <a:ea typeface="msmincho" charset="0"/>
                <a:cs typeface="msmincho" charset="0"/>
              </a:defRPr>
            </a:lvl9pPr>
          </a:lstStyle>
          <a:p>
            <a:pPr algn="l"/>
            <a:r>
              <a:rPr lang="en-US" sz="4800" kern="0"/>
              <a:t>Java Collection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1446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Data Structure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A </a:t>
            </a:r>
            <a:r>
              <a:rPr lang="en-US" b="1"/>
              <a:t>data structure</a:t>
            </a:r>
            <a:r>
              <a:rPr lang="en-US"/>
              <a:t> is a collection of data organized in some fashion</a:t>
            </a:r>
          </a:p>
          <a:p>
            <a:r>
              <a:rPr lang="en-US"/>
              <a:t>The structure not only stores data but also supports operations for accessing/manipulating the data</a:t>
            </a:r>
          </a:p>
          <a:p>
            <a:r>
              <a:rPr lang="en-US"/>
              <a:t>Java provides several data structures that can be used to organize/manipulate data efficiently in the </a:t>
            </a:r>
            <a:r>
              <a:rPr lang="en-US" b="1"/>
              <a:t>Java Collections Framework</a:t>
            </a:r>
          </a:p>
        </p:txBody>
      </p:sp>
    </p:spTree>
    <p:extLst>
      <p:ext uri="{BB962C8B-B14F-4D97-AF65-F5344CB8AC3E}">
        <p14:creationId xmlns:p14="http://schemas.microsoft.com/office/powerpoint/2010/main" val="97470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C3E2-EFAD-E3E7-0ABC-FD3DD67E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2674-7FB5-882E-D126-D41563FE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Java Collections Framework (JCF)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0DE78-793B-1F5D-79F4-E6A208B0E3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The Java Collections Framework (JCF) is a unified architecture for storing and manipulating groups of objects in Java.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Reduces programming effort by providing reusable data structures and algorithms.</a:t>
            </a:r>
          </a:p>
          <a:p>
            <a:pPr lvl="1"/>
            <a:r>
              <a:rPr lang="en-US" dirty="0"/>
              <a:t>Provides type safety and eliminates the need for manually implementing collections.</a:t>
            </a:r>
          </a:p>
          <a:p>
            <a:pPr lvl="1"/>
            <a:r>
              <a:rPr lang="en-US" dirty="0"/>
              <a:t>Includes Interfaces, Classes, and Algorithms.</a:t>
            </a:r>
          </a:p>
          <a:p>
            <a:r>
              <a:rPr lang="en-US" dirty="0"/>
              <a:t>JCF supports two types of containers:</a:t>
            </a:r>
          </a:p>
          <a:p>
            <a:pPr lvl="1"/>
            <a:r>
              <a:rPr lang="en-US" dirty="0"/>
              <a:t>Storing a collection of elements (</a:t>
            </a:r>
            <a:r>
              <a:rPr lang="en-US" b="1" dirty="0"/>
              <a:t>collection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Storing key/value pairs (</a:t>
            </a:r>
            <a:r>
              <a:rPr lang="en-US" b="1" dirty="0"/>
              <a:t>map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08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EBA8-4F4F-7336-50B1-7E6C325B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EA52-103C-2D94-6173-81099051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CADA-3AD0-268D-7D1E-627E687347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final Collection&lt;String&gt; c = new 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c.add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("New York");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c.add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("Atlanta");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c.add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("Dallas");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c.add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("Madison");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242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final Iterator&lt;String&gt; 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c.iterator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while(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i.hasNext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("%s ", 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i.next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().</a:t>
            </a: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toUpperCase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25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425" b="1">
                <a:latin typeface="Consolas" charset="0"/>
                <a:ea typeface="Consolas" charset="0"/>
                <a:cs typeface="Consolas" charset="0"/>
              </a:rPr>
              <a:t>("- done!%n");</a:t>
            </a:r>
          </a:p>
        </p:txBody>
      </p:sp>
    </p:spTree>
    <p:extLst>
      <p:ext uri="{BB962C8B-B14F-4D97-AF65-F5344CB8AC3E}">
        <p14:creationId xmlns:p14="http://schemas.microsoft.com/office/powerpoint/2010/main" val="266442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B9E8-A72E-47CB-E802-916576EC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BE72-1278-33C5-7A54-CF344D6A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foreach</a:t>
            </a:r>
            <a:r>
              <a:rPr lang="en-US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DC410-4781-C432-09DA-21B82E35A1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Any type that implements </a:t>
            </a:r>
            <a:r>
              <a:rPr lang="en-US" err="1"/>
              <a:t>Iterable</a:t>
            </a:r>
            <a:r>
              <a:rPr lang="en-US"/>
              <a:t> can be iterated over via the </a:t>
            </a:r>
            <a:r>
              <a:rPr lang="en-US" err="1"/>
              <a:t>foreach</a:t>
            </a:r>
            <a:r>
              <a:rPr lang="en-US"/>
              <a:t> loop:</a:t>
            </a:r>
          </a:p>
          <a:p>
            <a:endParaRPr 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46" b="1">
                <a:latin typeface="Consolas" charset="0"/>
                <a:ea typeface="Consolas" charset="0"/>
                <a:cs typeface="Consolas" charset="0"/>
              </a:rPr>
              <a:t>for (String s : c)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46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646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646" b="1">
                <a:latin typeface="Consolas" charset="0"/>
                <a:ea typeface="Consolas" charset="0"/>
                <a:cs typeface="Consolas" charset="0"/>
              </a:rPr>
              <a:t>("%s ", </a:t>
            </a:r>
            <a:r>
              <a:rPr lang="en-US" sz="2646" b="1" err="1">
                <a:latin typeface="Consolas" charset="0"/>
                <a:ea typeface="Consolas" charset="0"/>
                <a:cs typeface="Consolas" charset="0"/>
              </a:rPr>
              <a:t>s.toUpperCase</a:t>
            </a:r>
            <a:r>
              <a:rPr lang="en-US" sz="2646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46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347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FC6D-7371-3973-CF1F-C7A7F6B1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0471-0B87-3697-4A22-E9997E8C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JCF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3137-C7FF-919D-85C8-1BB5D00A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Interfaces:</a:t>
            </a:r>
          </a:p>
          <a:p>
            <a:pPr lvl="1"/>
            <a:r>
              <a:rPr lang="en-US" dirty="0"/>
              <a:t>Collection: The root interface for most collections.</a:t>
            </a:r>
          </a:p>
          <a:p>
            <a:pPr lvl="1"/>
            <a:r>
              <a:rPr lang="en-US" dirty="0"/>
              <a:t>List: Ordered collection (e.g., </a:t>
            </a:r>
            <a:r>
              <a:rPr lang="en-US" dirty="0" err="1"/>
              <a:t>ArrayList</a:t>
            </a:r>
            <a:r>
              <a:rPr lang="en-US" dirty="0"/>
              <a:t>, LinkedList).</a:t>
            </a:r>
          </a:p>
          <a:p>
            <a:pPr lvl="1"/>
            <a:r>
              <a:rPr lang="en-US" dirty="0"/>
              <a:t>Set: Unordered collection with unique elements (e.g., HashSet, </a:t>
            </a:r>
            <a:r>
              <a:rPr lang="en-US" dirty="0" err="1"/>
              <a:t>TreeSet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Queue: Ordered collection for processing (e.g., </a:t>
            </a:r>
            <a:r>
              <a:rPr lang="en-US" dirty="0" err="1"/>
              <a:t>PriorityQueue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Map: Key-value pairs (e.g., HashMap, </a:t>
            </a:r>
            <a:r>
              <a:rPr lang="en-US" dirty="0" err="1"/>
              <a:t>TreeMap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20923-0A35-A7EE-884D-4D218685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6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JCF Hierarchy (1)</a:t>
            </a:r>
          </a:p>
        </p:txBody>
      </p:sp>
      <p:pic>
        <p:nvPicPr>
          <p:cNvPr id="7" name="Picture 9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2028995"/>
            <a:ext cx="9071610" cy="410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2295960" y="6217144"/>
            <a:ext cx="3286447" cy="7630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46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Why this distinction?</a:t>
            </a:r>
          </a:p>
        </p:txBody>
      </p:sp>
    </p:spTree>
    <p:extLst>
      <p:ext uri="{BB962C8B-B14F-4D97-AF65-F5344CB8AC3E}">
        <p14:creationId xmlns:p14="http://schemas.microsoft.com/office/powerpoint/2010/main" val="1784620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JCF Hierarchy (2)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04507" y="2936897"/>
            <a:ext cx="9071610" cy="228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Collection</a:t>
            </a:r>
            <a:r>
              <a:rPr lang="en-US"/>
              <a:t> Interface</a:t>
            </a:r>
          </a:p>
        </p:txBody>
      </p:sp>
      <p:pic>
        <p:nvPicPr>
          <p:cNvPr id="7" name="Picture 1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273" y="1408690"/>
            <a:ext cx="7470078" cy="534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847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12E0-22FF-5776-A12D-49BD3A88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4030-862C-892B-52F2-E836C6704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List:</a:t>
            </a:r>
          </a:p>
          <a:p>
            <a:pPr lvl="1"/>
            <a:r>
              <a:rPr lang="en-US"/>
              <a:t>Maintains insertion order.</a:t>
            </a:r>
          </a:p>
          <a:p>
            <a:pPr lvl="1"/>
            <a:r>
              <a:rPr lang="en-US"/>
              <a:t>Example: ArrayList, LinkedList.</a:t>
            </a:r>
          </a:p>
          <a:p>
            <a:pPr lvl="1"/>
            <a:r>
              <a:rPr lang="en-US"/>
              <a:t>Use Case: Storing ordered data.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B2077-CAAE-B410-0881-A34FC47E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4FAE1-6CEC-8E07-9BDB-677400F28C45}"/>
              </a:ext>
            </a:extLst>
          </p:cNvPr>
          <p:cNvSpPr txBox="1"/>
          <p:nvPr/>
        </p:nvSpPr>
        <p:spPr>
          <a:xfrm>
            <a:off x="1381540" y="3905285"/>
            <a:ext cx="5132566" cy="1540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r>
              <a:rPr lang="en-US" dirty="0" err="1"/>
              <a:t>names.add</a:t>
            </a:r>
            <a:r>
              <a:rPr lang="en-US" dirty="0"/>
              <a:t>("Alice");</a:t>
            </a:r>
          </a:p>
          <a:p>
            <a:r>
              <a:rPr lang="en-US" dirty="0" err="1"/>
              <a:t>names.add</a:t>
            </a:r>
            <a:r>
              <a:rPr lang="en-US" dirty="0"/>
              <a:t>("Bob");</a:t>
            </a:r>
          </a:p>
        </p:txBody>
      </p:sp>
    </p:spTree>
    <p:extLst>
      <p:ext uri="{BB962C8B-B14F-4D97-AF65-F5344CB8AC3E}">
        <p14:creationId xmlns:p14="http://schemas.microsoft.com/office/powerpoint/2010/main" val="243537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CEA6D-35EE-4C10-DF4D-8942E411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C1B2-27C3-0F78-4E7F-CE449500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D6108-75EE-E4EB-B809-D55E36E50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Set:</a:t>
            </a:r>
          </a:p>
          <a:p>
            <a:pPr lvl="1"/>
            <a:r>
              <a:rPr lang="en-US" dirty="0"/>
              <a:t>No duplicate elements.</a:t>
            </a:r>
          </a:p>
          <a:p>
            <a:pPr lvl="1"/>
            <a:r>
              <a:rPr lang="en-US" dirty="0"/>
              <a:t>Example: HashSet, </a:t>
            </a:r>
            <a:r>
              <a:rPr lang="en-US" dirty="0" err="1"/>
              <a:t>TreeSet.Use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Case: Storing unique IDs.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CDC99-364C-6FAE-B300-74312F7D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44AFC-768E-1F7F-A8BD-E436E4C66F6C}"/>
              </a:ext>
            </a:extLst>
          </p:cNvPr>
          <p:cNvSpPr txBox="1"/>
          <p:nvPr/>
        </p:nvSpPr>
        <p:spPr>
          <a:xfrm>
            <a:off x="1381540" y="3905285"/>
            <a:ext cx="5132566" cy="117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Set&lt;Integer&gt; ids = new HashSet&lt;&gt;();</a:t>
            </a:r>
          </a:p>
          <a:p>
            <a:r>
              <a:rPr lang="en-US" dirty="0" err="1"/>
              <a:t>ids.add</a:t>
            </a:r>
            <a:r>
              <a:rPr lang="en-US" dirty="0"/>
              <a:t>(1);</a:t>
            </a:r>
          </a:p>
          <a:p>
            <a:r>
              <a:rPr lang="en-US" dirty="0" err="1"/>
              <a:t>ids.add</a:t>
            </a:r>
            <a:r>
              <a:rPr lang="en-US" dirty="0"/>
              <a:t>(2);</a:t>
            </a:r>
          </a:p>
        </p:txBody>
      </p:sp>
    </p:spTree>
    <p:extLst>
      <p:ext uri="{BB962C8B-B14F-4D97-AF65-F5344CB8AC3E}">
        <p14:creationId xmlns:p14="http://schemas.microsoft.com/office/powerpoint/2010/main" val="400092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6BF8-5339-175F-87C6-7D2006A5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FFB3-D22E-E8EE-AF98-EEB10E52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83316-9F67-0F5C-E8E9-80DAC430F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Map:</a:t>
            </a:r>
          </a:p>
          <a:p>
            <a:pPr lvl="1"/>
            <a:r>
              <a:rPr lang="en-US" dirty="0"/>
              <a:t>Stores key-value pairs.</a:t>
            </a:r>
          </a:p>
          <a:p>
            <a:pPr lvl="1"/>
            <a:r>
              <a:rPr lang="en-US" dirty="0"/>
              <a:t>Example: HashMap, </a:t>
            </a:r>
            <a:r>
              <a:rPr lang="en-US" dirty="0" err="1"/>
              <a:t>TreeMap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Use Case: Storing a phone directory..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DBEA-9073-3D35-8008-917AE14D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ABECC-C939-18F4-F492-A953284F5DC4}"/>
              </a:ext>
            </a:extLst>
          </p:cNvPr>
          <p:cNvSpPr txBox="1"/>
          <p:nvPr/>
        </p:nvSpPr>
        <p:spPr>
          <a:xfrm>
            <a:off x="1381539" y="3905285"/>
            <a:ext cx="7778363" cy="117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Map&lt;String, String&gt; </a:t>
            </a:r>
            <a:r>
              <a:rPr lang="en-US" dirty="0" err="1"/>
              <a:t>phoneBook</a:t>
            </a:r>
            <a:r>
              <a:rPr lang="en-US" dirty="0"/>
              <a:t> = new HashMap&lt;&gt;();</a:t>
            </a:r>
          </a:p>
          <a:p>
            <a:r>
              <a:rPr lang="en-US" dirty="0" err="1"/>
              <a:t>phoneBook.put</a:t>
            </a:r>
            <a:r>
              <a:rPr lang="en-US" dirty="0"/>
              <a:t>("Alice", "123-456");</a:t>
            </a:r>
          </a:p>
          <a:p>
            <a:r>
              <a:rPr lang="en-US" dirty="0" err="1"/>
              <a:t>phoneBook.put</a:t>
            </a:r>
            <a:r>
              <a:rPr lang="en-US" dirty="0"/>
              <a:t>("Bob", "987-654");</a:t>
            </a:r>
          </a:p>
        </p:txBody>
      </p:sp>
    </p:spTree>
    <p:extLst>
      <p:ext uri="{BB962C8B-B14F-4D97-AF65-F5344CB8AC3E}">
        <p14:creationId xmlns:p14="http://schemas.microsoft.com/office/powerpoint/2010/main" val="4024124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2444-317B-5F51-AD4A-80542EE3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JCF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87698-D2B6-5DE3-F42E-4C2801F3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Standardized API: Consistent and reusable interfaces.</a:t>
            </a:r>
          </a:p>
          <a:p>
            <a:r>
              <a:rPr lang="en-US" sz="2400" dirty="0"/>
              <a:t>Type Safety: Generics reduce runtime errors.</a:t>
            </a:r>
          </a:p>
          <a:p>
            <a:r>
              <a:rPr lang="en-US" sz="2400" dirty="0"/>
              <a:t>Performance: Efficient data structures for different use cases.</a:t>
            </a:r>
          </a:p>
          <a:p>
            <a:r>
              <a:rPr lang="en-US" sz="2400" dirty="0"/>
              <a:t>Algorithms: Built-in methods like sorting and searching.</a:t>
            </a:r>
          </a:p>
          <a:p>
            <a:r>
              <a:rPr lang="en-US" sz="2400" dirty="0"/>
              <a:t>Example: Sorting a list: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14A13-E5BC-61DB-4188-34B021A1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4063F-9849-316F-2A74-C740DFD961FD}"/>
              </a:ext>
            </a:extLst>
          </p:cNvPr>
          <p:cNvSpPr txBox="1"/>
          <p:nvPr/>
        </p:nvSpPr>
        <p:spPr>
          <a:xfrm>
            <a:off x="1453101" y="3779837"/>
            <a:ext cx="6991183" cy="1540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List&lt;Integer&gt; numbers = </a:t>
            </a:r>
            <a:r>
              <a:rPr lang="en-US" dirty="0" err="1"/>
              <a:t>Arrays.asList</a:t>
            </a:r>
            <a:r>
              <a:rPr lang="en-US" dirty="0"/>
              <a:t>(5, 2, 8);</a:t>
            </a:r>
          </a:p>
          <a:p>
            <a:r>
              <a:rPr lang="en-US" dirty="0" err="1"/>
              <a:t>Collections.sort</a:t>
            </a:r>
            <a:r>
              <a:rPr lang="en-US" dirty="0"/>
              <a:t>(numbers);</a:t>
            </a:r>
          </a:p>
          <a:p>
            <a:r>
              <a:rPr lang="en-US" dirty="0" err="1"/>
              <a:t>System.out.println</a:t>
            </a:r>
            <a:r>
              <a:rPr lang="en-US" dirty="0"/>
              <a:t>(numbers);  // Output: [2, 5, 8]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830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AB58-33A6-1F64-2678-69178032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3D0C3-A67A-2512-132C-D0854FE2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AD106-C668-DDFC-D6DB-75A01B914EEA}"/>
              </a:ext>
            </a:extLst>
          </p:cNvPr>
          <p:cNvSpPr txBox="1"/>
          <p:nvPr/>
        </p:nvSpPr>
        <p:spPr>
          <a:xfrm>
            <a:off x="443797" y="1656243"/>
            <a:ext cx="5988808" cy="540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import </a:t>
            </a:r>
            <a:r>
              <a:rPr lang="en-US" sz="1600" dirty="0" err="1"/>
              <a:t>java.util</a:t>
            </a:r>
            <a:r>
              <a:rPr lang="en-US" sz="1600" dirty="0"/>
              <a:t>.*;</a:t>
            </a:r>
          </a:p>
          <a:p>
            <a:endParaRPr lang="en-US" sz="1600" dirty="0"/>
          </a:p>
          <a:p>
            <a:r>
              <a:rPr lang="en-US" sz="1600" dirty="0"/>
              <a:t>public class </a:t>
            </a:r>
            <a:r>
              <a:rPr lang="en-US" sz="1600" dirty="0" err="1"/>
              <a:t>CollectionExample</a:t>
            </a:r>
            <a:r>
              <a:rPr lang="en-US" sz="1600" dirty="0"/>
              <a:t> {</a:t>
            </a:r>
          </a:p>
          <a:p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List&lt;String&gt; list = new </a:t>
            </a:r>
            <a:r>
              <a:rPr lang="en-US" sz="1600" dirty="0" err="1"/>
              <a:t>ArrayList</a:t>
            </a:r>
            <a:r>
              <a:rPr lang="en-US" sz="1600" dirty="0"/>
              <a:t>&lt;&gt;();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list.add</a:t>
            </a:r>
            <a:r>
              <a:rPr lang="en-US" sz="1600" dirty="0"/>
              <a:t>("Apple");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list.add</a:t>
            </a:r>
            <a:r>
              <a:rPr lang="en-US" sz="1600" dirty="0"/>
              <a:t>("Banana");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list.add</a:t>
            </a:r>
            <a:r>
              <a:rPr lang="en-US" sz="1600" dirty="0"/>
              <a:t>("Cherry");</a:t>
            </a:r>
          </a:p>
          <a:p>
            <a:endParaRPr lang="en-US" sz="1600" dirty="0"/>
          </a:p>
          <a:p>
            <a:r>
              <a:rPr lang="en-US" sz="1600" dirty="0"/>
              <a:t>        Set&lt;Integer&gt; set = new HashSet&lt;&gt;();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set.add</a:t>
            </a:r>
            <a:r>
              <a:rPr lang="en-US" sz="1600" dirty="0"/>
              <a:t>(10);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set.add</a:t>
            </a:r>
            <a:r>
              <a:rPr lang="en-US" sz="1600" dirty="0"/>
              <a:t>(20);</a:t>
            </a:r>
          </a:p>
          <a:p>
            <a:endParaRPr lang="en-US" sz="1600" dirty="0"/>
          </a:p>
          <a:p>
            <a:r>
              <a:rPr lang="en-US" sz="1600" dirty="0"/>
              <a:t>        Map&lt;String, Integer&gt; map = new HashMap&lt;&gt;();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map.put</a:t>
            </a:r>
            <a:r>
              <a:rPr lang="en-US" sz="1600" dirty="0"/>
              <a:t>("Alice", 25);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map.put</a:t>
            </a:r>
            <a:r>
              <a:rPr lang="en-US" sz="1600" dirty="0"/>
              <a:t>("Bob", 30);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("List: " + list);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("Set: " + set);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("Map: " + map);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282DB-D06C-DADD-C8E7-250E8E9101A3}"/>
              </a:ext>
            </a:extLst>
          </p:cNvPr>
          <p:cNvSpPr txBox="1"/>
          <p:nvPr/>
        </p:nvSpPr>
        <p:spPr>
          <a:xfrm>
            <a:off x="5040312" y="1817238"/>
            <a:ext cx="4681841" cy="2263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       Map&lt;String, Integer&gt; map = new HashMap&lt;&gt;();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map.put</a:t>
            </a:r>
            <a:r>
              <a:rPr lang="en-US" sz="1600" dirty="0"/>
              <a:t>("Alice", 25);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map.put</a:t>
            </a:r>
            <a:r>
              <a:rPr lang="en-US" sz="1600" dirty="0"/>
              <a:t>("Bob", 30);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("List: " + list);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("Set: " + set);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("Map: " + map);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212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DC2E-1DA4-4CE4-B2A5-B74EA4D0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BC3B-D917-EACA-C08A-83900164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514C-7729-1DAE-616C-7C962655239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Use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/>
              <a:t> to store the following items and assign it to the variable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myCollection</a:t>
            </a:r>
            <a:r>
              <a:rPr lang="en-US"/>
              <a:t> of type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Collection</a:t>
            </a:r>
          </a:p>
          <a:p>
            <a:pPr lvl="1"/>
            <a:r>
              <a:rPr lang="en-US"/>
              <a:t>Pineapple, Banana, Orange, Apple, Watermelon</a:t>
            </a:r>
          </a:p>
          <a:p>
            <a:r>
              <a:rPr lang="en-US"/>
              <a:t>Use an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Iterator</a:t>
            </a:r>
            <a:r>
              <a:rPr lang="en-US"/>
              <a:t> to traverse all items in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myCollection</a:t>
            </a:r>
            <a:r>
              <a:rPr lang="en-US"/>
              <a:t> and print out items that contain “an”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2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B0EB-830C-1755-DC5C-ADF638B1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F5B8-A37B-8C49-D83D-35625C48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8FFA0-EAF2-EB18-CE66-CDBF92374F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final Collection&lt;String&gt;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 = new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myCollection.add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("Pineapple");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myCollection.add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("Banana");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myCollection.add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("Orange");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myCollection.add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("Apple");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myCollection.add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("Watermelon");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2094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final Iterator&lt;String&gt;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myIterator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myCollection.iterator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while(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myIterator.hasNext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	final String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str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myIterator.next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str.toLowerCase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().contains("an"))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2094" b="1" err="1">
                <a:latin typeface="Consolas" charset="0"/>
                <a:ea typeface="Consolas" charset="0"/>
                <a:cs typeface="Consolas" charset="0"/>
              </a:rPr>
              <a:t>str</a:t>
            </a: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94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9646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550AC-3A1F-DD4A-A56B-864F9915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71E5-2DDE-A206-DCE6-B423CE95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All the Useful!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E3F4A6-6F8B-E5E0-D437-C77DB4E7B0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507" y="1408690"/>
          <a:ext cx="9071611" cy="387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782"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What</a:t>
                      </a:r>
                      <a:r>
                        <a:rPr lang="en-US" sz="2000" baseline="0"/>
                        <a:t> is</a:t>
                      </a:r>
                      <a:r>
                        <a:rPr lang="en-US" sz="2000"/>
                        <a:t> it good for*?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Implementations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List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</a:t>
                      </a:r>
                      <a:r>
                        <a:rPr lang="en-US" sz="2000" baseline="0"/>
                        <a:t> sequence; access via index, search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ArrayList</a:t>
                      </a:r>
                      <a:r>
                        <a:rPr lang="en-US" sz="2000"/>
                        <a:t>, </a:t>
                      </a:r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Vector</a:t>
                      </a:r>
                      <a:r>
                        <a:rPr lang="en-US" sz="2000"/>
                        <a:t>, 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LinkedList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push, pop, peek (i.e. </a:t>
                      </a:r>
                      <a:r>
                        <a:rPr lang="en-US" sz="2000" b="1" i="1"/>
                        <a:t>LIFO</a:t>
                      </a:r>
                      <a:r>
                        <a:rPr lang="en-US" sz="2000"/>
                        <a:t>)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Stack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Set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Distinct</a:t>
                      </a:r>
                      <a:r>
                        <a:rPr lang="en-US" sz="2000" baseline="0"/>
                        <a:t> objects</a:t>
                      </a:r>
                      <a:r>
                        <a:rPr lang="en-US" sz="2000"/>
                        <a:t> (i.e. no</a:t>
                      </a:r>
                      <a:r>
                        <a:rPr lang="en-US" sz="2000" baseline="0"/>
                        <a:t> duplicates)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Linked/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HashSet</a:t>
                      </a:r>
                      <a:r>
                        <a:rPr lang="en-US" sz="2000"/>
                        <a:t>,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 b="1" baseline="0" err="1">
                          <a:latin typeface="Consolas" charset="0"/>
                          <a:ea typeface="Consolas" charset="0"/>
                          <a:cs typeface="Consolas" charset="0"/>
                        </a:rPr>
                        <a:t>TreeSet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Queue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Hold elements in line</a:t>
                      </a:r>
                      <a:r>
                        <a:rPr lang="en-US" sz="2000" baseline="0"/>
                        <a:t> (i.e. </a:t>
                      </a:r>
                      <a:r>
                        <a:rPr lang="en-US" sz="2000" b="1" i="1" baseline="0"/>
                        <a:t>FIFO</a:t>
                      </a:r>
                      <a:r>
                        <a:rPr lang="en-US" sz="2000" baseline="0"/>
                        <a:t>)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LinkedList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custom ordering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PriorityQueue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Map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Associate two objects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HashMap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ordered</a:t>
                      </a:r>
                      <a:r>
                        <a:rPr lang="en-US" sz="2000" baseline="0"/>
                        <a:t> iteration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LinkedHashMap</a:t>
                      </a:r>
                      <a:r>
                        <a:rPr lang="en-US" sz="2000" b="0">
                          <a:latin typeface="+mn-lt"/>
                          <a:ea typeface="Arial" charset="0"/>
                          <a:cs typeface="Arial" charset="0"/>
                        </a:rPr>
                        <a:t>, 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TreeMap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A89F2-F8BA-3333-6936-CA4F78E8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874C8-1586-B408-DC23-ED9D0EEC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2872F-CEFA-1028-8199-1BDF3EDB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81ADD3-1065-4404-5FE9-DEAB6C9DAB2F}"/>
              </a:ext>
            </a:extLst>
          </p:cNvPr>
          <p:cNvSpPr txBox="1"/>
          <p:nvPr/>
        </p:nvSpPr>
        <p:spPr>
          <a:xfrm>
            <a:off x="504507" y="6449197"/>
            <a:ext cx="9048407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46" i="1"/>
              <a:t>*War 	Absolutely nothing!					Huh, Yeah</a:t>
            </a:r>
          </a:p>
        </p:txBody>
      </p:sp>
    </p:spTree>
    <p:extLst>
      <p:ext uri="{BB962C8B-B14F-4D97-AF65-F5344CB8AC3E}">
        <p14:creationId xmlns:p14="http://schemas.microsoft.com/office/powerpoint/2010/main" val="14073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00623-1F18-EAC1-6CB7-E28B1CFD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71BC-4291-D642-B335-2AC0A6FD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A21C-90BD-7BAC-2D31-D67E9220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List</a:t>
            </a:r>
            <a:r>
              <a:rPr lang="en-US"/>
              <a:t> interface extends 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Collection</a:t>
            </a:r>
            <a:r>
              <a:rPr lang="en-US"/>
              <a:t> interface</a:t>
            </a:r>
          </a:p>
          <a:p>
            <a:endParaRPr lang="en-US"/>
          </a:p>
          <a:p>
            <a:r>
              <a:rPr lang="en-US"/>
              <a:t>A list stores elements in a sequential order, and allows the user to specify where the element is store</a:t>
            </a:r>
          </a:p>
          <a:p>
            <a:pPr lvl="1"/>
            <a:r>
              <a:rPr lang="en-US"/>
              <a:t>The user can access the elements by index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757AC-6CEF-05DF-2A7B-D22F596A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EBC2-5938-1A43-46A7-A09E52D3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68C7-04C3-98CD-E818-B04D1951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71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A0F6-162E-15C4-FBE2-66F88E92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6EB0-0D76-83F5-9232-A0748990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List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779A-1F26-5CD3-C5BC-7081B0FA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2ACBC-3498-5213-B953-B9CEF435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71DA6-1DB6-5AC3-87D2-27D097CA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DEA3F7-A287-1B15-56AF-DD58F933DA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1950999"/>
            <a:ext cx="9071610" cy="4259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975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E16E-0E1A-4077-3984-F87E693E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B26E-403E-93BA-9E1C-D1B95677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6F28-E32B-767B-6E67-ACD20EA9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Set</a:t>
            </a:r>
            <a:r>
              <a:rPr lang="en-US"/>
              <a:t> interface simply states that an instance contains no duplicates</a:t>
            </a:r>
          </a:p>
          <a:p>
            <a:pPr lvl="1"/>
            <a:endParaRPr lang="en-US"/>
          </a:p>
          <a:p>
            <a:r>
              <a:rPr lang="en-US"/>
              <a:t>No two elements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e1</a:t>
            </a:r>
            <a:r>
              <a:rPr lang="en-US"/>
              <a:t> and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e2</a:t>
            </a:r>
            <a:r>
              <a:rPr lang="en-US"/>
              <a:t> can be in the set such that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e1.equals(e2)</a:t>
            </a:r>
            <a:r>
              <a:rPr lang="en-US"/>
              <a:t> is true</a:t>
            </a:r>
          </a:p>
          <a:p>
            <a:endParaRPr lang="en-US"/>
          </a:p>
          <a:p>
            <a:r>
              <a:rPr lang="en-US"/>
              <a:t>Key implementation question: do you need an ordering when iterating elements?</a:t>
            </a:r>
          </a:p>
          <a:p>
            <a:pPr lvl="1"/>
            <a:r>
              <a:rPr lang="en-US"/>
              <a:t>If so, what kind?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97A3-ECA6-7B45-E63D-00BF93C0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A142B-DC24-13D6-AD2E-0002796C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31031-A549-DA7C-0109-0BB6C90E0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38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138B7-5936-7C48-ACA6-10A548759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4C0D-E2A1-B828-6A9A-0398800D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Consolas" charset="0"/>
                <a:ea typeface="Consolas" charset="0"/>
                <a:cs typeface="Consolas" charset="0"/>
              </a:rPr>
              <a:t>Set</a:t>
            </a:r>
            <a:r>
              <a:rPr lang="en-US"/>
              <a:t> Hierarchy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EE22C6-941D-72B1-959C-0FD721223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0771" y="1408690"/>
            <a:ext cx="5999082" cy="53442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D93DE-8CF6-AD9B-FE9C-42CEA549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D5FB0-3043-A2CE-C825-03CFFA38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B81BB-6DA3-EADD-A00F-52AC0C01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85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9911-EFFE-1D5D-5808-A3FF7BC4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450F8-AC3A-D98F-BD63-77A76AF8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021A1-CB29-013F-D145-C37C4A523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Queue</a:t>
            </a:r>
            <a:r>
              <a:rPr lang="en-US"/>
              <a:t> interface represents a first-in/first-out (FIFO) data structure</a:t>
            </a:r>
          </a:p>
          <a:p>
            <a:pPr lvl="1"/>
            <a:r>
              <a:rPr lang="en-US"/>
              <a:t>Elements are appended to the end of the queue and are removed from the beginning</a:t>
            </a:r>
          </a:p>
          <a:p>
            <a:endParaRPr lang="en-US"/>
          </a:p>
          <a:p>
            <a:r>
              <a:rPr lang="en-US"/>
              <a:t>The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PriorityQueue</a:t>
            </a:r>
            <a:r>
              <a:rPr lang="en-US"/>
              <a:t> interface represents a queue in which elements are assigned </a:t>
            </a:r>
            <a:r>
              <a:rPr lang="en-US" i="1"/>
              <a:t>priorities</a:t>
            </a:r>
            <a:endParaRPr lang="en-US"/>
          </a:p>
          <a:p>
            <a:pPr lvl="1"/>
            <a:r>
              <a:rPr lang="en-US"/>
              <a:t>When accessing elements, the element with the highest priority is removed first</a:t>
            </a:r>
          </a:p>
          <a:p>
            <a:pPr lvl="1"/>
            <a:endParaRPr lang="en-US"/>
          </a:p>
          <a:p>
            <a:r>
              <a:rPr lang="en-US"/>
              <a:t>Come in handy for storing items to process      (e.g. work queues)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69EF7-EEEB-EEDC-4A91-3A1DC6CB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D8CE-9586-6F4D-9C44-C2865A90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6671-6C19-97B7-E31D-288EA9D9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88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EA36-DFAC-A67A-458D-D9A3D978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ABDC-5E00-1153-EBAE-19063291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Consolas" charset="0"/>
                <a:ea typeface="Consolas" charset="0"/>
                <a:cs typeface="Consolas" charset="0"/>
              </a:rPr>
              <a:t>Queue</a:t>
            </a:r>
            <a:r>
              <a:rPr lang="en-US"/>
              <a:t>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82B5-D93B-A672-D066-F74CD9CD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D7CB-4FA8-150B-D827-11A1627E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0BB5C-BD9F-E2DD-9774-8F38A89F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B49DC124-5A42-8954-7700-EFC34AC149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" y="1739894"/>
            <a:ext cx="9071610" cy="468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8645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F5432-E090-68E1-6569-FBD96E27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7211C3-B6B4-54F3-FA85-1F3A6429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are Maps?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316D08-25A9-86B4-3E02-67DD2DBA0E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Think of a map as an array</a:t>
            </a:r>
            <a:r>
              <a:rPr lang="mr-IN"/>
              <a:t>…</a:t>
            </a:r>
            <a:r>
              <a:rPr lang="en-US"/>
              <a:t> but where the index can be anything!</a:t>
            </a:r>
          </a:p>
          <a:p>
            <a:endParaRPr lang="en-US"/>
          </a:p>
          <a:p>
            <a:r>
              <a:rPr lang="en-US"/>
              <a:t>Technically a map is a set of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Entry</a:t>
            </a:r>
            <a:r>
              <a:rPr lang="en-US"/>
              <a:t> elements, each with a “key” and a “value”</a:t>
            </a:r>
          </a:p>
          <a:p>
            <a:endParaRPr lang="en-US"/>
          </a:p>
          <a:p>
            <a:r>
              <a:rPr lang="en-US"/>
              <a:t>Each key must be unique </a:t>
            </a:r>
            <a:r>
              <a:rPr lang="mr-IN"/>
              <a:t>–</a:t>
            </a:r>
            <a:r>
              <a:rPr lang="en-US"/>
              <a:t> this can be used to get/set the corresponding value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3A6AE0-FF38-75AB-B607-DA68DA0E41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24308" y="2329311"/>
            <a:ext cx="4451809" cy="34942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5C77-08DF-BDC6-1771-3D98A287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9CA9B-8CD3-05C0-F386-122F6254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4111-F8D3-8C52-AB12-B6A41312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0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C422-8B6D-DD1B-2C67-256416D7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292C-CD7A-F377-06A6-01039F6B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Map</a:t>
            </a:r>
            <a:r>
              <a:rPr lang="en-US"/>
              <a:t> Interface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F0EEC3-7FF2-5493-598B-C57CBF39C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4507" y="1962989"/>
            <a:ext cx="9071610" cy="423567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8469F-0A10-FC69-716C-E0CBF466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7655-7F97-7346-8624-545EB5EDC047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81755-E711-64DD-2F5E-E4509AF9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5429B-9C22-C596-44F9-E9C7852D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87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3E6D-9A3F-DBF2-2315-5A016C64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05BE21-8D07-4A0E-9EE8-66B9EDDA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B41830-9829-6FB5-5ECB-FCA8E40C2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07" y="1399897"/>
            <a:ext cx="5772232" cy="5353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&lt;K, V&gt; void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(Map&lt;K,V&gt; m, K key)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("%s: 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key,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m.containsKey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(key)?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m.get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(key):"not in map");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Map&lt;String, Integer&gt; m = new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("Mount Everest", 29029);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("K2", 28251);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("Kangchenjunga", 28169);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("Lhotse", 27940);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("Makalu", 27838);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"K2");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nContents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:%n");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(Entry&lt;String, Integer&gt; e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m.entrySet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 %s=%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E94AED-9613-9DDC-DDA0-84B467319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086" y="1399897"/>
            <a:ext cx="3931031" cy="53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K2: 28251</a:t>
            </a:r>
          </a:p>
          <a:p>
            <a:pPr marL="0" indent="0">
              <a:buNone/>
            </a:pPr>
            <a:r>
              <a:rPr lang="en-US" sz="2205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: not in map</a:t>
            </a: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Contents: 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K2=28251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Mount Everest=29029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Kangchenjunga=28169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Lhotse=27940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Makalu=27838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04766-EB56-7966-3524-80661D82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DD000-A788-08CB-C349-0AFF3967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73C9F-1CB1-4FF6-94D1-DBF104A3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80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A789-C6DE-120C-807A-057322D0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B0C2CA-D2A1-A165-9427-28A6C0B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(2)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BC48C9-D36E-139C-147B-87035B1A1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07" y="1399897"/>
            <a:ext cx="5772232" cy="5353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&lt;K, V&gt; void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(Map&lt;K,V&gt; m, K key)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("%s: 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key,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m.containsKey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(key)?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m.get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(key):"not in map");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Map&lt;String, Integer&gt; m = new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("Mount Everest", 29029);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("K2", 28251);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("Kangchenjunga", 28169);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("Lhotse", 27940);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("Makalu", 27838);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"K2");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nContents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:%n");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(Entry&lt;String, Integer&gt; e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m.entrySet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 %s=%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FF8D69-6710-2CB8-D040-827168F37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086" y="1399897"/>
            <a:ext cx="3931031" cy="53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K2: 28251</a:t>
            </a:r>
          </a:p>
          <a:p>
            <a:pPr marL="0" indent="0">
              <a:buNone/>
            </a:pPr>
            <a:r>
              <a:rPr lang="en-US" sz="2205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: not in map</a:t>
            </a: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Contents: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Mount Everest=29029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K2=28251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Kangchenjunga=28169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Lhotse=27940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Makalu=27838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19151-BDFC-84B0-5803-2C905851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7340-43D5-F4A3-3ECA-30A09469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4658-19AC-8127-1C13-F6200F26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91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A5B1F-CD81-A2CC-6813-8A1CD104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81301D-F45A-7D74-186E-441F1BE4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(3)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324CA-7B5B-869B-5C72-0A4DE0DED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07" y="1399897"/>
            <a:ext cx="5772232" cy="5353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&lt;K, V&gt; void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(Map&lt;K,V&gt; m, K key)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("%s: 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key,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m.containsKey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(key)?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m.get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(key):"not in map");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Map&lt;String, Integer&gt; m = new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("Mount Everest", 29029);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("K2", 28251);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("Kangchenjunga", 28169);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("Lhotse", 27940);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("Makalu", 27838);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"K2");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nContents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:%n");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(Entry&lt;String, Integer&gt; e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m.entrySet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 %s=%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68F203-3DF4-AD60-6E68-078DA2941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086" y="1399897"/>
            <a:ext cx="3931031" cy="53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K2: 28251</a:t>
            </a:r>
          </a:p>
          <a:p>
            <a:pPr marL="0" indent="0">
              <a:buNone/>
            </a:pPr>
            <a:r>
              <a:rPr lang="en-US" sz="2205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: not in map</a:t>
            </a: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Contents: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K2=28251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Kangchenjunga=28169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Lhotse=27940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Makalu=27838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Mount Everest=29029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40E9C-FA51-C4D8-595D-32AEFD4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9AA35-675F-854E-38DA-1045159E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0607-86ED-9A3A-3EA4-C8FB71A3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50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CB11-567B-6CFD-815C-BD551906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99F48F-EDE5-75A0-C73A-F770BBB6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(4)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D7C1A1-A170-7C2C-F07C-1F5CC5E7F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508" y="1609839"/>
            <a:ext cx="5772232" cy="5353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&lt;K, V&gt; void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(Map&lt;K,V&gt; m, K key)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("%s: 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key,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m.containsKey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(key)?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m.get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(key):"not in map");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Map&lt;String, Integer&gt; m = new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&lt;&gt;(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				(k1,k2)-&gt;-k1.compareTo(k2));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("Mount Everest", 29029);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("K2", 28251);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("Kangchenjunga", 28169);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("Lhotse", 27940);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("Makalu", 27838);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"K2");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"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nContents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:%n");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(Entry&lt;String, Integer&gt; e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m.entrySet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 %s=%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B9911A-005E-0188-BC50-069DD7448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5086" y="1399897"/>
            <a:ext cx="3931031" cy="53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K2: 28251</a:t>
            </a:r>
          </a:p>
          <a:p>
            <a:pPr marL="0" indent="0">
              <a:buNone/>
            </a:pPr>
            <a:r>
              <a:rPr lang="en-US" sz="2205" b="1" err="1">
                <a:latin typeface="Consolas" charset="0"/>
                <a:ea typeface="Consolas" charset="0"/>
                <a:cs typeface="Consolas" charset="0"/>
              </a:rPr>
              <a:t>Manaslu</a:t>
            </a: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: not in map</a:t>
            </a:r>
          </a:p>
          <a:p>
            <a:pPr marL="0" indent="0">
              <a:buNone/>
            </a:pPr>
            <a:endParaRPr lang="en-US" sz="2205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Contents: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Mount Everest=29029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Makalu=27838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Lhotse=27940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Kangchenjunga=28169</a:t>
            </a:r>
          </a:p>
          <a:p>
            <a:pPr marL="0" indent="0">
              <a:buNone/>
            </a:pPr>
            <a:r>
              <a:rPr lang="en-US" sz="2205" b="1">
                <a:latin typeface="Consolas" charset="0"/>
                <a:ea typeface="Consolas" charset="0"/>
                <a:cs typeface="Consolas" charset="0"/>
              </a:rPr>
              <a:t> K2=28251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07A78-F020-FAEB-04FC-993D0FBA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6414C-09E2-D5FB-1948-94F86CF0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A7981-1B50-B288-30B7-3C2A70B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15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F964-D9E5-90C5-F759-B97F5B31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077D-1E15-DA19-2718-BECA10E3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</a:t>
            </a:r>
            <a:r>
              <a:rPr lang="en-US" b="1">
                <a:latin typeface="Consolas" charset="0"/>
                <a:ea typeface="Consolas" charset="0"/>
                <a:cs typeface="Consolas" charset="0"/>
              </a:rPr>
              <a:t>Entry</a:t>
            </a:r>
            <a:r>
              <a:rPr lang="en-US"/>
              <a:t> Interface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58AB47-D82F-FFA6-5AD5-AE4EAE95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4507" y="3040929"/>
            <a:ext cx="9071610" cy="20797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29E58-F6E2-8C94-28F1-CA652BC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5587-A0D8-57BD-6A3C-EE27DA0D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DD6FC-3E5C-C8FC-BF08-5607DB21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51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BF78-F8F2-6F15-B3FE-04A119D3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7D40-E1BD-97E7-24C0-2794FACF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Key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5091-1632-B64A-A109-93FB512C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As with sets, the primary difference in concrete implementations comes down to key ordering</a:t>
            </a:r>
          </a:p>
          <a:p>
            <a:endParaRPr lang="en-US"/>
          </a:p>
          <a:p>
            <a:r>
              <a:rPr lang="en-US" sz="2976" b="1" err="1">
                <a:latin typeface="Consolas" charset="0"/>
                <a:ea typeface="Consolas" charset="0"/>
                <a:cs typeface="Consolas" charset="0"/>
              </a:rPr>
              <a:t>HashMap</a:t>
            </a:r>
            <a:r>
              <a:rPr lang="en-US" sz="2976"/>
              <a:t>: fastest, no key ordering</a:t>
            </a:r>
          </a:p>
          <a:p>
            <a:r>
              <a:rPr lang="en-US" sz="2976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2976"/>
              <a:t>: very fast, insertion order</a:t>
            </a:r>
          </a:p>
          <a:p>
            <a:r>
              <a:rPr lang="en-US" sz="2976" b="1" err="1">
                <a:latin typeface="Consolas" charset="0"/>
                <a:ea typeface="Consolas" charset="0"/>
                <a:cs typeface="Consolas" charset="0"/>
              </a:rPr>
              <a:t>TreeMap</a:t>
            </a:r>
            <a:r>
              <a:rPr lang="en-US" sz="2976"/>
              <a:t>: fast, order via </a:t>
            </a:r>
            <a:r>
              <a:rPr lang="en-US" sz="2976" b="1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sz="2976"/>
              <a:t>/</a:t>
            </a:r>
            <a:r>
              <a:rPr lang="en-US" sz="2976" b="1">
                <a:latin typeface="Consolas" charset="0"/>
                <a:ea typeface="Consolas" charset="0"/>
                <a:cs typeface="Consolas" charset="0"/>
              </a:rPr>
              <a:t>Comparator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27845-ECF0-3AA8-8432-E31D3DF8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15C53-F04A-168C-529F-FFCC423D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3B93A-BC53-60DB-1718-5DF3CFDD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1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AE28-4DC2-5AF7-D91F-4516A204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B76C19E-BD84-B670-C5E8-D8533CA8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2DEC35-99FE-C33B-CBDD-DD633B3A1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a </a:t>
            </a:r>
            <a:r>
              <a:rPr lang="en-US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/>
              <a:t> to create a menu with the following items, care of Bertie </a:t>
            </a:r>
            <a:r>
              <a:rPr lang="en-US" err="1"/>
              <a:t>Bott</a:t>
            </a:r>
            <a:endParaRPr lang="en-US"/>
          </a:p>
          <a:p>
            <a:pPr lvl="1"/>
            <a:r>
              <a:rPr lang="en-US"/>
              <a:t>Booger: $1</a:t>
            </a:r>
          </a:p>
          <a:p>
            <a:pPr lvl="1"/>
            <a:r>
              <a:rPr lang="en-US"/>
              <a:t>Rotten Egg: $1.50</a:t>
            </a:r>
          </a:p>
          <a:p>
            <a:pPr lvl="1"/>
            <a:r>
              <a:rPr lang="en-US"/>
              <a:t>Vomit: $1</a:t>
            </a:r>
          </a:p>
          <a:p>
            <a:pPr lvl="1"/>
            <a:r>
              <a:rPr lang="en-US"/>
              <a:t>Cherry: $2</a:t>
            </a:r>
          </a:p>
          <a:p>
            <a:pPr lvl="1"/>
            <a:endParaRPr lang="en-US"/>
          </a:p>
          <a:p>
            <a:r>
              <a:rPr lang="en-US"/>
              <a:t>Write a method that updates the map to increase the price of all items by $0.50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1ECE9-44C1-D6F5-7511-EAB534D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7655-7F97-7346-8624-545EB5EDC047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955F2-795B-C080-ADC8-64858A07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C85D5-8446-B0AF-8F67-E8007307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4314A-5966-C0B4-7874-34E74983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8EAC-E3C4-CB0E-A3D6-8751389A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0AB5-3623-B352-FCB6-E419ECCB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507" y="1496695"/>
            <a:ext cx="9071610" cy="53436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p(Map&lt;?,? extends Number&gt; m)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(Entry&lt;?, ? extends Number&gt; e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m.entrySet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("%s=%.2f%n",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e.getKey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e.getValue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().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doubleValue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&lt;K&gt; void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inc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(Map&lt;K, ? super Double&gt; m, double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amt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for (K k :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m.keySet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m.replace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(k, (double)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m.get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(k) +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amt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Map&lt;String, Double&gt; m = new 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LinkedHashMap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("Booger", 1.);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("Rotten Egg", 1.5);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("Vomit", 1.);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m.put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("Cherry", 2.);</a:t>
            </a:r>
          </a:p>
          <a:p>
            <a:pPr marL="0" indent="0">
              <a:buNone/>
            </a:pPr>
            <a:endParaRPr lang="en-US" sz="1213" b="1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p(m);	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13" b="1" err="1">
                <a:latin typeface="Consolas" charset="0"/>
                <a:ea typeface="Consolas" charset="0"/>
                <a:cs typeface="Consolas" charset="0"/>
              </a:rPr>
              <a:t>inc</a:t>
            </a: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(m, 0.5);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	p(m);	</a:t>
            </a:r>
          </a:p>
          <a:p>
            <a:pPr marL="0" indent="0">
              <a:buNone/>
            </a:pPr>
            <a:r>
              <a:rPr lang="en-US" sz="1213" b="1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B4D08-5F3F-39F3-1DB8-E63B3D11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C153-6CD6-A04B-BBA5-D3CF2C646EAE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FD6C-0970-B019-A153-04A757C8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7A630-E239-BF66-6105-F98199BE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34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5BDE98-2E17-F5AA-A16A-E88ADC46D491}"/>
              </a:ext>
            </a:extLst>
          </p:cNvPr>
          <p:cNvSpPr/>
          <p:nvPr/>
        </p:nvSpPr>
        <p:spPr>
          <a:xfrm>
            <a:off x="5389737" y="3722720"/>
            <a:ext cx="4186380" cy="30302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Booger=1.00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Rotten Egg=1.50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Vomit=1.00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Cherry=2.00</a:t>
            </a:r>
          </a:p>
          <a:p>
            <a:endParaRPr lang="en-US" sz="1764" b="1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Booger=1.50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Rotten Egg=2.00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Vomit=1.50</a:t>
            </a:r>
          </a:p>
          <a:p>
            <a:r>
              <a:rPr lang="en-US" sz="1764" b="1">
                <a:latin typeface="Consolas" charset="0"/>
                <a:ea typeface="Consolas" charset="0"/>
                <a:cs typeface="Consolas" charset="0"/>
              </a:rPr>
              <a:t>Cherry=2.50</a:t>
            </a:r>
          </a:p>
        </p:txBody>
      </p:sp>
    </p:spTree>
    <p:extLst>
      <p:ext uri="{BB962C8B-B14F-4D97-AF65-F5344CB8AC3E}">
        <p14:creationId xmlns:p14="http://schemas.microsoft.com/office/powerpoint/2010/main" val="66863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A7707-566E-0E55-3B35-3E569D0A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B1C8-860F-A4A1-572F-511DE6CE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Take Home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AA12F-EF72-CB36-85E8-0E86D43934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/>
              <a:t>A data structure is a collection of data organized to support efficient operations that access/modify the data</a:t>
            </a:r>
          </a:p>
          <a:p>
            <a:r>
              <a:rPr lang="en-US"/>
              <a:t>The Java Collections Framework provides a set of data structures for you to use in your programs</a:t>
            </a:r>
          </a:p>
          <a:p>
            <a:pPr lvl="1"/>
            <a:r>
              <a:rPr lang="en-US"/>
              <a:t>Collections contain elements</a:t>
            </a:r>
          </a:p>
          <a:p>
            <a:pPr lvl="1"/>
            <a:r>
              <a:rPr lang="en-US"/>
              <a:t>Maps contain key-value pairs</a:t>
            </a:r>
          </a:p>
          <a:p>
            <a:r>
              <a:rPr lang="en-US"/>
              <a:t>Iterators are a common pattern by which to access elements of data structures, independent of how they are implemented</a:t>
            </a:r>
          </a:p>
          <a:p>
            <a:pPr lvl="1"/>
            <a:r>
              <a:rPr lang="en-US"/>
              <a:t>Make </a:t>
            </a:r>
            <a:r>
              <a:rPr lang="en-US" err="1"/>
              <a:t>foreach</a:t>
            </a:r>
            <a:r>
              <a:rPr lang="en-US"/>
              <a:t> loops work!</a:t>
            </a:r>
          </a:p>
        </p:txBody>
      </p:sp>
    </p:spTree>
    <p:extLst>
      <p:ext uri="{BB962C8B-B14F-4D97-AF65-F5344CB8AC3E}">
        <p14:creationId xmlns:p14="http://schemas.microsoft.com/office/powerpoint/2010/main" val="2087254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0A39-1C58-FFD7-18BA-E62B660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D92D-7B1F-9F5A-53A3-95FA71C3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Take Home Points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B518-AE2B-322B-E9C5-D901484A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508" y="5358453"/>
            <a:ext cx="9071610" cy="1740056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The JCF has many useful data structures</a:t>
            </a:r>
          </a:p>
          <a:p>
            <a:r>
              <a:rPr lang="en-US"/>
              <a:t>Choosing the correct interface and concrete implementation requires you to understand your data, the important operations, and efficiency tradeoffs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5B2C4-F0AD-664B-A0B4-F86CB429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61945-27DE-5547-A101-66A55ACCB1A7}" type="datetime4">
              <a:rPr lang="en-US" smtClean="0"/>
              <a:t>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5BCB4-F67F-4C16-A44D-83B4F66C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Collections &amp;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E608C-A3B6-BE6C-99E8-A66F4423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82A5-310D-064D-97B2-7CD9DCF5F4D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379C748-3CD4-5B7B-7E2A-1DD5DC4D14A4}"/>
              </a:ext>
            </a:extLst>
          </p:cNvPr>
          <p:cNvGraphicFramePr>
            <a:graphicFrameLocks/>
          </p:cNvGraphicFramePr>
          <p:nvPr/>
        </p:nvGraphicFramePr>
        <p:xfrm>
          <a:off x="504507" y="1408690"/>
          <a:ext cx="9071611" cy="387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782"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What</a:t>
                      </a:r>
                      <a:r>
                        <a:rPr lang="en-US" sz="2000" baseline="0"/>
                        <a:t> is</a:t>
                      </a:r>
                      <a:r>
                        <a:rPr lang="en-US" sz="2000"/>
                        <a:t> it good for*?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Implementations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List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</a:t>
                      </a:r>
                      <a:r>
                        <a:rPr lang="en-US" sz="2000" baseline="0"/>
                        <a:t> sequence; access via index, search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ArrayList</a:t>
                      </a:r>
                      <a:r>
                        <a:rPr lang="en-US" sz="2000"/>
                        <a:t>, </a:t>
                      </a:r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Vector</a:t>
                      </a:r>
                      <a:r>
                        <a:rPr lang="en-US" sz="2000"/>
                        <a:t>, 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LinkedList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push, pop, peek (i.e. </a:t>
                      </a:r>
                      <a:r>
                        <a:rPr lang="en-US" sz="2000" b="1" i="1"/>
                        <a:t>LIFO</a:t>
                      </a:r>
                      <a:r>
                        <a:rPr lang="en-US" sz="2000"/>
                        <a:t>)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Stack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Set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Distinct</a:t>
                      </a:r>
                      <a:r>
                        <a:rPr lang="en-US" sz="2000" baseline="0"/>
                        <a:t> objects</a:t>
                      </a:r>
                      <a:r>
                        <a:rPr lang="en-US" sz="2000"/>
                        <a:t> (i.e. no</a:t>
                      </a:r>
                      <a:r>
                        <a:rPr lang="en-US" sz="2000" baseline="0"/>
                        <a:t> duplicates)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Linked/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HashSet</a:t>
                      </a:r>
                      <a:r>
                        <a:rPr lang="en-US" sz="2000"/>
                        <a:t>,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 b="1" baseline="0" err="1">
                          <a:latin typeface="Consolas" charset="0"/>
                          <a:ea typeface="Consolas" charset="0"/>
                          <a:cs typeface="Consolas" charset="0"/>
                        </a:rPr>
                        <a:t>TreeSet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Queue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Hold elements in line</a:t>
                      </a:r>
                      <a:r>
                        <a:rPr lang="en-US" sz="2000" baseline="0"/>
                        <a:t> (i.e. </a:t>
                      </a:r>
                      <a:r>
                        <a:rPr lang="en-US" sz="2000" b="1" i="1" baseline="0"/>
                        <a:t>FIFO</a:t>
                      </a:r>
                      <a:r>
                        <a:rPr lang="en-US" sz="2000" baseline="0"/>
                        <a:t>)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LinkedList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custom ordering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PriorityQueue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charset="0"/>
                          <a:ea typeface="Consolas" charset="0"/>
                          <a:cs typeface="Consolas" charset="0"/>
                        </a:rPr>
                        <a:t>Map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Associate two objects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HashMap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+ ordered</a:t>
                      </a:r>
                      <a:r>
                        <a:rPr lang="en-US" sz="2000" baseline="0"/>
                        <a:t> iteration</a:t>
                      </a:r>
                      <a:endParaRPr lang="en-US" sz="200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LinkedHashMap</a:t>
                      </a:r>
                      <a:r>
                        <a:rPr lang="en-US" sz="2000" b="0">
                          <a:latin typeface="+mn-lt"/>
                          <a:ea typeface="Arial" charset="0"/>
                          <a:cs typeface="Arial" charset="0"/>
                        </a:rPr>
                        <a:t>, </a:t>
                      </a:r>
                      <a:r>
                        <a:rPr lang="en-US" sz="2000" b="1" err="1">
                          <a:latin typeface="Consolas" charset="0"/>
                          <a:ea typeface="Consolas" charset="0"/>
                          <a:cs typeface="Consolas" charset="0"/>
                        </a:rPr>
                        <a:t>TreeMap</a:t>
                      </a:r>
                      <a:endParaRPr lang="en-US" sz="2000" b="1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848069"/>
      </p:ext>
    </p:extLst>
  </p:cSld>
  <p:clrMapOvr>
    <a:masterClrMapping/>
  </p:clrMapOvr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18</TotalTime>
  <Words>4728</Words>
  <Application>Microsoft Office PowerPoint</Application>
  <PresentationFormat>Custom</PresentationFormat>
  <Paragraphs>757</Paragraphs>
  <Slides>36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Arial</vt:lpstr>
      <vt:lpstr>Bitstream Vera Serif</vt:lpstr>
      <vt:lpstr>Comic Sans MS</vt:lpstr>
      <vt:lpstr>Consolas</vt:lpstr>
      <vt:lpstr>Georgia</vt:lpstr>
      <vt:lpstr>Google Sans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PowerPoint Presentation</vt:lpstr>
      <vt:lpstr>What is a Data Structure?</vt:lpstr>
      <vt:lpstr>Java Collections Framework (JCF)</vt:lpstr>
      <vt:lpstr>Example</vt:lpstr>
      <vt:lpstr>The foreach Loop</vt:lpstr>
      <vt:lpstr>Hierarchy of JCF</vt:lpstr>
      <vt:lpstr>JCF Hierarchy (1)</vt:lpstr>
      <vt:lpstr>JCF Hierarchy (2)</vt:lpstr>
      <vt:lpstr>The Collection Interface</vt:lpstr>
      <vt:lpstr>Key Classes and Use Cases</vt:lpstr>
      <vt:lpstr>Key Classes and Use Cases</vt:lpstr>
      <vt:lpstr>Key Classes and Use Cases</vt:lpstr>
      <vt:lpstr>Benefits of JCF</vt:lpstr>
      <vt:lpstr>Practical Example</vt:lpstr>
      <vt:lpstr>Exercise</vt:lpstr>
      <vt:lpstr>Solution</vt:lpstr>
      <vt:lpstr>All the Useful!</vt:lpstr>
      <vt:lpstr>Lists</vt:lpstr>
      <vt:lpstr>The List Interface</vt:lpstr>
      <vt:lpstr>Sets</vt:lpstr>
      <vt:lpstr>Set Hierarchy</vt:lpstr>
      <vt:lpstr>Queues</vt:lpstr>
      <vt:lpstr>Queue Interface</vt:lpstr>
      <vt:lpstr>What are Maps?</vt:lpstr>
      <vt:lpstr>The Map Interface</vt:lpstr>
      <vt:lpstr>Example (1)</vt:lpstr>
      <vt:lpstr>Example (2)</vt:lpstr>
      <vt:lpstr>Example (3)</vt:lpstr>
      <vt:lpstr>Example (4)</vt:lpstr>
      <vt:lpstr>The Entry Interface</vt:lpstr>
      <vt:lpstr>Key Ordering</vt:lpstr>
      <vt:lpstr>Exercise</vt:lpstr>
      <vt:lpstr>Solution</vt:lpstr>
      <vt:lpstr>Take Home Points</vt:lpstr>
      <vt:lpstr>Take Home Points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1</cp:revision>
  <cp:lastPrinted>1601-01-01T00:00:00Z</cp:lastPrinted>
  <dcterms:created xsi:type="dcterms:W3CDTF">2017-09-08T01:15:12Z</dcterms:created>
  <dcterms:modified xsi:type="dcterms:W3CDTF">2024-11-15T14:54:47Z</dcterms:modified>
</cp:coreProperties>
</file>